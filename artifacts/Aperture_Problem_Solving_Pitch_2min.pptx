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9044f10e554121" /><Relationship Type="http://schemas.openxmlformats.org/officeDocument/2006/relationships/extended-properties" Target="/docProps/app.xml" Id="Rfc4c1b4d0378484f" /><Relationship Type="http://schemas.openxmlformats.org/officeDocument/2006/relationships/officeDocument" Target="/ppt/presentation.xml" Id="R15888698dfe14bbc" /></Relationships>
</file>

<file path=ppt/presentation.xml><?xml version="1.0" encoding="utf-8"?>
<p:presentation xmlns:p="http://schemas.openxmlformats.org/presentationml/2006/main">
  <p:sldMasterIdLst>
    <p:sldMasterId xmlns:r="http://schemas.openxmlformats.org/officeDocument/2006/relationships" id="2147483648" r:id="Rc244f952508542ad"/>
  </p:sldMasterIdLst>
  <p:notesMasterIdLst>
    <p:notesMasterId xmlns:r="http://schemas.openxmlformats.org/officeDocument/2006/relationships" r:id="R494d2e317d474711"/>
  </p:notesMasterIdLst>
  <p:sldIdLst>
    <p:sldId xmlns:r="http://schemas.openxmlformats.org/officeDocument/2006/relationships" id="256" r:id="R4c488383d96a4ba1"/>
    <p:sldId xmlns:r="http://schemas.openxmlformats.org/officeDocument/2006/relationships" id="257" r:id="Rfe3b2df12b0a49a0"/>
    <p:sldId xmlns:r="http://schemas.openxmlformats.org/officeDocument/2006/relationships" id="258" r:id="R39cc759af9844aae"/>
    <p:sldId xmlns:r="http://schemas.openxmlformats.org/officeDocument/2006/relationships" id="259" r:id="Rbb2f7ed41d954e4a"/>
    <p:sldId xmlns:r="http://schemas.openxmlformats.org/officeDocument/2006/relationships" id="260" r:id="Rd2405aa369814c04"/>
    <p:sldId xmlns:r="http://schemas.openxmlformats.org/officeDocument/2006/relationships" id="261" r:id="Rb335ce434774486f"/>
    <p:sldId xmlns:r="http://schemas.openxmlformats.org/officeDocument/2006/relationships" id="262" r:id="R7428d6ca5e1a4134"/>
    <p:sldId xmlns:r="http://schemas.openxmlformats.org/officeDocument/2006/relationships" id="263" r:id="Radf14b682cd04e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3d0c55469e424f" /><Relationship Type="http://schemas.openxmlformats.org/officeDocument/2006/relationships/slideMaster" Target="/ppt/slideMasters/slideMaster1.xml" Id="Rc244f952508542ad" /><Relationship Type="http://schemas.openxmlformats.org/officeDocument/2006/relationships/notesMaster" Target="/ppt/notesMasters/notesMaster1.xml" Id="R494d2e317d474711" /><Relationship Type="http://schemas.openxmlformats.org/officeDocument/2006/relationships/presProps" Target="/ppt/presProps.xml" Id="Rb9abeef99a05497c" /><Relationship Type="http://schemas.openxmlformats.org/officeDocument/2006/relationships/tableStyles" Target="/ppt/tableStyles.xml" Id="R496a069134674ca3" /><Relationship Type="http://schemas.openxmlformats.org/officeDocument/2006/relationships/slide" Target="/ppt/slides/slide1.xml" Id="R4c488383d96a4ba1" /><Relationship Type="http://schemas.openxmlformats.org/officeDocument/2006/relationships/slide" Target="/ppt/slides/slide2.xml" Id="Rfe3b2df12b0a49a0" /><Relationship Type="http://schemas.openxmlformats.org/officeDocument/2006/relationships/slide" Target="/ppt/slides/slide3.xml" Id="R39cc759af9844aae" /><Relationship Type="http://schemas.openxmlformats.org/officeDocument/2006/relationships/slide" Target="/ppt/slides/slide4.xml" Id="Rbb2f7ed41d954e4a" /><Relationship Type="http://schemas.openxmlformats.org/officeDocument/2006/relationships/slide" Target="/ppt/slides/slide5.xml" Id="Rd2405aa369814c04" /><Relationship Type="http://schemas.openxmlformats.org/officeDocument/2006/relationships/slide" Target="/ppt/slides/slide6.xml" Id="Rb335ce434774486f" /><Relationship Type="http://schemas.openxmlformats.org/officeDocument/2006/relationships/slide" Target="/ppt/slides/slide7.xml" Id="R7428d6ca5e1a4134" /><Relationship Type="http://schemas.openxmlformats.org/officeDocument/2006/relationships/slide" Target="/ppt/slides/slide8.xml" Id="Radf14b682cd04e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6c977908254d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4f974289e14e99" /><Relationship Type="http://schemas.openxmlformats.org/officeDocument/2006/relationships/notesMaster" Target="/ppt/notesMasters/notesMaster1.xml" Id="Rbb890f9e3bda45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b6710bed85417a" /><Relationship Type="http://schemas.openxmlformats.org/officeDocument/2006/relationships/notesMaster" Target="/ppt/notesMasters/notesMaster1.xml" Id="R1f8bdf4215d040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32cd43adfa4fd8" /><Relationship Type="http://schemas.openxmlformats.org/officeDocument/2006/relationships/notesMaster" Target="/ppt/notesMasters/notesMaster1.xml" Id="R057f36f7f9f84c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1907f47a9d4bc5" /><Relationship Type="http://schemas.openxmlformats.org/officeDocument/2006/relationships/notesMaster" Target="/ppt/notesMasters/notesMaster1.xml" Id="Rf03d1b6cacec46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a0a0b1510c4a7c" /><Relationship Type="http://schemas.openxmlformats.org/officeDocument/2006/relationships/notesMaster" Target="/ppt/notesMasters/notesMaster1.xml" Id="Rd9b4708c73424c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92c4c579b5452b" /><Relationship Type="http://schemas.openxmlformats.org/officeDocument/2006/relationships/notesMaster" Target="/ppt/notesMasters/notesMaster1.xml" Id="Rf5e172ba26cc47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bb18e61f964be3" /><Relationship Type="http://schemas.openxmlformats.org/officeDocument/2006/relationships/notesMaster" Target="/ppt/notesMasters/notesMaster1.xml" Id="R0a14e90ca17f4b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2d10a0636946fa" /><Relationship Type="http://schemas.openxmlformats.org/officeDocument/2006/relationships/notesMaster" Target="/ppt/notesMasters/notesMaster1.xml" Id="R847cf141d46541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0:00-0:14</a:t>
            </a:r>
          </a:p>
          <a:p xmlns:a="http://schemas.openxmlformats.org/drawingml/2006/main">
            <a:r>
              <a:t/>
            </a:r>
          </a:p>
          <a:p xmlns:a="http://schemas.openxmlformats.org/drawingml/2006/main">
            <a:r>
              <a:t>A Solana AI developer wants an agent to call a model, run code and deliver files. Today, those steps cross separate provider and worker services.</a:t>
            </a:r>
          </a:p>
          <a:p xmlns:a="http://schemas.openxmlformats.org/drawingml/2006/main">
            <a:r>
              <a:t/>
            </a:r>
          </a:p>
          <a:p xmlns:a="http://schemas.openxmlformats.org/drawingml/2006/main">
            <a:r>
              <a:t>Sources and boundaries: README.md; docs/competition-positioning.md. The mark is the original project asset in docs/aperture-mark-v3.png.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0:14-0:29</a:t>
            </a:r>
          </a:p>
          <a:p xmlns:a="http://schemas.openxmlformats.org/drawingml/2006/main">
            <a:r>
              <a:t/>
            </a:r>
          </a:p>
          <a:p xmlns:a="http://schemas.openxmlformats.org/drawingml/2006/main">
            <a:r>
              <a:t>Which route ran? Whose permission applied? What could it spend? What evidence came back? Builders piece those answers together across disconnected services.</a:t>
            </a:r>
          </a:p>
          <a:p xmlns:a="http://schemas.openxmlformats.org/drawingml/2006/main">
            <a:r>
              <a:t/>
            </a:r>
          </a:p>
          <a:p xmlns:a="http://schemas.openxmlformats.org/drawingml/2006/main">
            <a:r>
              <a:t>Sources and boundaries: docs/competition-positioning.md; docs/WHITEPAPER.md. This is the product problem for Solana AI developers, not a market-size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0:29-0:43</a:t>
            </a:r>
          </a:p>
          <a:p xmlns:a="http://schemas.openxmlformats.org/drawingml/2006/main">
            <a:r>
              <a:t/>
            </a:r>
          </a:p>
          <a:p xmlns:a="http://schemas.openxmlformats.org/drawingml/2006/main">
            <a:r>
              <a:t>Aperture puts model inference, Python jobs and recoverable data workflows behind one gateway and one owner-approved task record.</a:t>
            </a:r>
          </a:p>
          <a:p xmlns:a="http://schemas.openxmlformats.org/drawingml/2006/main">
            <a:r>
              <a:t/>
            </a:r>
          </a:p>
          <a:p xmlns:a="http://schemas.openxmlformats.org/drawingml/2006/main">
            <a:r>
              <a:t>Sources and boundaries: README.md; docs/inference.md; docs/worker-market.md. Model offers are operator-configured; the current worker market is authenticated CPU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0:43-0:58</a:t>
            </a:r>
          </a:p>
          <a:p xmlns:a="http://schemas.openxmlformats.org/drawingml/2006/main">
            <a:r>
              <a:t/>
            </a:r>
          </a:p>
          <a:p xmlns:a="http://schemas.openxmlformats.org/drawingml/2006/main">
            <a:r>
              <a:t>Before dispatch, the owner signs the route, input hashes, spending cap and runtime. Agents connect through Python SDK or MCP. The journal resumes accepted work after interruption.</a:t>
            </a:r>
          </a:p>
          <a:p xmlns:a="http://schemas.openxmlformats.org/drawingml/2006/main">
            <a:r>
              <a:t/>
            </a:r>
          </a:p>
          <a:p xmlns:a="http://schemas.openxmlformats.org/drawingml/2006/main">
            <a:r>
              <a:t>Sources and boundaries: README.md; docs/agent-workflows.md; docs/python-agent-sdk.md; docs/mcp-agent.md. The quote is task-specific; recovery covers accepted workflow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0:58-1:13</a:t>
            </a:r>
          </a:p>
          <a:p xmlns:a="http://schemas.openxmlformats.org/drawingml/2006/main">
            <a:r>
              <a:t/>
            </a:r>
          </a:p>
          <a:p xmlns:a="http://schemas.openxmlformats.org/drawingml/2006/main">
            <a:r>
              <a:t>This reunites the original AI Sentinel and compute gateway. Sentinel can review the exact Python source and link its signed receipt to the compute manifest. A separate owner signature still authorizes execution.</a:t>
            </a:r>
          </a:p>
          <a:p xmlns:a="http://schemas.openxmlformats.org/drawingml/2006/main">
            <a:r>
              <a:t/>
            </a:r>
          </a:p>
          <a:p xmlns:a="http://schemas.openxmlformats.org/drawingml/2006/main">
            <a:r>
              <a:t>Sources and boundaries: docs/historical-integration.md; docs/inference.md; README.md. Linkage is verified with API regressions and an HTTP fixture, not a live Gemini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1:13-1:29</a:t>
            </a:r>
          </a:p>
          <a:p xmlns:a="http://schemas.openxmlformats.org/drawingml/2006/main">
            <a:r>
              <a:t/>
            </a:r>
          </a:p>
          <a:p xmlns:a="http://schemas.openxmlformats.org/drawingml/2006/main">
            <a:r>
              <a:t>Solana provides the task settlement path: funded channel, cost cap, deadline, worker pinned at start, persistent receipt. Updated source sends the full confirmed charge to that worker. The current preview is OFF_CHAIN, with no SOL; redeployment and live payout verification remain.</a:t>
            </a:r>
          </a:p>
          <a:p xmlns:a="http://schemas.openxmlformats.org/drawingml/2006/main">
            <a:r>
              <a:t/>
            </a:r>
          </a:p>
          <a:p xmlns:a="http://schemas.openxmlformats.org/drawingml/2006/main">
            <a:r>
              <a:t>Sources and boundaries: docs/protocol-v2.md; programs/src/lib.rs; README.md. Full worker routing is source-defined and has not been redeployed or independently verified with a live payout.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1:29-1:45</a:t>
            </a:r>
          </a:p>
          <a:p xmlns:a="http://schemas.openxmlformats.org/drawingml/2006/main">
            <a:r>
              <a:t/>
            </a:r>
          </a:p>
          <a:p xmlns:a="http://schemas.openxmlformats.org/drawingml/2006/main">
            <a:r>
              <a:t>Our local check processed seventeen thousand synthetic rows. After interruption, five tasks completed with no duplicates, and three outputs matched direct Python byte for byte. It used trusted host CPU, without Docker isolation or payment.</a:t>
            </a:r>
          </a:p>
          <a:p xmlns:a="http://schemas.openxmlformats.org/drawingml/2006/main">
            <a:r>
              <a:t/>
            </a:r>
          </a:p>
          <a:p xmlns:a="http://schemas.openxmlformats.org/drawingml/2006/main">
            <a:r>
              <a:t>Sources and boundaries: docs/mvp-evidence.md; docs/presentation-evidence.json. This is a local synthetic workflow run, not a remote provider, secure-container, payment or speed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1:45-2:00</a:t>
            </a:r>
          </a:p>
          <a:p xmlns:a="http://schemas.openxmlformats.org/drawingml/2006/main">
            <a:r>
              <a:t/>
            </a:r>
          </a:p>
          <a:p xmlns:a="http://schemas.openxmlformats.org/drawingml/2006/main">
            <a:r>
              <a:t>Aperture's MVP joins inference, agent permissions and compute. Next we verify live provider and settlement paths, then onboard independent workers. We are seeking pilot teams and compute operators.</a:t>
            </a:r>
          </a:p>
          <a:p xmlns:a="http://schemas.openxmlformats.org/drawingml/2006/main">
            <a:r>
              <a:t/>
            </a:r>
          </a:p>
          <a:p xmlns:a="http://schemas.openxmlformats.org/drawingml/2006/main">
            <a:r>
              <a:t>Sources and boundaries: README.md; docs/historical-integration.md; docs/competition-positioning.md. Provider discovery remains operator-managed; isolation and independent onboarding are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f7314705d34c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2661febe5c4d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fbba69587d4d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7e1cba685f4e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6112a53fec47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60c337760d47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737203-D8B5-4C46-94A5-BC47D7F7AE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E6E674-62E0-468C-88BF-0AE0C97A7A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CAA8BE-EC74-4317-A66A-BD9B977E8F7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FB5605-315D-42DF-B6E4-1516C2F66F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DE308D-BAF7-4C5D-A82A-DB73769FD1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D8D1247-2E0A-42CF-89AD-4512BD443F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2F0F88-BEE8-42A2-A453-ACF4026B03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76BA9F-67D7-4AC8-A70D-084F9F9331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202AC1-803D-4E3A-96B3-DC6BF890A8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562853-444A-44CF-8F2C-20C797F7CA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b22ba6f2724944" /><Relationship Type="http://schemas.openxmlformats.org/officeDocument/2006/relationships/slideLayout" Target="/ppt/slideLayouts/slideLayout1.xml" Id="Rcad6a9746d4945e3" /><Relationship Type="http://schemas.openxmlformats.org/officeDocument/2006/relationships/slideLayout" Target="/ppt/slideLayouts/slideLayout2.xml" Id="R922b7ae902f14dee" /><Relationship Type="http://schemas.openxmlformats.org/officeDocument/2006/relationships/slideLayout" Target="/ppt/slideLayouts/slideLayout3.xml" Id="R28d21b823c2e469f" /><Relationship Type="http://schemas.openxmlformats.org/officeDocument/2006/relationships/slideLayout" Target="/ppt/slideLayouts/slideLayout4.xml" Id="Ref981c9aefc64d3a" /><Relationship Type="http://schemas.openxmlformats.org/officeDocument/2006/relationships/slideLayout" Target="/ppt/slideLayouts/slideLayout5.xml" Id="R2b3035ab8164483c" /><Relationship Type="http://schemas.openxmlformats.org/officeDocument/2006/relationships/slideLayout" Target="/ppt/slideLayouts/slideLayout6.xml" Id="R8b601162e7fe44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d6a9746d4945e3"/>
    <p:sldLayoutId xmlns:r="http://schemas.openxmlformats.org/officeDocument/2006/relationships" id="2147483650" r:id="R922b7ae902f14dee"/>
    <p:sldLayoutId xmlns:r="http://schemas.openxmlformats.org/officeDocument/2006/relationships" id="2147483651" r:id="R28d21b823c2e469f"/>
    <p:sldLayoutId xmlns:r="http://schemas.openxmlformats.org/officeDocument/2006/relationships" id="2147483652" r:id="Ref981c9aefc64d3a"/>
    <p:sldLayoutId xmlns:r="http://schemas.openxmlformats.org/officeDocument/2006/relationships" id="2147483653" r:id="R2b3035ab8164483c"/>
    <p:sldLayoutId xmlns:r="http://schemas.openxmlformats.org/officeDocument/2006/relationships" id="2147483654" r:id="R8b601162e7fe44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e6eeda5c914a9d" /><Relationship Type="http://schemas.openxmlformats.org/officeDocument/2006/relationships/image" Target="/ppt/media/image.png" Id="R0482e3d208864dd9" /><Relationship Type="http://schemas.openxmlformats.org/officeDocument/2006/relationships/image" Target="/ppt/media/image2.png" Id="R5db302bfdc6c4a15" /><Relationship Type="http://schemas.openxmlformats.org/officeDocument/2006/relationships/notesSlide" Target="/ppt/notesSlides/notesSlide1.xml" Id="R3167780765244a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f1d3fa49e94cf2" /><Relationship Type="http://schemas.openxmlformats.org/officeDocument/2006/relationships/image" Target="/ppt/media/image3.png" Id="Rda580e90871645c1" /><Relationship Type="http://schemas.openxmlformats.org/officeDocument/2006/relationships/notesSlide" Target="/ppt/notesSlides/notesSlide2.xml" Id="R855090ad01a14f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b33f943190436b" /><Relationship Type="http://schemas.openxmlformats.org/officeDocument/2006/relationships/image" Target="/ppt/media/image4.png" Id="Ra0d0199cece54156" /><Relationship Type="http://schemas.openxmlformats.org/officeDocument/2006/relationships/image" Target="/ppt/media/image5.png" Id="Rb3d3fd6e71fd4b28" /><Relationship Type="http://schemas.openxmlformats.org/officeDocument/2006/relationships/notesSlide" Target="/ppt/notesSlides/notesSlide3.xml" Id="R4dafb803fc3247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96b4b0e5754ba4" /><Relationship Type="http://schemas.openxmlformats.org/officeDocument/2006/relationships/image" Target="/ppt/media/image6.png" Id="Rf53bb1cc8c7e4012" /><Relationship Type="http://schemas.openxmlformats.org/officeDocument/2006/relationships/notesSlide" Target="/ppt/notesSlides/notesSlide4.xml" Id="Re1e127ae86d74c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60645524b24d43" /><Relationship Type="http://schemas.openxmlformats.org/officeDocument/2006/relationships/image" Target="/ppt/media/image7.png" Id="R214a399b3bc24413" /><Relationship Type="http://schemas.openxmlformats.org/officeDocument/2006/relationships/notesSlide" Target="/ppt/notesSlides/notesSlide5.xml" Id="Rd351354176bb41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aaab89331f414f" /><Relationship Type="http://schemas.openxmlformats.org/officeDocument/2006/relationships/image" Target="/ppt/media/image8.png" Id="R4d217accd3894442" /><Relationship Type="http://schemas.openxmlformats.org/officeDocument/2006/relationships/notesSlide" Target="/ppt/notesSlides/notesSlide6.xml" Id="R0e46532e02144d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8caf9fc2294eae" /><Relationship Type="http://schemas.openxmlformats.org/officeDocument/2006/relationships/image" Target="/ppt/media/image9.png" Id="R3cf6f5133a0b49c4" /><Relationship Type="http://schemas.openxmlformats.org/officeDocument/2006/relationships/notesSlide" Target="/ppt/notesSlides/notesSlide7.xml" Id="R99177985f07c42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40c76544bc4700" /><Relationship Type="http://schemas.openxmlformats.org/officeDocument/2006/relationships/image" Target="/ppt/media/image10.png" Id="R87c6a64218f4483c" /><Relationship Type="http://schemas.openxmlformats.org/officeDocument/2006/relationships/image" Target="/ppt/media/image11.png" Id="Re055a30951ea42f3" /><Relationship Type="http://schemas.openxmlformats.org/officeDocument/2006/relationships/notesSlide" Target="/ppt/notesSlides/notesSlide8.xml" Id="R748a79903b854fd9" /></Relationships>
</file>

<file path=ppt/slides/slide1.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4B0262A-AE4B-43C4-8C44-EB775C6BF15B}"/>
              </a:ext>
            </a:extLst>
          </p:cNvPr>
          <p:cNvPicPr>
            <a:picLocks xmlns:a="http://schemas.openxmlformats.org/drawingml/2006/main" noChangeAspect="1"/>
          </p:cNvPicPr>
          <p:nvPr/>
        </p:nvPicPr>
        <p:blipFill>
          <a:blip xmlns:r="http://schemas.openxmlformats.org/officeDocument/2006/relationships" xmlns:a="http://schemas.openxmlformats.org/drawingml/2006/main" r:embed="R0482e3d208864dd9"/>
          <a:stretch xmlns:a="http://schemas.openxmlformats.org/drawingml/2006/main"/>
        </p:blipFill>
        <p:spPr>
          <a:xfrm xmlns:a="http://schemas.openxmlformats.org/drawingml/2006/main">
            <a:off x="781050" y="666750"/>
            <a:ext cx="628650" cy="628650"/>
          </a:xfrm>
          <a:prstGeom xmlns:a="http://schemas.openxmlformats.org/drawingml/2006/main" prst="rect">
            <a:avLst/>
          </a:prstGeom>
        </p:spPr>
      </p:pic>
      <p:sp>
        <p:nvSpPr>
          <p:cNvPr id="2" name="cover-kicker">
            <a:extLst xmlns:a="http://schemas.openxmlformats.org/drawingml/2006/main">
              <a:ext uri="{FF2B5EF4-FFF2-40B4-BE49-F238E27FC236}">
                <a16:creationId xmlns:a16="http://schemas.microsoft.com/office/drawing/2014/main" id="{D4B2B6A3-F508-4A65-976F-95262E118B9E}"/>
              </a:ext>
            </a:extLst>
          </p:cNvPr>
          <p:cNvSpPr>
            <a:spLocks xmlns:a="http://schemas.openxmlformats.org/drawingml/2006/main" noGrp="1"/>
          </p:cNvSpPr>
          <p:nvPr/>
        </p:nvSpPr>
        <p:spPr>
          <a:xfrm xmlns:a="http://schemas.openxmlformats.org/drawingml/2006/main">
            <a:off x="1562100" y="7810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C8B2FF"/>
                </a:solidFill>
                <a:latin typeface="Arial"/>
                <a:ea typeface="Arial"/>
                <a:cs typeface="Arial"/>
              </a:defRPr>
            </a:defPPr>
            <a:lvl1pPr algn="l">
              <a:defRPr sz="1275" b="1">
                <a:solidFill>
                  <a:srgbClr val="C8B2FF"/>
                </a:solidFill>
                <a:latin typeface="Arial"/>
                <a:ea typeface="Arial"/>
                <a:cs typeface="Arial"/>
              </a:defRPr>
            </a:lvl1pPr>
            <a:lvl2pPr algn="l">
              <a:defRPr sz="1275" b="1">
                <a:solidFill>
                  <a:srgbClr val="C8B2FF"/>
                </a:solidFill>
                <a:latin typeface="Arial"/>
                <a:ea typeface="Arial"/>
                <a:cs typeface="Arial"/>
              </a:defRPr>
            </a:lvl2pPr>
            <a:lvl3pPr algn="l">
              <a:defRPr sz="1275" b="1">
                <a:solidFill>
                  <a:srgbClr val="C8B2FF"/>
                </a:solidFill>
                <a:latin typeface="Arial"/>
                <a:ea typeface="Arial"/>
                <a:cs typeface="Arial"/>
              </a:defRPr>
            </a:lvl3pPr>
            <a:lvl4pPr algn="l">
              <a:defRPr sz="1275" b="1">
                <a:solidFill>
                  <a:srgbClr val="C8B2FF"/>
                </a:solidFill>
                <a:latin typeface="Arial"/>
                <a:ea typeface="Arial"/>
                <a:cs typeface="Arial"/>
              </a:defRPr>
            </a:lvl4pPr>
            <a:lvl5pPr algn="l">
              <a:defRPr sz="1275" b="1">
                <a:solidFill>
                  <a:srgbClr val="C8B2FF"/>
                </a:solidFill>
                <a:latin typeface="Arial"/>
                <a:ea typeface="Arial"/>
                <a:cs typeface="Arial"/>
              </a:defRPr>
            </a:lvl5pPr>
            <a:lvl6pPr algn="l">
              <a:defRPr sz="1275" b="1">
                <a:solidFill>
                  <a:srgbClr val="C8B2FF"/>
                </a:solidFill>
                <a:latin typeface="Arial"/>
                <a:ea typeface="Arial"/>
                <a:cs typeface="Arial"/>
              </a:defRPr>
            </a:lvl6pPr>
            <a:lvl7pPr algn="l">
              <a:defRPr sz="1275" b="1">
                <a:solidFill>
                  <a:srgbClr val="C8B2FF"/>
                </a:solidFill>
                <a:latin typeface="Arial"/>
                <a:ea typeface="Arial"/>
                <a:cs typeface="Arial"/>
              </a:defRPr>
            </a:lvl7pPr>
            <a:lvl8pPr algn="l">
              <a:defRPr sz="1275" b="1">
                <a:solidFill>
                  <a:srgbClr val="C8B2FF"/>
                </a:solidFill>
                <a:latin typeface="Arial"/>
                <a:ea typeface="Arial"/>
                <a:cs typeface="Arial"/>
              </a:defRPr>
            </a:lvl8pPr>
            <a:lvl9pPr algn="l">
              <a:defRPr sz="1275" b="1">
                <a:solidFill>
                  <a:srgbClr val="C8B2FF"/>
                </a:solidFill>
                <a:latin typeface="Arial"/>
                <a:ea typeface="Arial"/>
                <a:cs typeface="Arial"/>
              </a:defRPr>
            </a:lvl9pPr>
          </a:lstStyle>
          <a:p xmlns:a="http://schemas.openxmlformats.org/drawingml/2006/main">
            <a:pPr algn="l">
              <a:defRPr sz="1275" b="1">
                <a:solidFill>
                  <a:srgbClr val="C8B2FF"/>
                </a:solidFill>
                <a:latin typeface="Arial"/>
                <a:ea typeface="Arial"/>
                <a:cs typeface="Arial"/>
              </a:defRPr>
            </a:pPr>
            <a:r>
              <a:rPr sz="1275" b="1">
                <a:solidFill>
                  <a:srgbClr val="C8B2FF"/>
                </a:solidFill>
                <a:latin typeface="Arial"/>
                <a:ea typeface="Arial"/>
                <a:cs typeface="Arial"/>
              </a:rPr>
              <a:t>APERTURE  /  SOLANA AI GATEWAY</a:t>
            </a:r>
          </a:p>
        </p:txBody>
      </p:sp>
      <p:sp>
        <p:nvSpPr>
          <p:cNvPr id="3" name="cover-title">
            <a:extLst xmlns:a="http://schemas.openxmlformats.org/drawingml/2006/main">
              <a:ext uri="{FF2B5EF4-FFF2-40B4-BE49-F238E27FC236}">
                <a16:creationId xmlns:a16="http://schemas.microsoft.com/office/drawing/2014/main" id="{12B93B77-742C-4E1D-B0AB-29510B481115}"/>
              </a:ext>
            </a:extLst>
          </p:cNvPr>
          <p:cNvSpPr>
            <a:spLocks xmlns:a="http://schemas.openxmlformats.org/drawingml/2006/main" noGrp="1"/>
          </p:cNvSpPr>
          <p:nvPr/>
        </p:nvSpPr>
        <p:spPr>
          <a:xfrm xmlns:a="http://schemas.openxmlformats.org/drawingml/2006/main">
            <a:off x="781050" y="2028825"/>
            <a:ext cx="72390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025" b="1">
                <a:solidFill>
                  <a:srgbClr val="F7F5FA"/>
                </a:solidFill>
                <a:latin typeface="Arial"/>
                <a:ea typeface="Arial"/>
                <a:cs typeface="Arial"/>
              </a:defRPr>
            </a:defPPr>
            <a:lvl1pPr algn="l">
              <a:defRPr sz="5025" b="1">
                <a:solidFill>
                  <a:srgbClr val="F7F5FA"/>
                </a:solidFill>
                <a:latin typeface="Arial"/>
                <a:ea typeface="Arial"/>
                <a:cs typeface="Arial"/>
              </a:defRPr>
            </a:lvl1pPr>
            <a:lvl2pPr algn="l">
              <a:defRPr sz="5025" b="1">
                <a:solidFill>
                  <a:srgbClr val="F7F5FA"/>
                </a:solidFill>
                <a:latin typeface="Arial"/>
                <a:ea typeface="Arial"/>
                <a:cs typeface="Arial"/>
              </a:defRPr>
            </a:lvl2pPr>
            <a:lvl3pPr algn="l">
              <a:defRPr sz="5025" b="1">
                <a:solidFill>
                  <a:srgbClr val="F7F5FA"/>
                </a:solidFill>
                <a:latin typeface="Arial"/>
                <a:ea typeface="Arial"/>
                <a:cs typeface="Arial"/>
              </a:defRPr>
            </a:lvl3pPr>
            <a:lvl4pPr algn="l">
              <a:defRPr sz="5025" b="1">
                <a:solidFill>
                  <a:srgbClr val="F7F5FA"/>
                </a:solidFill>
                <a:latin typeface="Arial"/>
                <a:ea typeface="Arial"/>
                <a:cs typeface="Arial"/>
              </a:defRPr>
            </a:lvl4pPr>
            <a:lvl5pPr algn="l">
              <a:defRPr sz="5025" b="1">
                <a:solidFill>
                  <a:srgbClr val="F7F5FA"/>
                </a:solidFill>
                <a:latin typeface="Arial"/>
                <a:ea typeface="Arial"/>
                <a:cs typeface="Arial"/>
              </a:defRPr>
            </a:lvl5pPr>
            <a:lvl6pPr algn="l">
              <a:defRPr sz="5025" b="1">
                <a:solidFill>
                  <a:srgbClr val="F7F5FA"/>
                </a:solidFill>
                <a:latin typeface="Arial"/>
                <a:ea typeface="Arial"/>
                <a:cs typeface="Arial"/>
              </a:defRPr>
            </a:lvl6pPr>
            <a:lvl7pPr algn="l">
              <a:defRPr sz="5025" b="1">
                <a:solidFill>
                  <a:srgbClr val="F7F5FA"/>
                </a:solidFill>
                <a:latin typeface="Arial"/>
                <a:ea typeface="Arial"/>
                <a:cs typeface="Arial"/>
              </a:defRPr>
            </a:lvl7pPr>
            <a:lvl8pPr algn="l">
              <a:defRPr sz="5025" b="1">
                <a:solidFill>
                  <a:srgbClr val="F7F5FA"/>
                </a:solidFill>
                <a:latin typeface="Arial"/>
                <a:ea typeface="Arial"/>
                <a:cs typeface="Arial"/>
              </a:defRPr>
            </a:lvl8pPr>
            <a:lvl9pPr algn="l">
              <a:defRPr sz="5025" b="1">
                <a:solidFill>
                  <a:srgbClr val="F7F5FA"/>
                </a:solidFill>
                <a:latin typeface="Arial"/>
                <a:ea typeface="Arial"/>
                <a:cs typeface="Arial"/>
              </a:defRPr>
            </a:lvl9pPr>
          </a:lstStyle>
          <a:p xmlns:a="http://schemas.openxmlformats.org/drawingml/2006/main">
            <a:pPr algn="l">
              <a:lnSpc>
                <a:spcPct val="95000"/>
              </a:lnSpc>
              <a:buNone/>
              <a:defRPr sz="5025" b="1">
                <a:solidFill>
                  <a:srgbClr val="F7F5FA"/>
                </a:solidFill>
                <a:latin typeface="Arial"/>
                <a:ea typeface="Arial"/>
                <a:cs typeface="Arial"/>
              </a:defRPr>
            </a:pPr>
            <a:r>
              <a:rPr sz="5025" b="1">
                <a:solidFill>
                  <a:srgbClr val="F7F5FA"/>
                </a:solidFill>
                <a:latin typeface="Arial"/>
                <a:ea typeface="Arial"/>
                <a:cs typeface="Arial"/>
              </a:rPr>
              <a:t>Bound AI work,</a:t>
            </a:r>
          </a:p>
          <a:p xmlns:a="http://schemas.openxmlformats.org/drawingml/2006/main">
            <a:pPr algn="l">
              <a:lnSpc>
                <a:spcPct val="95000"/>
              </a:lnSpc>
              <a:buNone/>
              <a:defRPr sz="5025" b="1">
                <a:solidFill>
                  <a:srgbClr val="F7F5FA"/>
                </a:solidFill>
                <a:latin typeface="Arial"/>
                <a:ea typeface="Arial"/>
                <a:cs typeface="Arial"/>
              </a:defRPr>
            </a:pPr>
            <a:r>
              <a:rPr sz="5025" b="1">
                <a:solidFill>
                  <a:srgbClr val="F7F5FA"/>
                </a:solidFill>
                <a:latin typeface="Arial"/>
                <a:ea typeface="Arial"/>
                <a:cs typeface="Arial"/>
              </a:rPr>
              <a:t>from model to worker</a:t>
            </a:r>
          </a:p>
        </p:txBody>
      </p:sp>
      <p:sp>
        <p:nvSpPr>
          <p:cNvPr id="4" name="cover-description">
            <a:extLst xmlns:a="http://schemas.openxmlformats.org/drawingml/2006/main">
              <a:ext uri="{FF2B5EF4-FFF2-40B4-BE49-F238E27FC236}">
                <a16:creationId xmlns:a16="http://schemas.microsoft.com/office/drawing/2014/main" id="{DAECDE80-EF90-4FED-865A-15F254DA2366}"/>
              </a:ext>
            </a:extLst>
          </p:cNvPr>
          <p:cNvSpPr>
            <a:spLocks xmlns:a="http://schemas.openxmlformats.org/drawingml/2006/main" noGrp="1"/>
          </p:cNvSpPr>
          <p:nvPr/>
        </p:nvSpPr>
        <p:spPr>
          <a:xfrm xmlns:a="http://schemas.openxmlformats.org/drawingml/2006/main">
            <a:off x="819150" y="4114800"/>
            <a:ext cx="666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AAA5B4"/>
                </a:solidFill>
                <a:latin typeface="Arial"/>
                <a:ea typeface="Arial"/>
                <a:cs typeface="Arial"/>
              </a:defRPr>
            </a:defPPr>
            <a:lvl1pPr algn="l">
              <a:defRPr sz="2025" b="0">
                <a:solidFill>
                  <a:srgbClr val="AAA5B4"/>
                </a:solidFill>
                <a:latin typeface="Arial"/>
                <a:ea typeface="Arial"/>
                <a:cs typeface="Arial"/>
              </a:defRPr>
            </a:lvl1pPr>
            <a:lvl2pPr algn="l">
              <a:defRPr sz="2025" b="0">
                <a:solidFill>
                  <a:srgbClr val="AAA5B4"/>
                </a:solidFill>
                <a:latin typeface="Arial"/>
                <a:ea typeface="Arial"/>
                <a:cs typeface="Arial"/>
              </a:defRPr>
            </a:lvl2pPr>
            <a:lvl3pPr algn="l">
              <a:defRPr sz="2025" b="0">
                <a:solidFill>
                  <a:srgbClr val="AAA5B4"/>
                </a:solidFill>
                <a:latin typeface="Arial"/>
                <a:ea typeface="Arial"/>
                <a:cs typeface="Arial"/>
              </a:defRPr>
            </a:lvl3pPr>
            <a:lvl4pPr algn="l">
              <a:defRPr sz="2025" b="0">
                <a:solidFill>
                  <a:srgbClr val="AAA5B4"/>
                </a:solidFill>
                <a:latin typeface="Arial"/>
                <a:ea typeface="Arial"/>
                <a:cs typeface="Arial"/>
              </a:defRPr>
            </a:lvl4pPr>
            <a:lvl5pPr algn="l">
              <a:defRPr sz="2025" b="0">
                <a:solidFill>
                  <a:srgbClr val="AAA5B4"/>
                </a:solidFill>
                <a:latin typeface="Arial"/>
                <a:ea typeface="Arial"/>
                <a:cs typeface="Arial"/>
              </a:defRPr>
            </a:lvl5pPr>
            <a:lvl6pPr algn="l">
              <a:defRPr sz="2025" b="0">
                <a:solidFill>
                  <a:srgbClr val="AAA5B4"/>
                </a:solidFill>
                <a:latin typeface="Arial"/>
                <a:ea typeface="Arial"/>
                <a:cs typeface="Arial"/>
              </a:defRPr>
            </a:lvl6pPr>
            <a:lvl7pPr algn="l">
              <a:defRPr sz="2025" b="0">
                <a:solidFill>
                  <a:srgbClr val="AAA5B4"/>
                </a:solidFill>
                <a:latin typeface="Arial"/>
                <a:ea typeface="Arial"/>
                <a:cs typeface="Arial"/>
              </a:defRPr>
            </a:lvl7pPr>
            <a:lvl8pPr algn="l">
              <a:defRPr sz="2025" b="0">
                <a:solidFill>
                  <a:srgbClr val="AAA5B4"/>
                </a:solidFill>
                <a:latin typeface="Arial"/>
                <a:ea typeface="Arial"/>
                <a:cs typeface="Arial"/>
              </a:defRPr>
            </a:lvl8pPr>
            <a:lvl9pPr algn="l">
              <a:defRPr sz="2025" b="0">
                <a:solidFill>
                  <a:srgbClr val="AAA5B4"/>
                </a:solidFill>
                <a:latin typeface="Arial"/>
                <a:ea typeface="Arial"/>
                <a:cs typeface="Arial"/>
              </a:defRPr>
            </a:lvl9pPr>
          </a:lstStyle>
          <a:p xmlns:a="http://schemas.openxmlformats.org/drawingml/2006/main">
            <a:pPr algn="l">
              <a:defRPr sz="2025" b="0">
                <a:solidFill>
                  <a:srgbClr val="AAA5B4"/>
                </a:solidFill>
                <a:latin typeface="Arial"/>
                <a:ea typeface="Arial"/>
                <a:cs typeface="Arial"/>
              </a:defRPr>
            </a:pPr>
            <a:r>
              <a:rPr sz="2025" b="0">
                <a:solidFill>
                  <a:srgbClr val="AAA5B4"/>
                </a:solidFill>
                <a:latin typeface="Arial"/>
                <a:ea typeface="Arial"/>
                <a:cs typeface="Arial"/>
              </a:rPr>
              <a:t>One owner-controlled gateway for model inference, Python compute and data workflows.</a:t>
            </a:r>
          </a:p>
        </p:txBody>
      </p:sp>
      <p:sp>
        <p:nvSpPr>
          <p:cNvPr id="5" name="cover-position">
            <a:extLst xmlns:a="http://schemas.openxmlformats.org/drawingml/2006/main">
              <a:ext uri="{FF2B5EF4-FFF2-40B4-BE49-F238E27FC236}">
                <a16:creationId xmlns:a16="http://schemas.microsoft.com/office/drawing/2014/main" id="{E2559EE6-1912-4A79-ADAB-57B398FA8ACE}"/>
              </a:ext>
            </a:extLst>
          </p:cNvPr>
          <p:cNvSpPr>
            <a:spLocks xmlns:a="http://schemas.openxmlformats.org/drawingml/2006/main" noGrp="1"/>
          </p:cNvSpPr>
          <p:nvPr/>
        </p:nvSpPr>
        <p:spPr>
          <a:xfrm xmlns:a="http://schemas.openxmlformats.org/drawingml/2006/main">
            <a:off x="819150" y="5581650"/>
            <a:ext cx="771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97282"/>
                </a:solidFill>
                <a:latin typeface="Arial"/>
                <a:ea typeface="Arial"/>
                <a:cs typeface="Arial"/>
              </a:defRPr>
            </a:defPPr>
            <a:lvl1pPr algn="l">
              <a:defRPr sz="1125" b="1">
                <a:solidFill>
                  <a:srgbClr val="797282"/>
                </a:solidFill>
                <a:latin typeface="Arial"/>
                <a:ea typeface="Arial"/>
                <a:cs typeface="Arial"/>
              </a:defRPr>
            </a:lvl1pPr>
            <a:lvl2pPr algn="l">
              <a:defRPr sz="1125" b="1">
                <a:solidFill>
                  <a:srgbClr val="797282"/>
                </a:solidFill>
                <a:latin typeface="Arial"/>
                <a:ea typeface="Arial"/>
                <a:cs typeface="Arial"/>
              </a:defRPr>
            </a:lvl2pPr>
            <a:lvl3pPr algn="l">
              <a:defRPr sz="1125" b="1">
                <a:solidFill>
                  <a:srgbClr val="797282"/>
                </a:solidFill>
                <a:latin typeface="Arial"/>
                <a:ea typeface="Arial"/>
                <a:cs typeface="Arial"/>
              </a:defRPr>
            </a:lvl3pPr>
            <a:lvl4pPr algn="l">
              <a:defRPr sz="1125" b="1">
                <a:solidFill>
                  <a:srgbClr val="797282"/>
                </a:solidFill>
                <a:latin typeface="Arial"/>
                <a:ea typeface="Arial"/>
                <a:cs typeface="Arial"/>
              </a:defRPr>
            </a:lvl4pPr>
            <a:lvl5pPr algn="l">
              <a:defRPr sz="1125" b="1">
                <a:solidFill>
                  <a:srgbClr val="797282"/>
                </a:solidFill>
                <a:latin typeface="Arial"/>
                <a:ea typeface="Arial"/>
                <a:cs typeface="Arial"/>
              </a:defRPr>
            </a:lvl5pPr>
            <a:lvl6pPr algn="l">
              <a:defRPr sz="1125" b="1">
                <a:solidFill>
                  <a:srgbClr val="797282"/>
                </a:solidFill>
                <a:latin typeface="Arial"/>
                <a:ea typeface="Arial"/>
                <a:cs typeface="Arial"/>
              </a:defRPr>
            </a:lvl6pPr>
            <a:lvl7pPr algn="l">
              <a:defRPr sz="1125" b="1">
                <a:solidFill>
                  <a:srgbClr val="797282"/>
                </a:solidFill>
                <a:latin typeface="Arial"/>
                <a:ea typeface="Arial"/>
                <a:cs typeface="Arial"/>
              </a:defRPr>
            </a:lvl7pPr>
            <a:lvl8pPr algn="l">
              <a:defRPr sz="1125" b="1">
                <a:solidFill>
                  <a:srgbClr val="797282"/>
                </a:solidFill>
                <a:latin typeface="Arial"/>
                <a:ea typeface="Arial"/>
                <a:cs typeface="Arial"/>
              </a:defRPr>
            </a:lvl8pPr>
            <a:lvl9pPr algn="l">
              <a:defRPr sz="1125" b="1">
                <a:solidFill>
                  <a:srgbClr val="797282"/>
                </a:solidFill>
                <a:latin typeface="Arial"/>
                <a:ea typeface="Arial"/>
                <a:cs typeface="Arial"/>
              </a:defRPr>
            </a:lvl9pPr>
          </a:lstStyle>
          <a:p xmlns:a="http://schemas.openxmlformats.org/drawingml/2006/main">
            <a:pPr algn="l">
              <a:defRPr sz="1125" b="1">
                <a:solidFill>
                  <a:srgbClr val="797282"/>
                </a:solidFill>
                <a:latin typeface="Arial"/>
                <a:ea typeface="Arial"/>
                <a:cs typeface="Arial"/>
              </a:defRPr>
            </a:pPr>
            <a:r>
              <a:rPr sz="1125" b="1">
                <a:solidFill>
                  <a:srgbClr val="797282"/>
                </a:solidFill>
                <a:latin typeface="Arial"/>
                <a:ea typeface="Arial"/>
                <a:cs typeface="Arial"/>
              </a:rPr>
              <a:t>OWNER-SET LIMITS     RECOVERABLE TASKS     SOLANA SETTLEMENT PATH</a:t>
            </a:r>
          </a:p>
        </p:txBody>
      </p:sp>
      <p:pic>
        <p:nvPicPr>
          <p:cNvPr id="6" name="">
            <a:extLst xmlns:a="http://schemas.openxmlformats.org/drawingml/2006/main">
              <a:ext uri="{FF2B5EF4-FFF2-40B4-BE49-F238E27FC236}">
                <a16:creationId xmlns:a16="http://schemas.microsoft.com/office/drawing/2014/main" id="{AC1F5B34-F0E8-4A6B-B593-68436A571CC4}"/>
              </a:ext>
            </a:extLst>
          </p:cNvPr>
          <p:cNvPicPr>
            <a:picLocks xmlns:a="http://schemas.openxmlformats.org/drawingml/2006/main" noChangeAspect="1"/>
          </p:cNvPicPr>
          <p:nvPr/>
        </p:nvPicPr>
        <p:blipFill>
          <a:blip xmlns:r="http://schemas.openxmlformats.org/officeDocument/2006/relationships" xmlns:a="http://schemas.openxmlformats.org/drawingml/2006/main" r:embed="R5db302bfdc6c4a15"/>
          <a:stretch xmlns:a="http://schemas.openxmlformats.org/drawingml/2006/main"/>
        </p:blipFill>
        <p:spPr>
          <a:xfrm xmlns:a="http://schemas.openxmlformats.org/drawingml/2006/main">
            <a:off x="8477250" y="2057400"/>
            <a:ext cx="2571750" cy="2571750"/>
          </a:xfrm>
          <a:prstGeom xmlns:a="http://schemas.openxmlformats.org/drawingml/2006/main" prst="rect">
            <a:avLst/>
          </a:prstGeom>
        </p:spPr>
      </p:pic>
      <p:sp>
        <p:nvSpPr>
          <p:cNvPr id="7" name="cover-stage">
            <a:extLst xmlns:a="http://schemas.openxmlformats.org/drawingml/2006/main">
              <a:ext uri="{FF2B5EF4-FFF2-40B4-BE49-F238E27FC236}">
                <a16:creationId xmlns:a16="http://schemas.microsoft.com/office/drawing/2014/main" id="{8DAEAA49-5384-419C-9131-8D4B1746D777}"/>
              </a:ext>
            </a:extLst>
          </p:cNvPr>
          <p:cNvSpPr>
            <a:spLocks xmlns:a="http://schemas.openxmlformats.org/drawingml/2006/main" noGrp="1"/>
          </p:cNvSpPr>
          <p:nvPr/>
        </p:nvSpPr>
        <p:spPr>
          <a:xfrm xmlns:a="http://schemas.openxmlformats.org/drawingml/2006/main">
            <a:off x="9810750" y="5867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797282"/>
                </a:solidFill>
                <a:latin typeface="Arial"/>
                <a:ea typeface="Arial"/>
                <a:cs typeface="Arial"/>
              </a:defRPr>
            </a:defPPr>
            <a:lvl1pPr algn="r">
              <a:defRPr sz="1050" b="0">
                <a:solidFill>
                  <a:srgbClr val="797282"/>
                </a:solidFill>
                <a:latin typeface="Arial"/>
                <a:ea typeface="Arial"/>
                <a:cs typeface="Arial"/>
              </a:defRPr>
            </a:lvl1pPr>
            <a:lvl2pPr algn="r">
              <a:defRPr sz="1050" b="0">
                <a:solidFill>
                  <a:srgbClr val="797282"/>
                </a:solidFill>
                <a:latin typeface="Arial"/>
                <a:ea typeface="Arial"/>
                <a:cs typeface="Arial"/>
              </a:defRPr>
            </a:lvl2pPr>
            <a:lvl3pPr algn="r">
              <a:defRPr sz="1050" b="0">
                <a:solidFill>
                  <a:srgbClr val="797282"/>
                </a:solidFill>
                <a:latin typeface="Arial"/>
                <a:ea typeface="Arial"/>
                <a:cs typeface="Arial"/>
              </a:defRPr>
            </a:lvl3pPr>
            <a:lvl4pPr algn="r">
              <a:defRPr sz="1050" b="0">
                <a:solidFill>
                  <a:srgbClr val="797282"/>
                </a:solidFill>
                <a:latin typeface="Arial"/>
                <a:ea typeface="Arial"/>
                <a:cs typeface="Arial"/>
              </a:defRPr>
            </a:lvl4pPr>
            <a:lvl5pPr algn="r">
              <a:defRPr sz="1050" b="0">
                <a:solidFill>
                  <a:srgbClr val="797282"/>
                </a:solidFill>
                <a:latin typeface="Arial"/>
                <a:ea typeface="Arial"/>
                <a:cs typeface="Arial"/>
              </a:defRPr>
            </a:lvl5pPr>
            <a:lvl6pPr algn="r">
              <a:defRPr sz="1050" b="0">
                <a:solidFill>
                  <a:srgbClr val="797282"/>
                </a:solidFill>
                <a:latin typeface="Arial"/>
                <a:ea typeface="Arial"/>
                <a:cs typeface="Arial"/>
              </a:defRPr>
            </a:lvl6pPr>
            <a:lvl7pPr algn="r">
              <a:defRPr sz="1050" b="0">
                <a:solidFill>
                  <a:srgbClr val="797282"/>
                </a:solidFill>
                <a:latin typeface="Arial"/>
                <a:ea typeface="Arial"/>
                <a:cs typeface="Arial"/>
              </a:defRPr>
            </a:lvl7pPr>
            <a:lvl8pPr algn="r">
              <a:defRPr sz="1050" b="0">
                <a:solidFill>
                  <a:srgbClr val="797282"/>
                </a:solidFill>
                <a:latin typeface="Arial"/>
                <a:ea typeface="Arial"/>
                <a:cs typeface="Arial"/>
              </a:defRPr>
            </a:lvl8pPr>
            <a:lvl9pPr algn="r">
              <a:defRPr sz="1050" b="0">
                <a:solidFill>
                  <a:srgbClr val="797282"/>
                </a:solidFill>
                <a:latin typeface="Arial"/>
                <a:ea typeface="Arial"/>
                <a:cs typeface="Arial"/>
              </a:defRPr>
            </a:lvl9pPr>
          </a:lstStyle>
          <a:p xmlns:a="http://schemas.openxmlformats.org/drawingml/2006/main">
            <a:pPr algn="r">
              <a:defRPr sz="1050" b="0">
                <a:solidFill>
                  <a:srgbClr val="797282"/>
                </a:solidFill>
                <a:latin typeface="Arial"/>
                <a:ea typeface="Arial"/>
                <a:cs typeface="Arial"/>
              </a:defRPr>
            </a:pPr>
            <a:r>
              <a:rPr sz="1050" b="0">
                <a:solidFill>
                  <a:srgbClr val="797282"/>
                </a:solidFill>
                <a:latin typeface="Arial"/>
                <a:ea typeface="Arial"/>
                <a:cs typeface="Arial"/>
              </a:rPr>
              <a:t>MVP  /  2026</a:t>
            </a:r>
          </a:p>
        </p:txBody>
      </p:sp>
    </p:spTree>
    <p:extLst>
      <p:ext uri="{BB962C8B-B14F-4D97-AF65-F5344CB8AC3E}">
        <p14:creationId xmlns:p14="http://schemas.microsoft.com/office/powerpoint/2010/main" val="1242175070"/>
      </p:ext>
    </p:extLst>
  </p:cSld>
</p:sld>
</file>

<file path=ppt/slides/slide2.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BAAA3950-CC02-44B6-9B33-42515B73CA7D}"/>
              </a:ext>
            </a:extLst>
          </p:cNvPr>
          <p:cNvPicPr>
            <a:picLocks xmlns:a="http://schemas.openxmlformats.org/drawingml/2006/main" noChangeAspect="1"/>
          </p:cNvPicPr>
          <p:nvPr/>
        </p:nvPicPr>
        <p:blipFill>
          <a:blip xmlns:r="http://schemas.openxmlformats.org/officeDocument/2006/relationships" xmlns:a="http://schemas.openxmlformats.org/drawingml/2006/main" r:embed="Rda580e90871645c1"/>
          <a:stretch xmlns:a="http://schemas.openxmlformats.org/drawingml/2006/main"/>
        </p:blipFill>
        <p:spPr>
          <a:xfrm xmlns:a="http://schemas.openxmlformats.org/drawingml/2006/main">
            <a:off x="685800" y="352425"/>
            <a:ext cx="295275" cy="2952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E77EE924-A375-4170-8D6E-E710E287BE33}"/>
              </a:ext>
            </a:extLst>
          </p:cNvPr>
          <p:cNvSpPr>
            <a:spLocks xmlns:a="http://schemas.openxmlformats.org/drawingml/2006/main" noGrp="1"/>
          </p:cNvSpPr>
          <p:nvPr/>
        </p:nvSpPr>
        <p:spPr>
          <a:xfrm xmlns:a="http://schemas.openxmlformats.org/drawingml/2006/main">
            <a:off x="1085850" y="371475"/>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7F5FA"/>
                </a:solidFill>
                <a:latin typeface="Arial"/>
                <a:ea typeface="Arial"/>
                <a:cs typeface="Arial"/>
              </a:defRPr>
            </a:defPPr>
            <a:lvl1pPr algn="l">
              <a:defRPr sz="1125" b="1">
                <a:solidFill>
                  <a:srgbClr val="F7F5FA"/>
                </a:solidFill>
                <a:latin typeface="Arial"/>
                <a:ea typeface="Arial"/>
                <a:cs typeface="Arial"/>
              </a:defRPr>
            </a:lvl1pPr>
            <a:lvl2pPr algn="l">
              <a:defRPr sz="1125" b="1">
                <a:solidFill>
                  <a:srgbClr val="F7F5FA"/>
                </a:solidFill>
                <a:latin typeface="Arial"/>
                <a:ea typeface="Arial"/>
                <a:cs typeface="Arial"/>
              </a:defRPr>
            </a:lvl2pPr>
            <a:lvl3pPr algn="l">
              <a:defRPr sz="1125" b="1">
                <a:solidFill>
                  <a:srgbClr val="F7F5FA"/>
                </a:solidFill>
                <a:latin typeface="Arial"/>
                <a:ea typeface="Arial"/>
                <a:cs typeface="Arial"/>
              </a:defRPr>
            </a:lvl3pPr>
            <a:lvl4pPr algn="l">
              <a:defRPr sz="1125" b="1">
                <a:solidFill>
                  <a:srgbClr val="F7F5FA"/>
                </a:solidFill>
                <a:latin typeface="Arial"/>
                <a:ea typeface="Arial"/>
                <a:cs typeface="Arial"/>
              </a:defRPr>
            </a:lvl4pPr>
            <a:lvl5pPr algn="l">
              <a:defRPr sz="1125" b="1">
                <a:solidFill>
                  <a:srgbClr val="F7F5FA"/>
                </a:solidFill>
                <a:latin typeface="Arial"/>
                <a:ea typeface="Arial"/>
                <a:cs typeface="Arial"/>
              </a:defRPr>
            </a:lvl5pPr>
            <a:lvl6pPr algn="l">
              <a:defRPr sz="1125" b="1">
                <a:solidFill>
                  <a:srgbClr val="F7F5FA"/>
                </a:solidFill>
                <a:latin typeface="Arial"/>
                <a:ea typeface="Arial"/>
                <a:cs typeface="Arial"/>
              </a:defRPr>
            </a:lvl6pPr>
            <a:lvl7pPr algn="l">
              <a:defRPr sz="1125" b="1">
                <a:solidFill>
                  <a:srgbClr val="F7F5FA"/>
                </a:solidFill>
                <a:latin typeface="Arial"/>
                <a:ea typeface="Arial"/>
                <a:cs typeface="Arial"/>
              </a:defRPr>
            </a:lvl7pPr>
            <a:lvl8pPr algn="l">
              <a:defRPr sz="1125" b="1">
                <a:solidFill>
                  <a:srgbClr val="F7F5FA"/>
                </a:solidFill>
                <a:latin typeface="Arial"/>
                <a:ea typeface="Arial"/>
                <a:cs typeface="Arial"/>
              </a:defRPr>
            </a:lvl8pPr>
            <a:lvl9pPr algn="l">
              <a:defRPr sz="1125" b="1">
                <a:solidFill>
                  <a:srgbClr val="F7F5FA"/>
                </a:solidFill>
                <a:latin typeface="Arial"/>
                <a:ea typeface="Arial"/>
                <a:cs typeface="Arial"/>
              </a:defRPr>
            </a:lvl9pPr>
          </a:lstStyle>
          <a:p xmlns:a="http://schemas.openxmlformats.org/drawingml/2006/main">
            <a:pPr algn="l">
              <a:defRPr sz="1125" b="1">
                <a:solidFill>
                  <a:srgbClr val="F7F5FA"/>
                </a:solidFill>
                <a:latin typeface="Arial"/>
                <a:ea typeface="Arial"/>
                <a:cs typeface="Arial"/>
              </a:defRPr>
            </a:pPr>
            <a:r>
              <a:rPr sz="1125" b="1">
                <a:solidFill>
                  <a:srgbClr val="F7F5FA"/>
                </a:solidFill>
                <a:latin typeface="Arial"/>
                <a:ea typeface="Arial"/>
                <a:cs typeface="Arial"/>
              </a:rPr>
              <a:t>APERTURE</a:t>
            </a:r>
          </a:p>
        </p:txBody>
      </p:sp>
      <p:sp>
        <p:nvSpPr>
          <p:cNvPr id="3" name="chapter">
            <a:extLst xmlns:a="http://schemas.openxmlformats.org/drawingml/2006/main">
              <a:ext uri="{FF2B5EF4-FFF2-40B4-BE49-F238E27FC236}">
                <a16:creationId xmlns:a16="http://schemas.microsoft.com/office/drawing/2014/main" id="{92E35F70-0370-4F52-9FD8-B6917FC008CB}"/>
              </a:ext>
            </a:extLst>
          </p:cNvPr>
          <p:cNvSpPr>
            <a:spLocks xmlns:a="http://schemas.openxmlformats.org/drawingml/2006/main" noGrp="1"/>
          </p:cNvSpPr>
          <p:nvPr/>
        </p:nvSpPr>
        <p:spPr>
          <a:xfrm xmlns:a="http://schemas.openxmlformats.org/drawingml/2006/main">
            <a:off x="8334375" y="371475"/>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97282"/>
                </a:solidFill>
                <a:latin typeface="Arial"/>
                <a:ea typeface="Arial"/>
                <a:cs typeface="Arial"/>
              </a:defRPr>
            </a:defPPr>
            <a:lvl1pPr algn="r">
              <a:defRPr sz="975" b="1">
                <a:solidFill>
                  <a:srgbClr val="797282"/>
                </a:solidFill>
                <a:latin typeface="Arial"/>
                <a:ea typeface="Arial"/>
                <a:cs typeface="Arial"/>
              </a:defRPr>
            </a:lvl1pPr>
            <a:lvl2pPr algn="r">
              <a:defRPr sz="975" b="1">
                <a:solidFill>
                  <a:srgbClr val="797282"/>
                </a:solidFill>
                <a:latin typeface="Arial"/>
                <a:ea typeface="Arial"/>
                <a:cs typeface="Arial"/>
              </a:defRPr>
            </a:lvl2pPr>
            <a:lvl3pPr algn="r">
              <a:defRPr sz="975" b="1">
                <a:solidFill>
                  <a:srgbClr val="797282"/>
                </a:solidFill>
                <a:latin typeface="Arial"/>
                <a:ea typeface="Arial"/>
                <a:cs typeface="Arial"/>
              </a:defRPr>
            </a:lvl3pPr>
            <a:lvl4pPr algn="r">
              <a:defRPr sz="975" b="1">
                <a:solidFill>
                  <a:srgbClr val="797282"/>
                </a:solidFill>
                <a:latin typeface="Arial"/>
                <a:ea typeface="Arial"/>
                <a:cs typeface="Arial"/>
              </a:defRPr>
            </a:lvl4pPr>
            <a:lvl5pPr algn="r">
              <a:defRPr sz="975" b="1">
                <a:solidFill>
                  <a:srgbClr val="797282"/>
                </a:solidFill>
                <a:latin typeface="Arial"/>
                <a:ea typeface="Arial"/>
                <a:cs typeface="Arial"/>
              </a:defRPr>
            </a:lvl5pPr>
            <a:lvl6pPr algn="r">
              <a:defRPr sz="975" b="1">
                <a:solidFill>
                  <a:srgbClr val="797282"/>
                </a:solidFill>
                <a:latin typeface="Arial"/>
                <a:ea typeface="Arial"/>
                <a:cs typeface="Arial"/>
              </a:defRPr>
            </a:lvl6pPr>
            <a:lvl7pPr algn="r">
              <a:defRPr sz="975" b="1">
                <a:solidFill>
                  <a:srgbClr val="797282"/>
                </a:solidFill>
                <a:latin typeface="Arial"/>
                <a:ea typeface="Arial"/>
                <a:cs typeface="Arial"/>
              </a:defRPr>
            </a:lvl7pPr>
            <a:lvl8pPr algn="r">
              <a:defRPr sz="975" b="1">
                <a:solidFill>
                  <a:srgbClr val="797282"/>
                </a:solidFill>
                <a:latin typeface="Arial"/>
                <a:ea typeface="Arial"/>
                <a:cs typeface="Arial"/>
              </a:defRPr>
            </a:lvl8pPr>
            <a:lvl9pPr algn="r">
              <a:defRPr sz="975" b="1">
                <a:solidFill>
                  <a:srgbClr val="797282"/>
                </a:solidFill>
                <a:latin typeface="Arial"/>
                <a:ea typeface="Arial"/>
                <a:cs typeface="Arial"/>
              </a:defRPr>
            </a:lvl9pPr>
          </a:lstStyle>
          <a:p xmlns:a="http://schemas.openxmlformats.org/drawingml/2006/main">
            <a:pPr algn="r">
              <a:defRPr sz="975" b="1">
                <a:solidFill>
                  <a:srgbClr val="797282"/>
                </a:solidFill>
                <a:latin typeface="Arial"/>
                <a:ea typeface="Arial"/>
                <a:cs typeface="Arial"/>
              </a:defRPr>
            </a:pPr>
            <a:r>
              <a:rPr sz="975" b="1">
                <a:solidFill>
                  <a:srgbClr val="797282"/>
                </a:solidFill>
                <a:latin typeface="Arial"/>
                <a:ea typeface="Arial"/>
                <a:cs typeface="Arial"/>
              </a:rPr>
              <a:t>PROBLEM</a:t>
            </a:r>
          </a:p>
        </p:txBody>
      </p:sp>
      <p:sp>
        <p:nvSpPr>
          <p:cNvPr id="4" name="footer-rule">
            <a:extLst xmlns:a="http://schemas.openxmlformats.org/drawingml/2006/main">
              <a:ext uri="{FF2B5EF4-FFF2-40B4-BE49-F238E27FC236}">
                <a16:creationId xmlns:a16="http://schemas.microsoft.com/office/drawing/2014/main" id="{23AABC5E-AA55-4864-B857-AF657F49E18F}"/>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5" name="folio">
            <a:extLst xmlns:a="http://schemas.openxmlformats.org/drawingml/2006/main">
              <a:ext uri="{FF2B5EF4-FFF2-40B4-BE49-F238E27FC236}">
                <a16:creationId xmlns:a16="http://schemas.microsoft.com/office/drawing/2014/main" id="{D4A3BC61-560B-460B-9856-20ECF9C799A2}"/>
              </a:ext>
            </a:extLst>
          </p:cNvPr>
          <p:cNvSpPr>
            <a:spLocks xmlns:a="http://schemas.openxmlformats.org/drawingml/2006/main" noGrp="1"/>
          </p:cNvSpPr>
          <p:nvPr/>
        </p:nvSpPr>
        <p:spPr>
          <a:xfrm xmlns:a="http://schemas.openxmlformats.org/drawingml/2006/main">
            <a:off x="10477500" y="65722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97282"/>
                </a:solidFill>
                <a:latin typeface="Arial"/>
                <a:ea typeface="Arial"/>
                <a:cs typeface="Arial"/>
              </a:defRPr>
            </a:defPPr>
            <a:lvl1pPr algn="r">
              <a:defRPr sz="900" b="0">
                <a:solidFill>
                  <a:srgbClr val="797282"/>
                </a:solidFill>
                <a:latin typeface="Arial"/>
                <a:ea typeface="Arial"/>
                <a:cs typeface="Arial"/>
              </a:defRPr>
            </a:lvl1pPr>
            <a:lvl2pPr algn="r">
              <a:defRPr sz="900" b="0">
                <a:solidFill>
                  <a:srgbClr val="797282"/>
                </a:solidFill>
                <a:latin typeface="Arial"/>
                <a:ea typeface="Arial"/>
                <a:cs typeface="Arial"/>
              </a:defRPr>
            </a:lvl2pPr>
            <a:lvl3pPr algn="r">
              <a:defRPr sz="900" b="0">
                <a:solidFill>
                  <a:srgbClr val="797282"/>
                </a:solidFill>
                <a:latin typeface="Arial"/>
                <a:ea typeface="Arial"/>
                <a:cs typeface="Arial"/>
              </a:defRPr>
            </a:lvl3pPr>
            <a:lvl4pPr algn="r">
              <a:defRPr sz="900" b="0">
                <a:solidFill>
                  <a:srgbClr val="797282"/>
                </a:solidFill>
                <a:latin typeface="Arial"/>
                <a:ea typeface="Arial"/>
                <a:cs typeface="Arial"/>
              </a:defRPr>
            </a:lvl4pPr>
            <a:lvl5pPr algn="r">
              <a:defRPr sz="900" b="0">
                <a:solidFill>
                  <a:srgbClr val="797282"/>
                </a:solidFill>
                <a:latin typeface="Arial"/>
                <a:ea typeface="Arial"/>
                <a:cs typeface="Arial"/>
              </a:defRPr>
            </a:lvl5pPr>
            <a:lvl6pPr algn="r">
              <a:defRPr sz="900" b="0">
                <a:solidFill>
                  <a:srgbClr val="797282"/>
                </a:solidFill>
                <a:latin typeface="Arial"/>
                <a:ea typeface="Arial"/>
                <a:cs typeface="Arial"/>
              </a:defRPr>
            </a:lvl6pPr>
            <a:lvl7pPr algn="r">
              <a:defRPr sz="900" b="0">
                <a:solidFill>
                  <a:srgbClr val="797282"/>
                </a:solidFill>
                <a:latin typeface="Arial"/>
                <a:ea typeface="Arial"/>
                <a:cs typeface="Arial"/>
              </a:defRPr>
            </a:lvl7pPr>
            <a:lvl8pPr algn="r">
              <a:defRPr sz="900" b="0">
                <a:solidFill>
                  <a:srgbClr val="797282"/>
                </a:solidFill>
                <a:latin typeface="Arial"/>
                <a:ea typeface="Arial"/>
                <a:cs typeface="Arial"/>
              </a:defRPr>
            </a:lvl8pPr>
            <a:lvl9pPr algn="r">
              <a:defRPr sz="900" b="0">
                <a:solidFill>
                  <a:srgbClr val="797282"/>
                </a:solidFill>
                <a:latin typeface="Arial"/>
                <a:ea typeface="Arial"/>
                <a:cs typeface="Arial"/>
              </a:defRPr>
            </a:lvl9pPr>
          </a:lstStyle>
          <a:p xmlns:a="http://schemas.openxmlformats.org/drawingml/2006/main">
            <a:pPr algn="r">
              <a:defRPr sz="900" b="0">
                <a:solidFill>
                  <a:srgbClr val="797282"/>
                </a:solidFill>
                <a:latin typeface="Arial"/>
                <a:ea typeface="Arial"/>
                <a:cs typeface="Arial"/>
              </a:defRPr>
            </a:pPr>
            <a:r>
              <a:rPr sz="900" b="0">
                <a:solidFill>
                  <a:srgbClr val="797282"/>
                </a:solidFill>
                <a:latin typeface="Arial"/>
                <a:ea typeface="Arial"/>
                <a:cs typeface="Arial"/>
              </a:rPr>
              <a:t>02 / 08</a:t>
            </a:r>
          </a:p>
        </p:txBody>
      </p:sp>
      <p:sp>
        <p:nvSpPr>
          <p:cNvPr id="6" name="slide-title">
            <a:extLst xmlns:a="http://schemas.openxmlformats.org/drawingml/2006/main">
              <a:ext uri="{FF2B5EF4-FFF2-40B4-BE49-F238E27FC236}">
                <a16:creationId xmlns:a16="http://schemas.microsoft.com/office/drawing/2014/main" id="{60FE0A6A-BB92-4EC9-90BB-343E8D4AB829}"/>
              </a:ext>
            </a:extLst>
          </p:cNvPr>
          <p:cNvSpPr>
            <a:spLocks xmlns:a="http://schemas.openxmlformats.org/drawingml/2006/main" noGrp="1"/>
          </p:cNvSpPr>
          <p:nvPr/>
        </p:nvSpPr>
        <p:spPr>
          <a:xfrm xmlns:a="http://schemas.openxmlformats.org/drawingml/2006/main">
            <a:off x="685800" y="9906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975" b="1">
                <a:solidFill>
                  <a:srgbClr val="F7F5FA"/>
                </a:solidFill>
                <a:latin typeface="Arial"/>
                <a:ea typeface="Arial"/>
                <a:cs typeface="Arial"/>
              </a:defRPr>
            </a:defPPr>
            <a:lvl1pPr algn="l">
              <a:defRPr sz="3975" b="1">
                <a:solidFill>
                  <a:srgbClr val="F7F5FA"/>
                </a:solidFill>
                <a:latin typeface="Arial"/>
                <a:ea typeface="Arial"/>
                <a:cs typeface="Arial"/>
              </a:defRPr>
            </a:lvl1pPr>
            <a:lvl2pPr algn="l">
              <a:defRPr sz="3975" b="1">
                <a:solidFill>
                  <a:srgbClr val="F7F5FA"/>
                </a:solidFill>
                <a:latin typeface="Arial"/>
                <a:ea typeface="Arial"/>
                <a:cs typeface="Arial"/>
              </a:defRPr>
            </a:lvl2pPr>
            <a:lvl3pPr algn="l">
              <a:defRPr sz="3975" b="1">
                <a:solidFill>
                  <a:srgbClr val="F7F5FA"/>
                </a:solidFill>
                <a:latin typeface="Arial"/>
                <a:ea typeface="Arial"/>
                <a:cs typeface="Arial"/>
              </a:defRPr>
            </a:lvl3pPr>
            <a:lvl4pPr algn="l">
              <a:defRPr sz="3975" b="1">
                <a:solidFill>
                  <a:srgbClr val="F7F5FA"/>
                </a:solidFill>
                <a:latin typeface="Arial"/>
                <a:ea typeface="Arial"/>
                <a:cs typeface="Arial"/>
              </a:defRPr>
            </a:lvl4pPr>
            <a:lvl5pPr algn="l">
              <a:defRPr sz="3975" b="1">
                <a:solidFill>
                  <a:srgbClr val="F7F5FA"/>
                </a:solidFill>
                <a:latin typeface="Arial"/>
                <a:ea typeface="Arial"/>
                <a:cs typeface="Arial"/>
              </a:defRPr>
            </a:lvl5pPr>
            <a:lvl6pPr algn="l">
              <a:defRPr sz="3975" b="1">
                <a:solidFill>
                  <a:srgbClr val="F7F5FA"/>
                </a:solidFill>
                <a:latin typeface="Arial"/>
                <a:ea typeface="Arial"/>
                <a:cs typeface="Arial"/>
              </a:defRPr>
            </a:lvl6pPr>
            <a:lvl7pPr algn="l">
              <a:defRPr sz="3975" b="1">
                <a:solidFill>
                  <a:srgbClr val="F7F5FA"/>
                </a:solidFill>
                <a:latin typeface="Arial"/>
                <a:ea typeface="Arial"/>
                <a:cs typeface="Arial"/>
              </a:defRPr>
            </a:lvl7pPr>
            <a:lvl8pPr algn="l">
              <a:defRPr sz="3975" b="1">
                <a:solidFill>
                  <a:srgbClr val="F7F5FA"/>
                </a:solidFill>
                <a:latin typeface="Arial"/>
                <a:ea typeface="Arial"/>
                <a:cs typeface="Arial"/>
              </a:defRPr>
            </a:lvl8pPr>
            <a:lvl9pPr algn="l">
              <a:defRPr sz="3975" b="1">
                <a:solidFill>
                  <a:srgbClr val="F7F5FA"/>
                </a:solidFill>
                <a:latin typeface="Arial"/>
                <a:ea typeface="Arial"/>
                <a:cs typeface="Arial"/>
              </a:defRPr>
            </a:lvl9pPr>
          </a:lstStyle>
          <a:p xmlns:a="http://schemas.openxmlformats.org/drawingml/2006/main">
            <a:pPr algn="l">
              <a:defRPr sz="3975" b="1">
                <a:solidFill>
                  <a:srgbClr val="F7F5FA"/>
                </a:solidFill>
                <a:latin typeface="Arial"/>
                <a:ea typeface="Arial"/>
                <a:cs typeface="Arial"/>
              </a:defRPr>
            </a:pPr>
            <a:r>
              <a:rPr sz="3975" b="1">
                <a:solidFill>
                  <a:srgbClr val="F7F5FA"/>
                </a:solidFill>
                <a:latin typeface="Arial"/>
                <a:ea typeface="Arial"/>
                <a:cs typeface="Arial"/>
              </a:rPr>
              <a:t>Agent work crosses service boundaries</a:t>
            </a:r>
          </a:p>
        </p:txBody>
      </p:sp>
      <p:sp>
        <p:nvSpPr>
          <p:cNvPr id="7" name="slide-deck">
            <a:extLst xmlns:a="http://schemas.openxmlformats.org/drawingml/2006/main">
              <a:ext uri="{FF2B5EF4-FFF2-40B4-BE49-F238E27FC236}">
                <a16:creationId xmlns:a16="http://schemas.microsoft.com/office/drawing/2014/main" id="{D16DB449-4A7B-45FF-B35F-699B63CC38B7}"/>
              </a:ext>
            </a:extLst>
          </p:cNvPr>
          <p:cNvSpPr>
            <a:spLocks xmlns:a="http://schemas.openxmlformats.org/drawingml/2006/main" noGrp="1"/>
          </p:cNvSpPr>
          <p:nvPr/>
        </p:nvSpPr>
        <p:spPr>
          <a:xfrm xmlns:a="http://schemas.openxmlformats.org/drawingml/2006/main">
            <a:off x="704850" y="1762125"/>
            <a:ext cx="1071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AA5B4"/>
                </a:solidFill>
                <a:latin typeface="Arial"/>
                <a:ea typeface="Arial"/>
                <a:cs typeface="Arial"/>
              </a:defRPr>
            </a:defPPr>
            <a:lvl1pPr algn="l">
              <a:defRPr sz="1650" b="0">
                <a:solidFill>
                  <a:srgbClr val="AAA5B4"/>
                </a:solidFill>
                <a:latin typeface="Arial"/>
                <a:ea typeface="Arial"/>
                <a:cs typeface="Arial"/>
              </a:defRPr>
            </a:lvl1pPr>
            <a:lvl2pPr algn="l">
              <a:defRPr sz="1650" b="0">
                <a:solidFill>
                  <a:srgbClr val="AAA5B4"/>
                </a:solidFill>
                <a:latin typeface="Arial"/>
                <a:ea typeface="Arial"/>
                <a:cs typeface="Arial"/>
              </a:defRPr>
            </a:lvl2pPr>
            <a:lvl3pPr algn="l">
              <a:defRPr sz="1650" b="0">
                <a:solidFill>
                  <a:srgbClr val="AAA5B4"/>
                </a:solidFill>
                <a:latin typeface="Arial"/>
                <a:ea typeface="Arial"/>
                <a:cs typeface="Arial"/>
              </a:defRPr>
            </a:lvl3pPr>
            <a:lvl4pPr algn="l">
              <a:defRPr sz="1650" b="0">
                <a:solidFill>
                  <a:srgbClr val="AAA5B4"/>
                </a:solidFill>
                <a:latin typeface="Arial"/>
                <a:ea typeface="Arial"/>
                <a:cs typeface="Arial"/>
              </a:defRPr>
            </a:lvl4pPr>
            <a:lvl5pPr algn="l">
              <a:defRPr sz="1650" b="0">
                <a:solidFill>
                  <a:srgbClr val="AAA5B4"/>
                </a:solidFill>
                <a:latin typeface="Arial"/>
                <a:ea typeface="Arial"/>
                <a:cs typeface="Arial"/>
              </a:defRPr>
            </a:lvl5pPr>
            <a:lvl6pPr algn="l">
              <a:defRPr sz="1650" b="0">
                <a:solidFill>
                  <a:srgbClr val="AAA5B4"/>
                </a:solidFill>
                <a:latin typeface="Arial"/>
                <a:ea typeface="Arial"/>
                <a:cs typeface="Arial"/>
              </a:defRPr>
            </a:lvl6pPr>
            <a:lvl7pPr algn="l">
              <a:defRPr sz="1650" b="0">
                <a:solidFill>
                  <a:srgbClr val="AAA5B4"/>
                </a:solidFill>
                <a:latin typeface="Arial"/>
                <a:ea typeface="Arial"/>
                <a:cs typeface="Arial"/>
              </a:defRPr>
            </a:lvl7pPr>
            <a:lvl8pPr algn="l">
              <a:defRPr sz="1650" b="0">
                <a:solidFill>
                  <a:srgbClr val="AAA5B4"/>
                </a:solidFill>
                <a:latin typeface="Arial"/>
                <a:ea typeface="Arial"/>
                <a:cs typeface="Arial"/>
              </a:defRPr>
            </a:lvl8pPr>
            <a:lvl9pPr algn="l">
              <a:defRPr sz="1650" b="0">
                <a:solidFill>
                  <a:srgbClr val="AAA5B4"/>
                </a:solidFill>
                <a:latin typeface="Arial"/>
                <a:ea typeface="Arial"/>
                <a:cs typeface="Arial"/>
              </a:defRPr>
            </a:lvl9pPr>
          </a:lstStyle>
          <a:p xmlns:a="http://schemas.openxmlformats.org/drawingml/2006/main">
            <a:pPr algn="l">
              <a:defRPr sz="1650" b="0">
                <a:solidFill>
                  <a:srgbClr val="AAA5B4"/>
                </a:solidFill>
                <a:latin typeface="Arial"/>
                <a:ea typeface="Arial"/>
                <a:cs typeface="Arial"/>
              </a:defRPr>
            </a:pPr>
            <a:r>
              <a:rPr sz="1650" b="0">
                <a:solidFill>
                  <a:srgbClr val="AAA5B4"/>
                </a:solidFill>
                <a:latin typeface="Arial"/>
                <a:ea typeface="Arial"/>
                <a:cs typeface="Arial"/>
              </a:rPr>
              <a:t>Model prompts and compute jobs pass through different providers, workers and records.</a:t>
            </a:r>
          </a:p>
        </p:txBody>
      </p:sp>
      <p:sp>
        <p:nvSpPr>
          <p:cNvPr id="8" name="agent-label">
            <a:extLst xmlns:a="http://schemas.openxmlformats.org/drawingml/2006/main">
              <a:ext uri="{FF2B5EF4-FFF2-40B4-BE49-F238E27FC236}">
                <a16:creationId xmlns:a16="http://schemas.microsoft.com/office/drawing/2014/main" id="{823C56DA-B90C-4746-AE6F-A20168ABC108}"/>
              </a:ext>
            </a:extLst>
          </p:cNvPr>
          <p:cNvSpPr>
            <a:spLocks xmlns:a="http://schemas.openxmlformats.org/drawingml/2006/main" noGrp="1"/>
          </p:cNvSpPr>
          <p:nvPr/>
        </p:nvSpPr>
        <p:spPr>
          <a:xfrm xmlns:a="http://schemas.openxmlformats.org/drawingml/2006/main">
            <a:off x="800100" y="27622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ONE AGENT TASK</a:t>
            </a:r>
          </a:p>
        </p:txBody>
      </p:sp>
      <p:sp>
        <p:nvSpPr>
          <p:cNvPr id="9" name="task-origin">
            <a:extLst xmlns:a="http://schemas.openxmlformats.org/drawingml/2006/main">
              <a:ext uri="{FF2B5EF4-FFF2-40B4-BE49-F238E27FC236}">
                <a16:creationId xmlns:a16="http://schemas.microsoft.com/office/drawing/2014/main" id="{4A3C3F68-58D7-4988-BD9D-0944B2DF762E}"/>
              </a:ext>
            </a:extLst>
          </p:cNvPr>
          <p:cNvSpPr>
            <a:spLocks xmlns:a="http://schemas.openxmlformats.org/drawingml/2006/main" noGrp="1"/>
          </p:cNvSpPr>
          <p:nvPr/>
        </p:nvSpPr>
        <p:spPr>
          <a:xfrm xmlns:a="http://schemas.openxmlformats.org/drawingml/2006/main">
            <a:off x="847725" y="3476625"/>
            <a:ext cx="209550" cy="209550"/>
          </a:xfrm>
          <a:prstGeom xmlns:a="http://schemas.openxmlformats.org/drawingml/2006/main" prst="ellipse">
            <a:avLst/>
          </a:prstGeom>
          <a:solidFill xmlns:a="http://schemas.openxmlformats.org/drawingml/2006/main">
            <a:srgbClr val="C8B2FF"/>
          </a:solidFill>
          <a:ln xmlns:a="http://schemas.openxmlformats.org/drawingml/2006/main" w="0">
            <a:noFill/>
            <a:prstDash val="solid"/>
          </a:ln>
        </p:spPr>
      </p:sp>
      <p:sp>
        <p:nvSpPr>
          <p:cNvPr id="10" name="task-origin-name">
            <a:extLst xmlns:a="http://schemas.openxmlformats.org/drawingml/2006/main">
              <a:ext uri="{FF2B5EF4-FFF2-40B4-BE49-F238E27FC236}">
                <a16:creationId xmlns:a16="http://schemas.microsoft.com/office/drawing/2014/main" id="{A81DE70B-ED12-4BA9-B844-0D6695309751}"/>
              </a:ext>
            </a:extLst>
          </p:cNvPr>
          <p:cNvSpPr>
            <a:spLocks xmlns:a="http://schemas.openxmlformats.org/drawingml/2006/main" noGrp="1"/>
          </p:cNvSpPr>
          <p:nvPr/>
        </p:nvSpPr>
        <p:spPr>
          <a:xfrm xmlns:a="http://schemas.openxmlformats.org/drawingml/2006/main">
            <a:off x="762000" y="38004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7F5FA"/>
                </a:solidFill>
                <a:latin typeface="Arial"/>
                <a:ea typeface="Arial"/>
                <a:cs typeface="Arial"/>
              </a:defRPr>
            </a:defPPr>
            <a:lvl1pPr algn="l">
              <a:defRPr sz="1275" b="1">
                <a:solidFill>
                  <a:srgbClr val="F7F5FA"/>
                </a:solidFill>
                <a:latin typeface="Arial"/>
                <a:ea typeface="Arial"/>
                <a:cs typeface="Arial"/>
              </a:defRPr>
            </a:lvl1pPr>
            <a:lvl2pPr algn="l">
              <a:defRPr sz="1275" b="1">
                <a:solidFill>
                  <a:srgbClr val="F7F5FA"/>
                </a:solidFill>
                <a:latin typeface="Arial"/>
                <a:ea typeface="Arial"/>
                <a:cs typeface="Arial"/>
              </a:defRPr>
            </a:lvl2pPr>
            <a:lvl3pPr algn="l">
              <a:defRPr sz="1275" b="1">
                <a:solidFill>
                  <a:srgbClr val="F7F5FA"/>
                </a:solidFill>
                <a:latin typeface="Arial"/>
                <a:ea typeface="Arial"/>
                <a:cs typeface="Arial"/>
              </a:defRPr>
            </a:lvl3pPr>
            <a:lvl4pPr algn="l">
              <a:defRPr sz="1275" b="1">
                <a:solidFill>
                  <a:srgbClr val="F7F5FA"/>
                </a:solidFill>
                <a:latin typeface="Arial"/>
                <a:ea typeface="Arial"/>
                <a:cs typeface="Arial"/>
              </a:defRPr>
            </a:lvl4pPr>
            <a:lvl5pPr algn="l">
              <a:defRPr sz="1275" b="1">
                <a:solidFill>
                  <a:srgbClr val="F7F5FA"/>
                </a:solidFill>
                <a:latin typeface="Arial"/>
                <a:ea typeface="Arial"/>
                <a:cs typeface="Arial"/>
              </a:defRPr>
            </a:lvl5pPr>
            <a:lvl6pPr algn="l">
              <a:defRPr sz="1275" b="1">
                <a:solidFill>
                  <a:srgbClr val="F7F5FA"/>
                </a:solidFill>
                <a:latin typeface="Arial"/>
                <a:ea typeface="Arial"/>
                <a:cs typeface="Arial"/>
              </a:defRPr>
            </a:lvl6pPr>
            <a:lvl7pPr algn="l">
              <a:defRPr sz="1275" b="1">
                <a:solidFill>
                  <a:srgbClr val="F7F5FA"/>
                </a:solidFill>
                <a:latin typeface="Arial"/>
                <a:ea typeface="Arial"/>
                <a:cs typeface="Arial"/>
              </a:defRPr>
            </a:lvl7pPr>
            <a:lvl8pPr algn="l">
              <a:defRPr sz="1275" b="1">
                <a:solidFill>
                  <a:srgbClr val="F7F5FA"/>
                </a:solidFill>
                <a:latin typeface="Arial"/>
                <a:ea typeface="Arial"/>
                <a:cs typeface="Arial"/>
              </a:defRPr>
            </a:lvl8pPr>
            <a:lvl9pPr algn="l">
              <a:defRPr sz="1275" b="1">
                <a:solidFill>
                  <a:srgbClr val="F7F5FA"/>
                </a:solidFill>
                <a:latin typeface="Arial"/>
                <a:ea typeface="Arial"/>
                <a:cs typeface="Arial"/>
              </a:defRPr>
            </a:lvl9pPr>
          </a:lstStyle>
          <a:p xmlns:a="http://schemas.openxmlformats.org/drawingml/2006/main">
            <a:pPr algn="l">
              <a:defRPr sz="1275" b="1">
                <a:solidFill>
                  <a:srgbClr val="F7F5FA"/>
                </a:solidFill>
                <a:latin typeface="Arial"/>
                <a:ea typeface="Arial"/>
                <a:cs typeface="Arial"/>
              </a:defRPr>
            </a:pPr>
            <a:r>
              <a:rPr sz="1275" b="1">
                <a:solidFill>
                  <a:srgbClr val="F7F5FA"/>
                </a:solidFill>
                <a:latin typeface="Arial"/>
                <a:ea typeface="Arial"/>
                <a:cs typeface="Arial"/>
              </a:rPr>
              <a:t>REQUEST</a:t>
            </a:r>
          </a:p>
        </p:txBody>
      </p:sp>
      <p:sp>
        <p:nvSpPr>
          <p:cNvPr id="11" name="request-to-spine">
            <a:extLst xmlns:a="http://schemas.openxmlformats.org/drawingml/2006/main">
              <a:ext uri="{FF2B5EF4-FFF2-40B4-BE49-F238E27FC236}">
                <a16:creationId xmlns:a16="http://schemas.microsoft.com/office/drawing/2014/main" id="{E42DFDBC-55B3-4241-9962-805C0D7B6FF0}"/>
              </a:ext>
            </a:extLst>
          </p:cNvPr>
          <p:cNvSpPr>
            <a:spLocks xmlns:a="http://schemas.openxmlformats.org/drawingml/2006/main" noGrp="1"/>
          </p:cNvSpPr>
          <p:nvPr/>
        </p:nvSpPr>
        <p:spPr>
          <a:xfrm xmlns:a="http://schemas.openxmlformats.org/drawingml/2006/main">
            <a:off x="1057275" y="3581400"/>
            <a:ext cx="1685925" cy="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12" name="request-spine">
            <a:extLst xmlns:a="http://schemas.openxmlformats.org/drawingml/2006/main">
              <a:ext uri="{FF2B5EF4-FFF2-40B4-BE49-F238E27FC236}">
                <a16:creationId xmlns:a16="http://schemas.microsoft.com/office/drawing/2014/main" id="{CF63AA92-224B-46B1-8B99-2A4E1F4A4813}"/>
              </a:ext>
            </a:extLst>
          </p:cNvPr>
          <p:cNvSpPr>
            <a:spLocks xmlns:a="http://schemas.openxmlformats.org/drawingml/2006/main" noGrp="1"/>
          </p:cNvSpPr>
          <p:nvPr/>
        </p:nvSpPr>
        <p:spPr>
          <a:xfrm xmlns:a="http://schemas.openxmlformats.org/drawingml/2006/main">
            <a:off x="2743200" y="3086100"/>
            <a:ext cx="0" cy="1609725"/>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13" name="request-model">
            <a:extLst xmlns:a="http://schemas.openxmlformats.org/drawingml/2006/main">
              <a:ext uri="{FF2B5EF4-FFF2-40B4-BE49-F238E27FC236}">
                <a16:creationId xmlns:a16="http://schemas.microsoft.com/office/drawing/2014/main" id="{F55832F1-5293-4B34-99A8-16060BF9BF22}"/>
              </a:ext>
            </a:extLst>
          </p:cNvPr>
          <p:cNvSpPr>
            <a:spLocks xmlns:a="http://schemas.openxmlformats.org/drawingml/2006/main" noGrp="1"/>
          </p:cNvSpPr>
          <p:nvPr/>
        </p:nvSpPr>
        <p:spPr>
          <a:xfrm xmlns:a="http://schemas.openxmlformats.org/drawingml/2006/main">
            <a:off x="2743200" y="3190875"/>
            <a:ext cx="1181100" cy="0"/>
          </a:xfrm>
          <a:prstGeom xmlns:a="http://schemas.openxmlformats.org/drawingml/2006/main" prst="line">
            <a:avLst/>
          </a:prstGeom>
          <a:noFill xmlns:a="http://schemas.openxmlformats.org/drawingml/2006/main"/>
          <a:ln xmlns:a="http://schemas.openxmlformats.org/drawingml/2006/main" w="19050">
            <a:solidFill>
              <a:srgbClr val="82E5F4"/>
            </a:solidFill>
            <a:prstDash val="solid"/>
          </a:ln>
        </p:spPr>
      </p:sp>
      <p:sp>
        <p:nvSpPr>
          <p:cNvPr id="14" name="request-worker">
            <a:extLst xmlns:a="http://schemas.openxmlformats.org/drawingml/2006/main">
              <a:ext uri="{FF2B5EF4-FFF2-40B4-BE49-F238E27FC236}">
                <a16:creationId xmlns:a16="http://schemas.microsoft.com/office/drawing/2014/main" id="{C96C33E8-16FD-4C10-8720-12B7CC41A456}"/>
              </a:ext>
            </a:extLst>
          </p:cNvPr>
          <p:cNvSpPr>
            <a:spLocks xmlns:a="http://schemas.openxmlformats.org/drawingml/2006/main" noGrp="1"/>
          </p:cNvSpPr>
          <p:nvPr/>
        </p:nvSpPr>
        <p:spPr>
          <a:xfrm xmlns:a="http://schemas.openxmlformats.org/drawingml/2006/main">
            <a:off x="2743200" y="4591050"/>
            <a:ext cx="1181100" cy="0"/>
          </a:xfrm>
          <a:prstGeom xmlns:a="http://schemas.openxmlformats.org/drawingml/2006/main" prst="line">
            <a:avLst/>
          </a:prstGeom>
          <a:noFill xmlns:a="http://schemas.openxmlformats.org/drawingml/2006/main"/>
          <a:ln xmlns:a="http://schemas.openxmlformats.org/drawingml/2006/main" w="19050">
            <a:solidFill>
              <a:srgbClr val="A985FF"/>
            </a:solidFill>
            <a:prstDash val="solid"/>
          </a:ln>
        </p:spPr>
      </p:sp>
      <p:sp>
        <p:nvSpPr>
          <p:cNvPr id="15" name="model-lane">
            <a:extLst xmlns:a="http://schemas.openxmlformats.org/drawingml/2006/main">
              <a:ext uri="{FF2B5EF4-FFF2-40B4-BE49-F238E27FC236}">
                <a16:creationId xmlns:a16="http://schemas.microsoft.com/office/drawing/2014/main" id="{A3484CE0-A858-4D3C-91BD-2C2E453509C2}"/>
              </a:ext>
            </a:extLst>
          </p:cNvPr>
          <p:cNvSpPr>
            <a:spLocks xmlns:a="http://schemas.openxmlformats.org/drawingml/2006/main" noGrp="1"/>
          </p:cNvSpPr>
          <p:nvPr/>
        </p:nvSpPr>
        <p:spPr>
          <a:xfrm xmlns:a="http://schemas.openxmlformats.org/drawingml/2006/main">
            <a:off x="4152900" y="29146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82E5F4"/>
                </a:solidFill>
                <a:latin typeface="Arial"/>
                <a:ea typeface="Arial"/>
                <a:cs typeface="Arial"/>
              </a:defRPr>
            </a:defPPr>
            <a:lvl1pPr algn="l">
              <a:defRPr sz="1275" b="1">
                <a:solidFill>
                  <a:srgbClr val="82E5F4"/>
                </a:solidFill>
                <a:latin typeface="Arial"/>
                <a:ea typeface="Arial"/>
                <a:cs typeface="Arial"/>
              </a:defRPr>
            </a:lvl1pPr>
            <a:lvl2pPr algn="l">
              <a:defRPr sz="1275" b="1">
                <a:solidFill>
                  <a:srgbClr val="82E5F4"/>
                </a:solidFill>
                <a:latin typeface="Arial"/>
                <a:ea typeface="Arial"/>
                <a:cs typeface="Arial"/>
              </a:defRPr>
            </a:lvl2pPr>
            <a:lvl3pPr algn="l">
              <a:defRPr sz="1275" b="1">
                <a:solidFill>
                  <a:srgbClr val="82E5F4"/>
                </a:solidFill>
                <a:latin typeface="Arial"/>
                <a:ea typeface="Arial"/>
                <a:cs typeface="Arial"/>
              </a:defRPr>
            </a:lvl3pPr>
            <a:lvl4pPr algn="l">
              <a:defRPr sz="1275" b="1">
                <a:solidFill>
                  <a:srgbClr val="82E5F4"/>
                </a:solidFill>
                <a:latin typeface="Arial"/>
                <a:ea typeface="Arial"/>
                <a:cs typeface="Arial"/>
              </a:defRPr>
            </a:lvl4pPr>
            <a:lvl5pPr algn="l">
              <a:defRPr sz="1275" b="1">
                <a:solidFill>
                  <a:srgbClr val="82E5F4"/>
                </a:solidFill>
                <a:latin typeface="Arial"/>
                <a:ea typeface="Arial"/>
                <a:cs typeface="Arial"/>
              </a:defRPr>
            </a:lvl5pPr>
            <a:lvl6pPr algn="l">
              <a:defRPr sz="1275" b="1">
                <a:solidFill>
                  <a:srgbClr val="82E5F4"/>
                </a:solidFill>
                <a:latin typeface="Arial"/>
                <a:ea typeface="Arial"/>
                <a:cs typeface="Arial"/>
              </a:defRPr>
            </a:lvl6pPr>
            <a:lvl7pPr algn="l">
              <a:defRPr sz="1275" b="1">
                <a:solidFill>
                  <a:srgbClr val="82E5F4"/>
                </a:solidFill>
                <a:latin typeface="Arial"/>
                <a:ea typeface="Arial"/>
                <a:cs typeface="Arial"/>
              </a:defRPr>
            </a:lvl7pPr>
            <a:lvl8pPr algn="l">
              <a:defRPr sz="1275" b="1">
                <a:solidFill>
                  <a:srgbClr val="82E5F4"/>
                </a:solidFill>
                <a:latin typeface="Arial"/>
                <a:ea typeface="Arial"/>
                <a:cs typeface="Arial"/>
              </a:defRPr>
            </a:lvl8pPr>
            <a:lvl9pPr algn="l">
              <a:defRPr sz="1275" b="1">
                <a:solidFill>
                  <a:srgbClr val="82E5F4"/>
                </a:solidFill>
                <a:latin typeface="Arial"/>
                <a:ea typeface="Arial"/>
                <a:cs typeface="Arial"/>
              </a:defRPr>
            </a:lvl9pPr>
          </a:lstStyle>
          <a:p xmlns:a="http://schemas.openxmlformats.org/drawingml/2006/main">
            <a:pPr algn="l">
              <a:defRPr sz="1275" b="1">
                <a:solidFill>
                  <a:srgbClr val="82E5F4"/>
                </a:solidFill>
                <a:latin typeface="Arial"/>
                <a:ea typeface="Arial"/>
                <a:cs typeface="Arial"/>
              </a:defRPr>
            </a:pPr>
            <a:r>
              <a:rPr sz="1275" b="1">
                <a:solidFill>
                  <a:srgbClr val="82E5F4"/>
                </a:solidFill>
                <a:latin typeface="Arial"/>
                <a:ea typeface="Arial"/>
                <a:cs typeface="Arial"/>
              </a:rPr>
              <a:t>MODEL PROVIDER</a:t>
            </a:r>
          </a:p>
        </p:txBody>
      </p:sp>
      <p:sp>
        <p:nvSpPr>
          <p:cNvPr id="16" name="model-lane-detail">
            <a:extLst xmlns:a="http://schemas.openxmlformats.org/drawingml/2006/main">
              <a:ext uri="{FF2B5EF4-FFF2-40B4-BE49-F238E27FC236}">
                <a16:creationId xmlns:a16="http://schemas.microsoft.com/office/drawing/2014/main" id="{7459F805-65A1-48E1-83F8-BBDC615FF033}"/>
              </a:ext>
            </a:extLst>
          </p:cNvPr>
          <p:cNvSpPr>
            <a:spLocks xmlns:a="http://schemas.openxmlformats.org/drawingml/2006/main" noGrp="1"/>
          </p:cNvSpPr>
          <p:nvPr/>
        </p:nvSpPr>
        <p:spPr>
          <a:xfrm xmlns:a="http://schemas.openxmlformats.org/drawingml/2006/main">
            <a:off x="4152900" y="3305175"/>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7F5FA"/>
                </a:solidFill>
                <a:latin typeface="Arial"/>
                <a:ea typeface="Arial"/>
                <a:cs typeface="Arial"/>
              </a:defRPr>
            </a:defPPr>
            <a:lvl1pPr algn="l">
              <a:defRPr sz="1650" b="0">
                <a:solidFill>
                  <a:srgbClr val="F7F5FA"/>
                </a:solidFill>
                <a:latin typeface="Arial"/>
                <a:ea typeface="Arial"/>
                <a:cs typeface="Arial"/>
              </a:defRPr>
            </a:lvl1pPr>
            <a:lvl2pPr algn="l">
              <a:defRPr sz="1650" b="0">
                <a:solidFill>
                  <a:srgbClr val="F7F5FA"/>
                </a:solidFill>
                <a:latin typeface="Arial"/>
                <a:ea typeface="Arial"/>
                <a:cs typeface="Arial"/>
              </a:defRPr>
            </a:lvl2pPr>
            <a:lvl3pPr algn="l">
              <a:defRPr sz="1650" b="0">
                <a:solidFill>
                  <a:srgbClr val="F7F5FA"/>
                </a:solidFill>
                <a:latin typeface="Arial"/>
                <a:ea typeface="Arial"/>
                <a:cs typeface="Arial"/>
              </a:defRPr>
            </a:lvl3pPr>
            <a:lvl4pPr algn="l">
              <a:defRPr sz="1650" b="0">
                <a:solidFill>
                  <a:srgbClr val="F7F5FA"/>
                </a:solidFill>
                <a:latin typeface="Arial"/>
                <a:ea typeface="Arial"/>
                <a:cs typeface="Arial"/>
              </a:defRPr>
            </a:lvl4pPr>
            <a:lvl5pPr algn="l">
              <a:defRPr sz="1650" b="0">
                <a:solidFill>
                  <a:srgbClr val="F7F5FA"/>
                </a:solidFill>
                <a:latin typeface="Arial"/>
                <a:ea typeface="Arial"/>
                <a:cs typeface="Arial"/>
              </a:defRPr>
            </a:lvl5pPr>
            <a:lvl6pPr algn="l">
              <a:defRPr sz="1650" b="0">
                <a:solidFill>
                  <a:srgbClr val="F7F5FA"/>
                </a:solidFill>
                <a:latin typeface="Arial"/>
                <a:ea typeface="Arial"/>
                <a:cs typeface="Arial"/>
              </a:defRPr>
            </a:lvl6pPr>
            <a:lvl7pPr algn="l">
              <a:defRPr sz="1650" b="0">
                <a:solidFill>
                  <a:srgbClr val="F7F5FA"/>
                </a:solidFill>
                <a:latin typeface="Arial"/>
                <a:ea typeface="Arial"/>
                <a:cs typeface="Arial"/>
              </a:defRPr>
            </a:lvl7pPr>
            <a:lvl8pPr algn="l">
              <a:defRPr sz="1650" b="0">
                <a:solidFill>
                  <a:srgbClr val="F7F5FA"/>
                </a:solidFill>
                <a:latin typeface="Arial"/>
                <a:ea typeface="Arial"/>
                <a:cs typeface="Arial"/>
              </a:defRPr>
            </a:lvl8pPr>
            <a:lvl9pPr algn="l">
              <a:defRPr sz="1650" b="0">
                <a:solidFill>
                  <a:srgbClr val="F7F5FA"/>
                </a:solidFill>
                <a:latin typeface="Arial"/>
                <a:ea typeface="Arial"/>
                <a:cs typeface="Arial"/>
              </a:defRPr>
            </a:lvl9pPr>
          </a:lstStyle>
          <a:p xmlns:a="http://schemas.openxmlformats.org/drawingml/2006/main">
            <a:pPr algn="l">
              <a:defRPr sz="1650" b="0">
                <a:solidFill>
                  <a:srgbClr val="F7F5FA"/>
                </a:solidFill>
                <a:latin typeface="Arial"/>
                <a:ea typeface="Arial"/>
                <a:cs typeface="Arial"/>
              </a:defRPr>
            </a:pPr>
            <a:r>
              <a:rPr sz="1650" b="0">
                <a:solidFill>
                  <a:srgbClr val="F7F5FA"/>
                </a:solidFill>
                <a:latin typeface="Arial"/>
                <a:ea typeface="Arial"/>
                <a:cs typeface="Arial"/>
              </a:rPr>
              <a:t>Prompt in</a:t>
            </a:r>
          </a:p>
          <a:p xmlns:a="http://schemas.openxmlformats.org/drawingml/2006/main">
            <a:pPr algn="l">
              <a:defRPr sz="1650" b="0">
                <a:solidFill>
                  <a:srgbClr val="F7F5FA"/>
                </a:solidFill>
                <a:latin typeface="Arial"/>
                <a:ea typeface="Arial"/>
                <a:cs typeface="Arial"/>
              </a:defRPr>
            </a:pPr>
            <a:r>
              <a:rPr sz="1650" b="0">
                <a:solidFill>
                  <a:srgbClr val="F7F5FA"/>
                </a:solidFill>
                <a:latin typeface="Arial"/>
                <a:ea typeface="Arial"/>
                <a:cs typeface="Arial"/>
              </a:rPr>
              <a:t>Response + provider charge</a:t>
            </a:r>
          </a:p>
        </p:txBody>
      </p:sp>
      <p:sp>
        <p:nvSpPr>
          <p:cNvPr id="17" name="worker-lane">
            <a:extLst xmlns:a="http://schemas.openxmlformats.org/drawingml/2006/main">
              <a:ext uri="{FF2B5EF4-FFF2-40B4-BE49-F238E27FC236}">
                <a16:creationId xmlns:a16="http://schemas.microsoft.com/office/drawing/2014/main" id="{79D863AD-DD83-4CAF-BF6B-E8DC495BB8FD}"/>
              </a:ext>
            </a:extLst>
          </p:cNvPr>
          <p:cNvSpPr>
            <a:spLocks xmlns:a="http://schemas.openxmlformats.org/drawingml/2006/main" noGrp="1"/>
          </p:cNvSpPr>
          <p:nvPr/>
        </p:nvSpPr>
        <p:spPr>
          <a:xfrm xmlns:a="http://schemas.openxmlformats.org/drawingml/2006/main">
            <a:off x="4152900" y="431482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C8B2FF"/>
                </a:solidFill>
                <a:latin typeface="Arial"/>
                <a:ea typeface="Arial"/>
                <a:cs typeface="Arial"/>
              </a:defRPr>
            </a:defPPr>
            <a:lvl1pPr algn="l">
              <a:defRPr sz="1275" b="1">
                <a:solidFill>
                  <a:srgbClr val="C8B2FF"/>
                </a:solidFill>
                <a:latin typeface="Arial"/>
                <a:ea typeface="Arial"/>
                <a:cs typeface="Arial"/>
              </a:defRPr>
            </a:lvl1pPr>
            <a:lvl2pPr algn="l">
              <a:defRPr sz="1275" b="1">
                <a:solidFill>
                  <a:srgbClr val="C8B2FF"/>
                </a:solidFill>
                <a:latin typeface="Arial"/>
                <a:ea typeface="Arial"/>
                <a:cs typeface="Arial"/>
              </a:defRPr>
            </a:lvl2pPr>
            <a:lvl3pPr algn="l">
              <a:defRPr sz="1275" b="1">
                <a:solidFill>
                  <a:srgbClr val="C8B2FF"/>
                </a:solidFill>
                <a:latin typeface="Arial"/>
                <a:ea typeface="Arial"/>
                <a:cs typeface="Arial"/>
              </a:defRPr>
            </a:lvl3pPr>
            <a:lvl4pPr algn="l">
              <a:defRPr sz="1275" b="1">
                <a:solidFill>
                  <a:srgbClr val="C8B2FF"/>
                </a:solidFill>
                <a:latin typeface="Arial"/>
                <a:ea typeface="Arial"/>
                <a:cs typeface="Arial"/>
              </a:defRPr>
            </a:lvl4pPr>
            <a:lvl5pPr algn="l">
              <a:defRPr sz="1275" b="1">
                <a:solidFill>
                  <a:srgbClr val="C8B2FF"/>
                </a:solidFill>
                <a:latin typeface="Arial"/>
                <a:ea typeface="Arial"/>
                <a:cs typeface="Arial"/>
              </a:defRPr>
            </a:lvl5pPr>
            <a:lvl6pPr algn="l">
              <a:defRPr sz="1275" b="1">
                <a:solidFill>
                  <a:srgbClr val="C8B2FF"/>
                </a:solidFill>
                <a:latin typeface="Arial"/>
                <a:ea typeface="Arial"/>
                <a:cs typeface="Arial"/>
              </a:defRPr>
            </a:lvl6pPr>
            <a:lvl7pPr algn="l">
              <a:defRPr sz="1275" b="1">
                <a:solidFill>
                  <a:srgbClr val="C8B2FF"/>
                </a:solidFill>
                <a:latin typeface="Arial"/>
                <a:ea typeface="Arial"/>
                <a:cs typeface="Arial"/>
              </a:defRPr>
            </a:lvl7pPr>
            <a:lvl8pPr algn="l">
              <a:defRPr sz="1275" b="1">
                <a:solidFill>
                  <a:srgbClr val="C8B2FF"/>
                </a:solidFill>
                <a:latin typeface="Arial"/>
                <a:ea typeface="Arial"/>
                <a:cs typeface="Arial"/>
              </a:defRPr>
            </a:lvl8pPr>
            <a:lvl9pPr algn="l">
              <a:defRPr sz="1275" b="1">
                <a:solidFill>
                  <a:srgbClr val="C8B2FF"/>
                </a:solidFill>
                <a:latin typeface="Arial"/>
                <a:ea typeface="Arial"/>
                <a:cs typeface="Arial"/>
              </a:defRPr>
            </a:lvl9pPr>
          </a:lstStyle>
          <a:p xmlns:a="http://schemas.openxmlformats.org/drawingml/2006/main">
            <a:pPr algn="l">
              <a:defRPr sz="1275" b="1">
                <a:solidFill>
                  <a:srgbClr val="C8B2FF"/>
                </a:solidFill>
                <a:latin typeface="Arial"/>
                <a:ea typeface="Arial"/>
                <a:cs typeface="Arial"/>
              </a:defRPr>
            </a:pPr>
            <a:r>
              <a:rPr sz="1275" b="1">
                <a:solidFill>
                  <a:srgbClr val="C8B2FF"/>
                </a:solidFill>
                <a:latin typeface="Arial"/>
                <a:ea typeface="Arial"/>
                <a:cs typeface="Arial"/>
              </a:rPr>
              <a:t>COMPUTE WORKER</a:t>
            </a:r>
          </a:p>
        </p:txBody>
      </p:sp>
      <p:sp>
        <p:nvSpPr>
          <p:cNvPr id="18" name="worker-lane-detail">
            <a:extLst xmlns:a="http://schemas.openxmlformats.org/drawingml/2006/main">
              <a:ext uri="{FF2B5EF4-FFF2-40B4-BE49-F238E27FC236}">
                <a16:creationId xmlns:a16="http://schemas.microsoft.com/office/drawing/2014/main" id="{09FDEDC5-3357-4A99-82A1-BB9FFF8307FB}"/>
              </a:ext>
            </a:extLst>
          </p:cNvPr>
          <p:cNvSpPr>
            <a:spLocks xmlns:a="http://schemas.openxmlformats.org/drawingml/2006/main" noGrp="1"/>
          </p:cNvSpPr>
          <p:nvPr/>
        </p:nvSpPr>
        <p:spPr>
          <a:xfrm xmlns:a="http://schemas.openxmlformats.org/drawingml/2006/main">
            <a:off x="4152900" y="469582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7F5FA"/>
                </a:solidFill>
                <a:latin typeface="Arial"/>
                <a:ea typeface="Arial"/>
                <a:cs typeface="Arial"/>
              </a:defRPr>
            </a:defPPr>
            <a:lvl1pPr algn="l">
              <a:defRPr sz="1650" b="0">
                <a:solidFill>
                  <a:srgbClr val="F7F5FA"/>
                </a:solidFill>
                <a:latin typeface="Arial"/>
                <a:ea typeface="Arial"/>
                <a:cs typeface="Arial"/>
              </a:defRPr>
            </a:lvl1pPr>
            <a:lvl2pPr algn="l">
              <a:defRPr sz="1650" b="0">
                <a:solidFill>
                  <a:srgbClr val="F7F5FA"/>
                </a:solidFill>
                <a:latin typeface="Arial"/>
                <a:ea typeface="Arial"/>
                <a:cs typeface="Arial"/>
              </a:defRPr>
            </a:lvl2pPr>
            <a:lvl3pPr algn="l">
              <a:defRPr sz="1650" b="0">
                <a:solidFill>
                  <a:srgbClr val="F7F5FA"/>
                </a:solidFill>
                <a:latin typeface="Arial"/>
                <a:ea typeface="Arial"/>
                <a:cs typeface="Arial"/>
              </a:defRPr>
            </a:lvl3pPr>
            <a:lvl4pPr algn="l">
              <a:defRPr sz="1650" b="0">
                <a:solidFill>
                  <a:srgbClr val="F7F5FA"/>
                </a:solidFill>
                <a:latin typeface="Arial"/>
                <a:ea typeface="Arial"/>
                <a:cs typeface="Arial"/>
              </a:defRPr>
            </a:lvl4pPr>
            <a:lvl5pPr algn="l">
              <a:defRPr sz="1650" b="0">
                <a:solidFill>
                  <a:srgbClr val="F7F5FA"/>
                </a:solidFill>
                <a:latin typeface="Arial"/>
                <a:ea typeface="Arial"/>
                <a:cs typeface="Arial"/>
              </a:defRPr>
            </a:lvl5pPr>
            <a:lvl6pPr algn="l">
              <a:defRPr sz="1650" b="0">
                <a:solidFill>
                  <a:srgbClr val="F7F5FA"/>
                </a:solidFill>
                <a:latin typeface="Arial"/>
                <a:ea typeface="Arial"/>
                <a:cs typeface="Arial"/>
              </a:defRPr>
            </a:lvl6pPr>
            <a:lvl7pPr algn="l">
              <a:defRPr sz="1650" b="0">
                <a:solidFill>
                  <a:srgbClr val="F7F5FA"/>
                </a:solidFill>
                <a:latin typeface="Arial"/>
                <a:ea typeface="Arial"/>
                <a:cs typeface="Arial"/>
              </a:defRPr>
            </a:lvl7pPr>
            <a:lvl8pPr algn="l">
              <a:defRPr sz="1650" b="0">
                <a:solidFill>
                  <a:srgbClr val="F7F5FA"/>
                </a:solidFill>
                <a:latin typeface="Arial"/>
                <a:ea typeface="Arial"/>
                <a:cs typeface="Arial"/>
              </a:defRPr>
            </a:lvl8pPr>
            <a:lvl9pPr algn="l">
              <a:defRPr sz="1650" b="0">
                <a:solidFill>
                  <a:srgbClr val="F7F5FA"/>
                </a:solidFill>
                <a:latin typeface="Arial"/>
                <a:ea typeface="Arial"/>
                <a:cs typeface="Arial"/>
              </a:defRPr>
            </a:lvl9pPr>
          </a:lstStyle>
          <a:p xmlns:a="http://schemas.openxmlformats.org/drawingml/2006/main">
            <a:pPr algn="l">
              <a:defRPr sz="1650" b="0">
                <a:solidFill>
                  <a:srgbClr val="F7F5FA"/>
                </a:solidFill>
                <a:latin typeface="Arial"/>
                <a:ea typeface="Arial"/>
                <a:cs typeface="Arial"/>
              </a:defRPr>
            </a:pPr>
            <a:r>
              <a:rPr sz="1650" b="0">
                <a:solidFill>
                  <a:srgbClr val="F7F5FA"/>
                </a:solidFill>
                <a:latin typeface="Arial"/>
                <a:ea typeface="Arial"/>
                <a:cs typeface="Arial"/>
              </a:rPr>
              <a:t>Source + data in</a:t>
            </a:r>
          </a:p>
          <a:p xmlns:a="http://schemas.openxmlformats.org/drawingml/2006/main">
            <a:pPr algn="l">
              <a:defRPr sz="1650" b="0">
                <a:solidFill>
                  <a:srgbClr val="F7F5FA"/>
                </a:solidFill>
                <a:latin typeface="Arial"/>
                <a:ea typeface="Arial"/>
                <a:cs typeface="Arial"/>
              </a:defRPr>
            </a:pPr>
            <a:r>
              <a:rPr sz="1650" b="0">
                <a:solidFill>
                  <a:srgbClr val="F7F5FA"/>
                </a:solidFill>
                <a:latin typeface="Arial"/>
                <a:ea typeface="Arial"/>
                <a:cs typeface="Arial"/>
              </a:rPr>
              <a:t>Execution + output files</a:t>
            </a:r>
          </a:p>
        </p:txBody>
      </p:sp>
      <p:sp>
        <p:nvSpPr>
          <p:cNvPr id="19" name="service-separator">
            <a:extLst xmlns:a="http://schemas.openxmlformats.org/drawingml/2006/main">
              <a:ext uri="{FF2B5EF4-FFF2-40B4-BE49-F238E27FC236}">
                <a16:creationId xmlns:a16="http://schemas.microsoft.com/office/drawing/2014/main" id="{70FA800E-A4F7-4C3E-8532-BB1F88E4B7DE}"/>
              </a:ext>
            </a:extLst>
          </p:cNvPr>
          <p:cNvSpPr>
            <a:spLocks xmlns:a="http://schemas.openxmlformats.org/drawingml/2006/main" noGrp="1"/>
          </p:cNvSpPr>
          <p:nvPr/>
        </p:nvSpPr>
        <p:spPr>
          <a:xfrm xmlns:a="http://schemas.openxmlformats.org/drawingml/2006/main">
            <a:off x="7934325" y="2743200"/>
            <a:ext cx="0" cy="2486025"/>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20" name="gap-label">
            <a:extLst xmlns:a="http://schemas.openxmlformats.org/drawingml/2006/main">
              <a:ext uri="{FF2B5EF4-FFF2-40B4-BE49-F238E27FC236}">
                <a16:creationId xmlns:a16="http://schemas.microsoft.com/office/drawing/2014/main" id="{CAA9FE55-1339-43A9-B05E-E928F37AF73B}"/>
              </a:ext>
            </a:extLst>
          </p:cNvPr>
          <p:cNvSpPr>
            <a:spLocks xmlns:a="http://schemas.openxmlformats.org/drawingml/2006/main" noGrp="1"/>
          </p:cNvSpPr>
          <p:nvPr/>
        </p:nvSpPr>
        <p:spPr>
          <a:xfrm xmlns:a="http://schemas.openxmlformats.org/drawingml/2006/main">
            <a:off x="8420100" y="28194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97282"/>
                </a:solidFill>
                <a:latin typeface="Arial"/>
                <a:ea typeface="Arial"/>
                <a:cs typeface="Arial"/>
              </a:defRPr>
            </a:defPPr>
            <a:lvl1pPr algn="l">
              <a:defRPr sz="1050" b="1">
                <a:solidFill>
                  <a:srgbClr val="797282"/>
                </a:solidFill>
                <a:latin typeface="Arial"/>
                <a:ea typeface="Arial"/>
                <a:cs typeface="Arial"/>
              </a:defRPr>
            </a:lvl1pPr>
            <a:lvl2pPr algn="l">
              <a:defRPr sz="1050" b="1">
                <a:solidFill>
                  <a:srgbClr val="797282"/>
                </a:solidFill>
                <a:latin typeface="Arial"/>
                <a:ea typeface="Arial"/>
                <a:cs typeface="Arial"/>
              </a:defRPr>
            </a:lvl2pPr>
            <a:lvl3pPr algn="l">
              <a:defRPr sz="1050" b="1">
                <a:solidFill>
                  <a:srgbClr val="797282"/>
                </a:solidFill>
                <a:latin typeface="Arial"/>
                <a:ea typeface="Arial"/>
                <a:cs typeface="Arial"/>
              </a:defRPr>
            </a:lvl3pPr>
            <a:lvl4pPr algn="l">
              <a:defRPr sz="1050" b="1">
                <a:solidFill>
                  <a:srgbClr val="797282"/>
                </a:solidFill>
                <a:latin typeface="Arial"/>
                <a:ea typeface="Arial"/>
                <a:cs typeface="Arial"/>
              </a:defRPr>
            </a:lvl4pPr>
            <a:lvl5pPr algn="l">
              <a:defRPr sz="1050" b="1">
                <a:solidFill>
                  <a:srgbClr val="797282"/>
                </a:solidFill>
                <a:latin typeface="Arial"/>
                <a:ea typeface="Arial"/>
                <a:cs typeface="Arial"/>
              </a:defRPr>
            </a:lvl5pPr>
            <a:lvl6pPr algn="l">
              <a:defRPr sz="1050" b="1">
                <a:solidFill>
                  <a:srgbClr val="797282"/>
                </a:solidFill>
                <a:latin typeface="Arial"/>
                <a:ea typeface="Arial"/>
                <a:cs typeface="Arial"/>
              </a:defRPr>
            </a:lvl6pPr>
            <a:lvl7pPr algn="l">
              <a:defRPr sz="1050" b="1">
                <a:solidFill>
                  <a:srgbClr val="797282"/>
                </a:solidFill>
                <a:latin typeface="Arial"/>
                <a:ea typeface="Arial"/>
                <a:cs typeface="Arial"/>
              </a:defRPr>
            </a:lvl7pPr>
            <a:lvl8pPr algn="l">
              <a:defRPr sz="1050" b="1">
                <a:solidFill>
                  <a:srgbClr val="797282"/>
                </a:solidFill>
                <a:latin typeface="Arial"/>
                <a:ea typeface="Arial"/>
                <a:cs typeface="Arial"/>
              </a:defRPr>
            </a:lvl8pPr>
            <a:lvl9pPr algn="l">
              <a:defRPr sz="1050" b="1">
                <a:solidFill>
                  <a:srgbClr val="797282"/>
                </a:solidFill>
                <a:latin typeface="Arial"/>
                <a:ea typeface="Arial"/>
                <a:cs typeface="Arial"/>
              </a:defRPr>
            </a:lvl9pPr>
          </a:lstStyle>
          <a:p xmlns:a="http://schemas.openxmlformats.org/drawingml/2006/main">
            <a:pPr algn="l">
              <a:defRPr sz="1050" b="1">
                <a:solidFill>
                  <a:srgbClr val="797282"/>
                </a:solidFill>
                <a:latin typeface="Arial"/>
                <a:ea typeface="Arial"/>
                <a:cs typeface="Arial"/>
              </a:defRPr>
            </a:pPr>
            <a:r>
              <a:rPr sz="1050" b="1">
                <a:solidFill>
                  <a:srgbClr val="797282"/>
                </a:solidFill>
                <a:latin typeface="Arial"/>
                <a:ea typeface="Arial"/>
                <a:cs typeface="Arial"/>
              </a:rPr>
              <a:t>THE BUILDER HAS TO RECONCILE</a:t>
            </a:r>
          </a:p>
        </p:txBody>
      </p:sp>
      <p:sp>
        <p:nvSpPr>
          <p:cNvPr id="21" name="gap-number-0">
            <a:extLst xmlns:a="http://schemas.openxmlformats.org/drawingml/2006/main">
              <a:ext uri="{FF2B5EF4-FFF2-40B4-BE49-F238E27FC236}">
                <a16:creationId xmlns:a16="http://schemas.microsoft.com/office/drawing/2014/main" id="{AABF4C6F-EC2A-4621-9D96-046A5F7FB8C4}"/>
              </a:ext>
            </a:extLst>
          </p:cNvPr>
          <p:cNvSpPr>
            <a:spLocks xmlns:a="http://schemas.openxmlformats.org/drawingml/2006/main" noGrp="1"/>
          </p:cNvSpPr>
          <p:nvPr/>
        </p:nvSpPr>
        <p:spPr>
          <a:xfrm xmlns:a="http://schemas.openxmlformats.org/drawingml/2006/main">
            <a:off x="8420100" y="3314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01</a:t>
            </a:r>
          </a:p>
        </p:txBody>
      </p:sp>
      <p:sp>
        <p:nvSpPr>
          <p:cNvPr id="22" name="gap-question-0">
            <a:extLst xmlns:a="http://schemas.openxmlformats.org/drawingml/2006/main">
              <a:ext uri="{FF2B5EF4-FFF2-40B4-BE49-F238E27FC236}">
                <a16:creationId xmlns:a16="http://schemas.microsoft.com/office/drawing/2014/main" id="{8E67E385-0117-4F5E-A01F-E72A96DE9985}"/>
              </a:ext>
            </a:extLst>
          </p:cNvPr>
          <p:cNvSpPr>
            <a:spLocks xmlns:a="http://schemas.openxmlformats.org/drawingml/2006/main" noGrp="1"/>
          </p:cNvSpPr>
          <p:nvPr/>
        </p:nvSpPr>
        <p:spPr>
          <a:xfrm xmlns:a="http://schemas.openxmlformats.org/drawingml/2006/main">
            <a:off x="8858250" y="33147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7F5FA"/>
                </a:solidFill>
                <a:latin typeface="Arial"/>
                <a:ea typeface="Arial"/>
                <a:cs typeface="Arial"/>
              </a:defRPr>
            </a:defPPr>
            <a:lvl1pPr algn="l">
              <a:defRPr sz="1425" b="0">
                <a:solidFill>
                  <a:srgbClr val="F7F5FA"/>
                </a:solidFill>
                <a:latin typeface="Arial"/>
                <a:ea typeface="Arial"/>
                <a:cs typeface="Arial"/>
              </a:defRPr>
            </a:lvl1pPr>
            <a:lvl2pPr algn="l">
              <a:defRPr sz="1425" b="0">
                <a:solidFill>
                  <a:srgbClr val="F7F5FA"/>
                </a:solidFill>
                <a:latin typeface="Arial"/>
                <a:ea typeface="Arial"/>
                <a:cs typeface="Arial"/>
              </a:defRPr>
            </a:lvl2pPr>
            <a:lvl3pPr algn="l">
              <a:defRPr sz="1425" b="0">
                <a:solidFill>
                  <a:srgbClr val="F7F5FA"/>
                </a:solidFill>
                <a:latin typeface="Arial"/>
                <a:ea typeface="Arial"/>
                <a:cs typeface="Arial"/>
              </a:defRPr>
            </a:lvl3pPr>
            <a:lvl4pPr algn="l">
              <a:defRPr sz="1425" b="0">
                <a:solidFill>
                  <a:srgbClr val="F7F5FA"/>
                </a:solidFill>
                <a:latin typeface="Arial"/>
                <a:ea typeface="Arial"/>
                <a:cs typeface="Arial"/>
              </a:defRPr>
            </a:lvl4pPr>
            <a:lvl5pPr algn="l">
              <a:defRPr sz="1425" b="0">
                <a:solidFill>
                  <a:srgbClr val="F7F5FA"/>
                </a:solidFill>
                <a:latin typeface="Arial"/>
                <a:ea typeface="Arial"/>
                <a:cs typeface="Arial"/>
              </a:defRPr>
            </a:lvl5pPr>
            <a:lvl6pPr algn="l">
              <a:defRPr sz="1425" b="0">
                <a:solidFill>
                  <a:srgbClr val="F7F5FA"/>
                </a:solidFill>
                <a:latin typeface="Arial"/>
                <a:ea typeface="Arial"/>
                <a:cs typeface="Arial"/>
              </a:defRPr>
            </a:lvl6pPr>
            <a:lvl7pPr algn="l">
              <a:defRPr sz="1425" b="0">
                <a:solidFill>
                  <a:srgbClr val="F7F5FA"/>
                </a:solidFill>
                <a:latin typeface="Arial"/>
                <a:ea typeface="Arial"/>
                <a:cs typeface="Arial"/>
              </a:defRPr>
            </a:lvl7pPr>
            <a:lvl8pPr algn="l">
              <a:defRPr sz="1425" b="0">
                <a:solidFill>
                  <a:srgbClr val="F7F5FA"/>
                </a:solidFill>
                <a:latin typeface="Arial"/>
                <a:ea typeface="Arial"/>
                <a:cs typeface="Arial"/>
              </a:defRPr>
            </a:lvl8pPr>
            <a:lvl9pPr algn="l">
              <a:defRPr sz="1425" b="0">
                <a:solidFill>
                  <a:srgbClr val="F7F5FA"/>
                </a:solidFill>
                <a:latin typeface="Arial"/>
                <a:ea typeface="Arial"/>
                <a:cs typeface="Arial"/>
              </a:defRPr>
            </a:lvl9pPr>
          </a:lstStyle>
          <a:p xmlns:a="http://schemas.openxmlformats.org/drawingml/2006/main">
            <a:pPr algn="l">
              <a:defRPr sz="1425" b="0">
                <a:solidFill>
                  <a:srgbClr val="F7F5FA"/>
                </a:solidFill>
                <a:latin typeface="Arial"/>
                <a:ea typeface="Arial"/>
                <a:cs typeface="Arial"/>
              </a:defRPr>
            </a:pPr>
            <a:r>
              <a:rPr sz="1425" b="0">
                <a:solidFill>
                  <a:srgbClr val="F7F5FA"/>
                </a:solidFill>
                <a:latin typeface="Arial"/>
                <a:ea typeface="Arial"/>
                <a:cs typeface="Arial"/>
              </a:rPr>
              <a:t>Which route ran?</a:t>
            </a:r>
          </a:p>
        </p:txBody>
      </p:sp>
      <p:sp>
        <p:nvSpPr>
          <p:cNvPr id="23" name="gap-number-1">
            <a:extLst xmlns:a="http://schemas.openxmlformats.org/drawingml/2006/main">
              <a:ext uri="{FF2B5EF4-FFF2-40B4-BE49-F238E27FC236}">
                <a16:creationId xmlns:a16="http://schemas.microsoft.com/office/drawing/2014/main" id="{8995D656-934B-4F8E-B1F8-32748DBFDCFC}"/>
              </a:ext>
            </a:extLst>
          </p:cNvPr>
          <p:cNvSpPr>
            <a:spLocks xmlns:a="http://schemas.openxmlformats.org/drawingml/2006/main" noGrp="1"/>
          </p:cNvSpPr>
          <p:nvPr/>
        </p:nvSpPr>
        <p:spPr>
          <a:xfrm xmlns:a="http://schemas.openxmlformats.org/drawingml/2006/main">
            <a:off x="8420100" y="37719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02</a:t>
            </a:r>
          </a:p>
        </p:txBody>
      </p:sp>
      <p:sp>
        <p:nvSpPr>
          <p:cNvPr id="24" name="gap-question-1">
            <a:extLst xmlns:a="http://schemas.openxmlformats.org/drawingml/2006/main">
              <a:ext uri="{FF2B5EF4-FFF2-40B4-BE49-F238E27FC236}">
                <a16:creationId xmlns:a16="http://schemas.microsoft.com/office/drawing/2014/main" id="{69E59F90-44C0-4CD7-8EBE-0369F590B4D2}"/>
              </a:ext>
            </a:extLst>
          </p:cNvPr>
          <p:cNvSpPr>
            <a:spLocks xmlns:a="http://schemas.openxmlformats.org/drawingml/2006/main" noGrp="1"/>
          </p:cNvSpPr>
          <p:nvPr/>
        </p:nvSpPr>
        <p:spPr>
          <a:xfrm xmlns:a="http://schemas.openxmlformats.org/drawingml/2006/main">
            <a:off x="8858250" y="37719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7F5FA"/>
                </a:solidFill>
                <a:latin typeface="Arial"/>
                <a:ea typeface="Arial"/>
                <a:cs typeface="Arial"/>
              </a:defRPr>
            </a:defPPr>
            <a:lvl1pPr algn="l">
              <a:defRPr sz="1425" b="0">
                <a:solidFill>
                  <a:srgbClr val="F7F5FA"/>
                </a:solidFill>
                <a:latin typeface="Arial"/>
                <a:ea typeface="Arial"/>
                <a:cs typeface="Arial"/>
              </a:defRPr>
            </a:lvl1pPr>
            <a:lvl2pPr algn="l">
              <a:defRPr sz="1425" b="0">
                <a:solidFill>
                  <a:srgbClr val="F7F5FA"/>
                </a:solidFill>
                <a:latin typeface="Arial"/>
                <a:ea typeface="Arial"/>
                <a:cs typeface="Arial"/>
              </a:defRPr>
            </a:lvl2pPr>
            <a:lvl3pPr algn="l">
              <a:defRPr sz="1425" b="0">
                <a:solidFill>
                  <a:srgbClr val="F7F5FA"/>
                </a:solidFill>
                <a:latin typeface="Arial"/>
                <a:ea typeface="Arial"/>
                <a:cs typeface="Arial"/>
              </a:defRPr>
            </a:lvl3pPr>
            <a:lvl4pPr algn="l">
              <a:defRPr sz="1425" b="0">
                <a:solidFill>
                  <a:srgbClr val="F7F5FA"/>
                </a:solidFill>
                <a:latin typeface="Arial"/>
                <a:ea typeface="Arial"/>
                <a:cs typeface="Arial"/>
              </a:defRPr>
            </a:lvl4pPr>
            <a:lvl5pPr algn="l">
              <a:defRPr sz="1425" b="0">
                <a:solidFill>
                  <a:srgbClr val="F7F5FA"/>
                </a:solidFill>
                <a:latin typeface="Arial"/>
                <a:ea typeface="Arial"/>
                <a:cs typeface="Arial"/>
              </a:defRPr>
            </a:lvl5pPr>
            <a:lvl6pPr algn="l">
              <a:defRPr sz="1425" b="0">
                <a:solidFill>
                  <a:srgbClr val="F7F5FA"/>
                </a:solidFill>
                <a:latin typeface="Arial"/>
                <a:ea typeface="Arial"/>
                <a:cs typeface="Arial"/>
              </a:defRPr>
            </a:lvl6pPr>
            <a:lvl7pPr algn="l">
              <a:defRPr sz="1425" b="0">
                <a:solidFill>
                  <a:srgbClr val="F7F5FA"/>
                </a:solidFill>
                <a:latin typeface="Arial"/>
                <a:ea typeface="Arial"/>
                <a:cs typeface="Arial"/>
              </a:defRPr>
            </a:lvl7pPr>
            <a:lvl8pPr algn="l">
              <a:defRPr sz="1425" b="0">
                <a:solidFill>
                  <a:srgbClr val="F7F5FA"/>
                </a:solidFill>
                <a:latin typeface="Arial"/>
                <a:ea typeface="Arial"/>
                <a:cs typeface="Arial"/>
              </a:defRPr>
            </a:lvl8pPr>
            <a:lvl9pPr algn="l">
              <a:defRPr sz="1425" b="0">
                <a:solidFill>
                  <a:srgbClr val="F7F5FA"/>
                </a:solidFill>
                <a:latin typeface="Arial"/>
                <a:ea typeface="Arial"/>
                <a:cs typeface="Arial"/>
              </a:defRPr>
            </a:lvl9pPr>
          </a:lstStyle>
          <a:p xmlns:a="http://schemas.openxmlformats.org/drawingml/2006/main">
            <a:pPr algn="l">
              <a:defRPr sz="1425" b="0">
                <a:solidFill>
                  <a:srgbClr val="F7F5FA"/>
                </a:solidFill>
                <a:latin typeface="Arial"/>
                <a:ea typeface="Arial"/>
                <a:cs typeface="Arial"/>
              </a:defRPr>
            </a:pPr>
            <a:r>
              <a:rPr sz="1425" b="0">
                <a:solidFill>
                  <a:srgbClr val="F7F5FA"/>
                </a:solidFill>
                <a:latin typeface="Arial"/>
                <a:ea typeface="Arial"/>
                <a:cs typeface="Arial"/>
              </a:rPr>
              <a:t>Whose permission?</a:t>
            </a:r>
          </a:p>
        </p:txBody>
      </p:sp>
      <p:sp>
        <p:nvSpPr>
          <p:cNvPr id="25" name="gap-number-2">
            <a:extLst xmlns:a="http://schemas.openxmlformats.org/drawingml/2006/main">
              <a:ext uri="{FF2B5EF4-FFF2-40B4-BE49-F238E27FC236}">
                <a16:creationId xmlns:a16="http://schemas.microsoft.com/office/drawing/2014/main" id="{953053FB-9FB4-4B13-B308-34803ABA1D7D}"/>
              </a:ext>
            </a:extLst>
          </p:cNvPr>
          <p:cNvSpPr>
            <a:spLocks xmlns:a="http://schemas.openxmlformats.org/drawingml/2006/main" noGrp="1"/>
          </p:cNvSpPr>
          <p:nvPr/>
        </p:nvSpPr>
        <p:spPr>
          <a:xfrm xmlns:a="http://schemas.openxmlformats.org/drawingml/2006/main">
            <a:off x="8420100" y="42291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03</a:t>
            </a:r>
          </a:p>
        </p:txBody>
      </p:sp>
      <p:sp>
        <p:nvSpPr>
          <p:cNvPr id="26" name="gap-question-2">
            <a:extLst xmlns:a="http://schemas.openxmlformats.org/drawingml/2006/main">
              <a:ext uri="{FF2B5EF4-FFF2-40B4-BE49-F238E27FC236}">
                <a16:creationId xmlns:a16="http://schemas.microsoft.com/office/drawing/2014/main" id="{708E4EF8-866E-424C-B13C-311EF9845FA4}"/>
              </a:ext>
            </a:extLst>
          </p:cNvPr>
          <p:cNvSpPr>
            <a:spLocks xmlns:a="http://schemas.openxmlformats.org/drawingml/2006/main" noGrp="1"/>
          </p:cNvSpPr>
          <p:nvPr/>
        </p:nvSpPr>
        <p:spPr>
          <a:xfrm xmlns:a="http://schemas.openxmlformats.org/drawingml/2006/main">
            <a:off x="8858250" y="42291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7F5FA"/>
                </a:solidFill>
                <a:latin typeface="Arial"/>
                <a:ea typeface="Arial"/>
                <a:cs typeface="Arial"/>
              </a:defRPr>
            </a:defPPr>
            <a:lvl1pPr algn="l">
              <a:defRPr sz="1425" b="0">
                <a:solidFill>
                  <a:srgbClr val="F7F5FA"/>
                </a:solidFill>
                <a:latin typeface="Arial"/>
                <a:ea typeface="Arial"/>
                <a:cs typeface="Arial"/>
              </a:defRPr>
            </a:lvl1pPr>
            <a:lvl2pPr algn="l">
              <a:defRPr sz="1425" b="0">
                <a:solidFill>
                  <a:srgbClr val="F7F5FA"/>
                </a:solidFill>
                <a:latin typeface="Arial"/>
                <a:ea typeface="Arial"/>
                <a:cs typeface="Arial"/>
              </a:defRPr>
            </a:lvl2pPr>
            <a:lvl3pPr algn="l">
              <a:defRPr sz="1425" b="0">
                <a:solidFill>
                  <a:srgbClr val="F7F5FA"/>
                </a:solidFill>
                <a:latin typeface="Arial"/>
                <a:ea typeface="Arial"/>
                <a:cs typeface="Arial"/>
              </a:defRPr>
            </a:lvl3pPr>
            <a:lvl4pPr algn="l">
              <a:defRPr sz="1425" b="0">
                <a:solidFill>
                  <a:srgbClr val="F7F5FA"/>
                </a:solidFill>
                <a:latin typeface="Arial"/>
                <a:ea typeface="Arial"/>
                <a:cs typeface="Arial"/>
              </a:defRPr>
            </a:lvl4pPr>
            <a:lvl5pPr algn="l">
              <a:defRPr sz="1425" b="0">
                <a:solidFill>
                  <a:srgbClr val="F7F5FA"/>
                </a:solidFill>
                <a:latin typeface="Arial"/>
                <a:ea typeface="Arial"/>
                <a:cs typeface="Arial"/>
              </a:defRPr>
            </a:lvl5pPr>
            <a:lvl6pPr algn="l">
              <a:defRPr sz="1425" b="0">
                <a:solidFill>
                  <a:srgbClr val="F7F5FA"/>
                </a:solidFill>
                <a:latin typeface="Arial"/>
                <a:ea typeface="Arial"/>
                <a:cs typeface="Arial"/>
              </a:defRPr>
            </a:lvl6pPr>
            <a:lvl7pPr algn="l">
              <a:defRPr sz="1425" b="0">
                <a:solidFill>
                  <a:srgbClr val="F7F5FA"/>
                </a:solidFill>
                <a:latin typeface="Arial"/>
                <a:ea typeface="Arial"/>
                <a:cs typeface="Arial"/>
              </a:defRPr>
            </a:lvl7pPr>
            <a:lvl8pPr algn="l">
              <a:defRPr sz="1425" b="0">
                <a:solidFill>
                  <a:srgbClr val="F7F5FA"/>
                </a:solidFill>
                <a:latin typeface="Arial"/>
                <a:ea typeface="Arial"/>
                <a:cs typeface="Arial"/>
              </a:defRPr>
            </a:lvl8pPr>
            <a:lvl9pPr algn="l">
              <a:defRPr sz="1425" b="0">
                <a:solidFill>
                  <a:srgbClr val="F7F5FA"/>
                </a:solidFill>
                <a:latin typeface="Arial"/>
                <a:ea typeface="Arial"/>
                <a:cs typeface="Arial"/>
              </a:defRPr>
            </a:lvl9pPr>
          </a:lstStyle>
          <a:p xmlns:a="http://schemas.openxmlformats.org/drawingml/2006/main">
            <a:pPr algn="l">
              <a:defRPr sz="1425" b="0">
                <a:solidFill>
                  <a:srgbClr val="F7F5FA"/>
                </a:solidFill>
                <a:latin typeface="Arial"/>
                <a:ea typeface="Arial"/>
                <a:cs typeface="Arial"/>
              </a:defRPr>
            </a:pPr>
            <a:r>
              <a:rPr sz="1425" b="0">
                <a:solidFill>
                  <a:srgbClr val="F7F5FA"/>
                </a:solidFill>
                <a:latin typeface="Arial"/>
                <a:ea typeface="Arial"/>
                <a:cs typeface="Arial"/>
              </a:rPr>
              <a:t>What was the cap?</a:t>
            </a:r>
          </a:p>
        </p:txBody>
      </p:sp>
      <p:sp>
        <p:nvSpPr>
          <p:cNvPr id="27" name="gap-number-3">
            <a:extLst xmlns:a="http://schemas.openxmlformats.org/drawingml/2006/main">
              <a:ext uri="{FF2B5EF4-FFF2-40B4-BE49-F238E27FC236}">
                <a16:creationId xmlns:a16="http://schemas.microsoft.com/office/drawing/2014/main" id="{398C463A-525C-4C6D-9A49-36C8C67D5754}"/>
              </a:ext>
            </a:extLst>
          </p:cNvPr>
          <p:cNvSpPr>
            <a:spLocks xmlns:a="http://schemas.openxmlformats.org/drawingml/2006/main" noGrp="1"/>
          </p:cNvSpPr>
          <p:nvPr/>
        </p:nvSpPr>
        <p:spPr>
          <a:xfrm xmlns:a="http://schemas.openxmlformats.org/drawingml/2006/main">
            <a:off x="8420100" y="46863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04</a:t>
            </a:r>
          </a:p>
        </p:txBody>
      </p:sp>
      <p:sp>
        <p:nvSpPr>
          <p:cNvPr id="28" name="gap-question-3">
            <a:extLst xmlns:a="http://schemas.openxmlformats.org/drawingml/2006/main">
              <a:ext uri="{FF2B5EF4-FFF2-40B4-BE49-F238E27FC236}">
                <a16:creationId xmlns:a16="http://schemas.microsoft.com/office/drawing/2014/main" id="{E6517827-65A5-46FD-AA3D-F09115E2335B}"/>
              </a:ext>
            </a:extLst>
          </p:cNvPr>
          <p:cNvSpPr>
            <a:spLocks xmlns:a="http://schemas.openxmlformats.org/drawingml/2006/main" noGrp="1"/>
          </p:cNvSpPr>
          <p:nvPr/>
        </p:nvSpPr>
        <p:spPr>
          <a:xfrm xmlns:a="http://schemas.openxmlformats.org/drawingml/2006/main">
            <a:off x="8858250" y="46863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7F5FA"/>
                </a:solidFill>
                <a:latin typeface="Arial"/>
                <a:ea typeface="Arial"/>
                <a:cs typeface="Arial"/>
              </a:defRPr>
            </a:defPPr>
            <a:lvl1pPr algn="l">
              <a:defRPr sz="1425" b="0">
                <a:solidFill>
                  <a:srgbClr val="F7F5FA"/>
                </a:solidFill>
                <a:latin typeface="Arial"/>
                <a:ea typeface="Arial"/>
                <a:cs typeface="Arial"/>
              </a:defRPr>
            </a:lvl1pPr>
            <a:lvl2pPr algn="l">
              <a:defRPr sz="1425" b="0">
                <a:solidFill>
                  <a:srgbClr val="F7F5FA"/>
                </a:solidFill>
                <a:latin typeface="Arial"/>
                <a:ea typeface="Arial"/>
                <a:cs typeface="Arial"/>
              </a:defRPr>
            </a:lvl2pPr>
            <a:lvl3pPr algn="l">
              <a:defRPr sz="1425" b="0">
                <a:solidFill>
                  <a:srgbClr val="F7F5FA"/>
                </a:solidFill>
                <a:latin typeface="Arial"/>
                <a:ea typeface="Arial"/>
                <a:cs typeface="Arial"/>
              </a:defRPr>
            </a:lvl3pPr>
            <a:lvl4pPr algn="l">
              <a:defRPr sz="1425" b="0">
                <a:solidFill>
                  <a:srgbClr val="F7F5FA"/>
                </a:solidFill>
                <a:latin typeface="Arial"/>
                <a:ea typeface="Arial"/>
                <a:cs typeface="Arial"/>
              </a:defRPr>
            </a:lvl4pPr>
            <a:lvl5pPr algn="l">
              <a:defRPr sz="1425" b="0">
                <a:solidFill>
                  <a:srgbClr val="F7F5FA"/>
                </a:solidFill>
                <a:latin typeface="Arial"/>
                <a:ea typeface="Arial"/>
                <a:cs typeface="Arial"/>
              </a:defRPr>
            </a:lvl5pPr>
            <a:lvl6pPr algn="l">
              <a:defRPr sz="1425" b="0">
                <a:solidFill>
                  <a:srgbClr val="F7F5FA"/>
                </a:solidFill>
                <a:latin typeface="Arial"/>
                <a:ea typeface="Arial"/>
                <a:cs typeface="Arial"/>
              </a:defRPr>
            </a:lvl6pPr>
            <a:lvl7pPr algn="l">
              <a:defRPr sz="1425" b="0">
                <a:solidFill>
                  <a:srgbClr val="F7F5FA"/>
                </a:solidFill>
                <a:latin typeface="Arial"/>
                <a:ea typeface="Arial"/>
                <a:cs typeface="Arial"/>
              </a:defRPr>
            </a:lvl7pPr>
            <a:lvl8pPr algn="l">
              <a:defRPr sz="1425" b="0">
                <a:solidFill>
                  <a:srgbClr val="F7F5FA"/>
                </a:solidFill>
                <a:latin typeface="Arial"/>
                <a:ea typeface="Arial"/>
                <a:cs typeface="Arial"/>
              </a:defRPr>
            </a:lvl8pPr>
            <a:lvl9pPr algn="l">
              <a:defRPr sz="1425" b="0">
                <a:solidFill>
                  <a:srgbClr val="F7F5FA"/>
                </a:solidFill>
                <a:latin typeface="Arial"/>
                <a:ea typeface="Arial"/>
                <a:cs typeface="Arial"/>
              </a:defRPr>
            </a:lvl9pPr>
          </a:lstStyle>
          <a:p xmlns:a="http://schemas.openxmlformats.org/drawingml/2006/main">
            <a:pPr algn="l">
              <a:defRPr sz="1425" b="0">
                <a:solidFill>
                  <a:srgbClr val="F7F5FA"/>
                </a:solidFill>
                <a:latin typeface="Arial"/>
                <a:ea typeface="Arial"/>
                <a:cs typeface="Arial"/>
              </a:defRPr>
            </a:pPr>
            <a:r>
              <a:rPr sz="1425" b="0">
                <a:solidFill>
                  <a:srgbClr val="F7F5FA"/>
                </a:solidFill>
                <a:latin typeface="Arial"/>
                <a:ea typeface="Arial"/>
                <a:cs typeface="Arial"/>
              </a:rPr>
              <a:t>What evidence returned?</a:t>
            </a:r>
          </a:p>
        </p:txBody>
      </p:sp>
      <p:sp>
        <p:nvSpPr>
          <p:cNvPr id="29" name="problem-conclusion">
            <a:extLst xmlns:a="http://schemas.openxmlformats.org/drawingml/2006/main">
              <a:ext uri="{FF2B5EF4-FFF2-40B4-BE49-F238E27FC236}">
                <a16:creationId xmlns:a16="http://schemas.microsoft.com/office/drawing/2014/main" id="{BC646767-B95E-4D3F-842F-AA12A6C24BAB}"/>
              </a:ext>
            </a:extLst>
          </p:cNvPr>
          <p:cNvSpPr>
            <a:spLocks xmlns:a="http://schemas.openxmlformats.org/drawingml/2006/main" noGrp="1"/>
          </p:cNvSpPr>
          <p:nvPr/>
        </p:nvSpPr>
        <p:spPr>
          <a:xfrm xmlns:a="http://schemas.openxmlformats.org/drawingml/2006/main">
            <a:off x="800100" y="57245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F7F5FA"/>
                </a:solidFill>
                <a:latin typeface="Arial"/>
                <a:ea typeface="Arial"/>
                <a:cs typeface="Arial"/>
              </a:defRPr>
            </a:defPPr>
            <a:lvl1pPr algn="l">
              <a:defRPr sz="2100" b="1">
                <a:solidFill>
                  <a:srgbClr val="F7F5FA"/>
                </a:solidFill>
                <a:latin typeface="Arial"/>
                <a:ea typeface="Arial"/>
                <a:cs typeface="Arial"/>
              </a:defRPr>
            </a:lvl1pPr>
            <a:lvl2pPr algn="l">
              <a:defRPr sz="2100" b="1">
                <a:solidFill>
                  <a:srgbClr val="F7F5FA"/>
                </a:solidFill>
                <a:latin typeface="Arial"/>
                <a:ea typeface="Arial"/>
                <a:cs typeface="Arial"/>
              </a:defRPr>
            </a:lvl2pPr>
            <a:lvl3pPr algn="l">
              <a:defRPr sz="2100" b="1">
                <a:solidFill>
                  <a:srgbClr val="F7F5FA"/>
                </a:solidFill>
                <a:latin typeface="Arial"/>
                <a:ea typeface="Arial"/>
                <a:cs typeface="Arial"/>
              </a:defRPr>
            </a:lvl3pPr>
            <a:lvl4pPr algn="l">
              <a:defRPr sz="2100" b="1">
                <a:solidFill>
                  <a:srgbClr val="F7F5FA"/>
                </a:solidFill>
                <a:latin typeface="Arial"/>
                <a:ea typeface="Arial"/>
                <a:cs typeface="Arial"/>
              </a:defRPr>
            </a:lvl4pPr>
            <a:lvl5pPr algn="l">
              <a:defRPr sz="2100" b="1">
                <a:solidFill>
                  <a:srgbClr val="F7F5FA"/>
                </a:solidFill>
                <a:latin typeface="Arial"/>
                <a:ea typeface="Arial"/>
                <a:cs typeface="Arial"/>
              </a:defRPr>
            </a:lvl5pPr>
            <a:lvl6pPr algn="l">
              <a:defRPr sz="2100" b="1">
                <a:solidFill>
                  <a:srgbClr val="F7F5FA"/>
                </a:solidFill>
                <a:latin typeface="Arial"/>
                <a:ea typeface="Arial"/>
                <a:cs typeface="Arial"/>
              </a:defRPr>
            </a:lvl6pPr>
            <a:lvl7pPr algn="l">
              <a:defRPr sz="2100" b="1">
                <a:solidFill>
                  <a:srgbClr val="F7F5FA"/>
                </a:solidFill>
                <a:latin typeface="Arial"/>
                <a:ea typeface="Arial"/>
                <a:cs typeface="Arial"/>
              </a:defRPr>
            </a:lvl7pPr>
            <a:lvl8pPr algn="l">
              <a:defRPr sz="2100" b="1">
                <a:solidFill>
                  <a:srgbClr val="F7F5FA"/>
                </a:solidFill>
                <a:latin typeface="Arial"/>
                <a:ea typeface="Arial"/>
                <a:cs typeface="Arial"/>
              </a:defRPr>
            </a:lvl8pPr>
            <a:lvl9pPr algn="l">
              <a:defRPr sz="2100" b="1">
                <a:solidFill>
                  <a:srgbClr val="F7F5FA"/>
                </a:solidFill>
                <a:latin typeface="Arial"/>
                <a:ea typeface="Arial"/>
                <a:cs typeface="Arial"/>
              </a:defRPr>
            </a:lvl9pPr>
          </a:lstStyle>
          <a:p xmlns:a="http://schemas.openxmlformats.org/drawingml/2006/main">
            <a:pPr algn="l">
              <a:defRPr sz="2100" b="1">
                <a:solidFill>
                  <a:srgbClr val="F7F5FA"/>
                </a:solidFill>
                <a:latin typeface="Arial"/>
                <a:ea typeface="Arial"/>
                <a:cs typeface="Arial"/>
              </a:defRPr>
            </a:pPr>
            <a:r>
              <a:rPr sz="2100" b="1">
                <a:solidFill>
                  <a:srgbClr val="F7F5FA"/>
                </a:solidFill>
                <a:latin typeface="Arial"/>
                <a:ea typeface="Arial"/>
                <a:cs typeface="Arial"/>
              </a:rPr>
              <a:t>The owner must piece together permission, cost and proof.</a:t>
            </a:r>
          </a:p>
        </p:txBody>
      </p:sp>
    </p:spTree>
    <p:extLst>
      <p:ext uri="{BB962C8B-B14F-4D97-AF65-F5344CB8AC3E}">
        <p14:creationId xmlns:p14="http://schemas.microsoft.com/office/powerpoint/2010/main" val="442620709"/>
      </p:ext>
    </p:extLst>
  </p:cSld>
</p:sld>
</file>

<file path=ppt/slides/slide3.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CC06977F-65FA-461E-8A1A-DE2D48465F6B}"/>
              </a:ext>
            </a:extLst>
          </p:cNvPr>
          <p:cNvPicPr>
            <a:picLocks xmlns:a="http://schemas.openxmlformats.org/drawingml/2006/main" noChangeAspect="1"/>
          </p:cNvPicPr>
          <p:nvPr/>
        </p:nvPicPr>
        <p:blipFill>
          <a:blip xmlns:r="http://schemas.openxmlformats.org/officeDocument/2006/relationships" xmlns:a="http://schemas.openxmlformats.org/drawingml/2006/main" r:embed="Ra0d0199cece54156"/>
          <a:stretch xmlns:a="http://schemas.openxmlformats.org/drawingml/2006/main"/>
        </p:blipFill>
        <p:spPr>
          <a:xfrm xmlns:a="http://schemas.openxmlformats.org/drawingml/2006/main">
            <a:off x="685800" y="352425"/>
            <a:ext cx="295275" cy="2952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9BE6770C-25E9-41A5-958C-F25BC23572BA}"/>
              </a:ext>
            </a:extLst>
          </p:cNvPr>
          <p:cNvSpPr>
            <a:spLocks xmlns:a="http://schemas.openxmlformats.org/drawingml/2006/main" noGrp="1"/>
          </p:cNvSpPr>
          <p:nvPr/>
        </p:nvSpPr>
        <p:spPr>
          <a:xfrm xmlns:a="http://schemas.openxmlformats.org/drawingml/2006/main">
            <a:off x="1085850" y="371475"/>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7F5FA"/>
                </a:solidFill>
                <a:latin typeface="Arial"/>
                <a:ea typeface="Arial"/>
                <a:cs typeface="Arial"/>
              </a:defRPr>
            </a:defPPr>
            <a:lvl1pPr algn="l">
              <a:defRPr sz="1125" b="1">
                <a:solidFill>
                  <a:srgbClr val="F7F5FA"/>
                </a:solidFill>
                <a:latin typeface="Arial"/>
                <a:ea typeface="Arial"/>
                <a:cs typeface="Arial"/>
              </a:defRPr>
            </a:lvl1pPr>
            <a:lvl2pPr algn="l">
              <a:defRPr sz="1125" b="1">
                <a:solidFill>
                  <a:srgbClr val="F7F5FA"/>
                </a:solidFill>
                <a:latin typeface="Arial"/>
                <a:ea typeface="Arial"/>
                <a:cs typeface="Arial"/>
              </a:defRPr>
            </a:lvl2pPr>
            <a:lvl3pPr algn="l">
              <a:defRPr sz="1125" b="1">
                <a:solidFill>
                  <a:srgbClr val="F7F5FA"/>
                </a:solidFill>
                <a:latin typeface="Arial"/>
                <a:ea typeface="Arial"/>
                <a:cs typeface="Arial"/>
              </a:defRPr>
            </a:lvl3pPr>
            <a:lvl4pPr algn="l">
              <a:defRPr sz="1125" b="1">
                <a:solidFill>
                  <a:srgbClr val="F7F5FA"/>
                </a:solidFill>
                <a:latin typeface="Arial"/>
                <a:ea typeface="Arial"/>
                <a:cs typeface="Arial"/>
              </a:defRPr>
            </a:lvl4pPr>
            <a:lvl5pPr algn="l">
              <a:defRPr sz="1125" b="1">
                <a:solidFill>
                  <a:srgbClr val="F7F5FA"/>
                </a:solidFill>
                <a:latin typeface="Arial"/>
                <a:ea typeface="Arial"/>
                <a:cs typeface="Arial"/>
              </a:defRPr>
            </a:lvl5pPr>
            <a:lvl6pPr algn="l">
              <a:defRPr sz="1125" b="1">
                <a:solidFill>
                  <a:srgbClr val="F7F5FA"/>
                </a:solidFill>
                <a:latin typeface="Arial"/>
                <a:ea typeface="Arial"/>
                <a:cs typeface="Arial"/>
              </a:defRPr>
            </a:lvl6pPr>
            <a:lvl7pPr algn="l">
              <a:defRPr sz="1125" b="1">
                <a:solidFill>
                  <a:srgbClr val="F7F5FA"/>
                </a:solidFill>
                <a:latin typeface="Arial"/>
                <a:ea typeface="Arial"/>
                <a:cs typeface="Arial"/>
              </a:defRPr>
            </a:lvl7pPr>
            <a:lvl8pPr algn="l">
              <a:defRPr sz="1125" b="1">
                <a:solidFill>
                  <a:srgbClr val="F7F5FA"/>
                </a:solidFill>
                <a:latin typeface="Arial"/>
                <a:ea typeface="Arial"/>
                <a:cs typeface="Arial"/>
              </a:defRPr>
            </a:lvl8pPr>
            <a:lvl9pPr algn="l">
              <a:defRPr sz="1125" b="1">
                <a:solidFill>
                  <a:srgbClr val="F7F5FA"/>
                </a:solidFill>
                <a:latin typeface="Arial"/>
                <a:ea typeface="Arial"/>
                <a:cs typeface="Arial"/>
              </a:defRPr>
            </a:lvl9pPr>
          </a:lstStyle>
          <a:p xmlns:a="http://schemas.openxmlformats.org/drawingml/2006/main">
            <a:pPr algn="l">
              <a:defRPr sz="1125" b="1">
                <a:solidFill>
                  <a:srgbClr val="F7F5FA"/>
                </a:solidFill>
                <a:latin typeface="Arial"/>
                <a:ea typeface="Arial"/>
                <a:cs typeface="Arial"/>
              </a:defRPr>
            </a:pPr>
            <a:r>
              <a:rPr sz="1125" b="1">
                <a:solidFill>
                  <a:srgbClr val="F7F5FA"/>
                </a:solidFill>
                <a:latin typeface="Arial"/>
                <a:ea typeface="Arial"/>
                <a:cs typeface="Arial"/>
              </a:rPr>
              <a:t>APERTURE</a:t>
            </a:r>
          </a:p>
        </p:txBody>
      </p:sp>
      <p:sp>
        <p:nvSpPr>
          <p:cNvPr id="3" name="chapter">
            <a:extLst xmlns:a="http://schemas.openxmlformats.org/drawingml/2006/main">
              <a:ext uri="{FF2B5EF4-FFF2-40B4-BE49-F238E27FC236}">
                <a16:creationId xmlns:a16="http://schemas.microsoft.com/office/drawing/2014/main" id="{9022CAC3-90DC-42FB-8D92-E40918466B79}"/>
              </a:ext>
            </a:extLst>
          </p:cNvPr>
          <p:cNvSpPr>
            <a:spLocks xmlns:a="http://schemas.openxmlformats.org/drawingml/2006/main" noGrp="1"/>
          </p:cNvSpPr>
          <p:nvPr/>
        </p:nvSpPr>
        <p:spPr>
          <a:xfrm xmlns:a="http://schemas.openxmlformats.org/drawingml/2006/main">
            <a:off x="8334375" y="371475"/>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97282"/>
                </a:solidFill>
                <a:latin typeface="Arial"/>
                <a:ea typeface="Arial"/>
                <a:cs typeface="Arial"/>
              </a:defRPr>
            </a:defPPr>
            <a:lvl1pPr algn="r">
              <a:defRPr sz="975" b="1">
                <a:solidFill>
                  <a:srgbClr val="797282"/>
                </a:solidFill>
                <a:latin typeface="Arial"/>
                <a:ea typeface="Arial"/>
                <a:cs typeface="Arial"/>
              </a:defRPr>
            </a:lvl1pPr>
            <a:lvl2pPr algn="r">
              <a:defRPr sz="975" b="1">
                <a:solidFill>
                  <a:srgbClr val="797282"/>
                </a:solidFill>
                <a:latin typeface="Arial"/>
                <a:ea typeface="Arial"/>
                <a:cs typeface="Arial"/>
              </a:defRPr>
            </a:lvl2pPr>
            <a:lvl3pPr algn="r">
              <a:defRPr sz="975" b="1">
                <a:solidFill>
                  <a:srgbClr val="797282"/>
                </a:solidFill>
                <a:latin typeface="Arial"/>
                <a:ea typeface="Arial"/>
                <a:cs typeface="Arial"/>
              </a:defRPr>
            </a:lvl3pPr>
            <a:lvl4pPr algn="r">
              <a:defRPr sz="975" b="1">
                <a:solidFill>
                  <a:srgbClr val="797282"/>
                </a:solidFill>
                <a:latin typeface="Arial"/>
                <a:ea typeface="Arial"/>
                <a:cs typeface="Arial"/>
              </a:defRPr>
            </a:lvl4pPr>
            <a:lvl5pPr algn="r">
              <a:defRPr sz="975" b="1">
                <a:solidFill>
                  <a:srgbClr val="797282"/>
                </a:solidFill>
                <a:latin typeface="Arial"/>
                <a:ea typeface="Arial"/>
                <a:cs typeface="Arial"/>
              </a:defRPr>
            </a:lvl5pPr>
            <a:lvl6pPr algn="r">
              <a:defRPr sz="975" b="1">
                <a:solidFill>
                  <a:srgbClr val="797282"/>
                </a:solidFill>
                <a:latin typeface="Arial"/>
                <a:ea typeface="Arial"/>
                <a:cs typeface="Arial"/>
              </a:defRPr>
            </a:lvl6pPr>
            <a:lvl7pPr algn="r">
              <a:defRPr sz="975" b="1">
                <a:solidFill>
                  <a:srgbClr val="797282"/>
                </a:solidFill>
                <a:latin typeface="Arial"/>
                <a:ea typeface="Arial"/>
                <a:cs typeface="Arial"/>
              </a:defRPr>
            </a:lvl7pPr>
            <a:lvl8pPr algn="r">
              <a:defRPr sz="975" b="1">
                <a:solidFill>
                  <a:srgbClr val="797282"/>
                </a:solidFill>
                <a:latin typeface="Arial"/>
                <a:ea typeface="Arial"/>
                <a:cs typeface="Arial"/>
              </a:defRPr>
            </a:lvl8pPr>
            <a:lvl9pPr algn="r">
              <a:defRPr sz="975" b="1">
                <a:solidFill>
                  <a:srgbClr val="797282"/>
                </a:solidFill>
                <a:latin typeface="Arial"/>
                <a:ea typeface="Arial"/>
                <a:cs typeface="Arial"/>
              </a:defRPr>
            </a:lvl9pPr>
          </a:lstStyle>
          <a:p xmlns:a="http://schemas.openxmlformats.org/drawingml/2006/main">
            <a:pPr algn="r">
              <a:defRPr sz="975" b="1">
                <a:solidFill>
                  <a:srgbClr val="797282"/>
                </a:solidFill>
                <a:latin typeface="Arial"/>
                <a:ea typeface="Arial"/>
                <a:cs typeface="Arial"/>
              </a:defRPr>
            </a:pPr>
            <a:r>
              <a:rPr sz="975" b="1">
                <a:solidFill>
                  <a:srgbClr val="797282"/>
                </a:solidFill>
                <a:latin typeface="Arial"/>
                <a:ea typeface="Arial"/>
                <a:cs typeface="Arial"/>
              </a:rPr>
              <a:t>SOLUTION</a:t>
            </a:r>
          </a:p>
        </p:txBody>
      </p:sp>
      <p:sp>
        <p:nvSpPr>
          <p:cNvPr id="4" name="footer-rule">
            <a:extLst xmlns:a="http://schemas.openxmlformats.org/drawingml/2006/main">
              <a:ext uri="{FF2B5EF4-FFF2-40B4-BE49-F238E27FC236}">
                <a16:creationId xmlns:a16="http://schemas.microsoft.com/office/drawing/2014/main" id="{BB8B4B2E-A323-4D2D-9CEC-F8033FAE99B0}"/>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5" name="folio">
            <a:extLst xmlns:a="http://schemas.openxmlformats.org/drawingml/2006/main">
              <a:ext uri="{FF2B5EF4-FFF2-40B4-BE49-F238E27FC236}">
                <a16:creationId xmlns:a16="http://schemas.microsoft.com/office/drawing/2014/main" id="{DDB9CAA7-BD0F-4E0F-8944-88EE2E7E65C9}"/>
              </a:ext>
            </a:extLst>
          </p:cNvPr>
          <p:cNvSpPr>
            <a:spLocks xmlns:a="http://schemas.openxmlformats.org/drawingml/2006/main" noGrp="1"/>
          </p:cNvSpPr>
          <p:nvPr/>
        </p:nvSpPr>
        <p:spPr>
          <a:xfrm xmlns:a="http://schemas.openxmlformats.org/drawingml/2006/main">
            <a:off x="10477500" y="65722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97282"/>
                </a:solidFill>
                <a:latin typeface="Arial"/>
                <a:ea typeface="Arial"/>
                <a:cs typeface="Arial"/>
              </a:defRPr>
            </a:defPPr>
            <a:lvl1pPr algn="r">
              <a:defRPr sz="900" b="0">
                <a:solidFill>
                  <a:srgbClr val="797282"/>
                </a:solidFill>
                <a:latin typeface="Arial"/>
                <a:ea typeface="Arial"/>
                <a:cs typeface="Arial"/>
              </a:defRPr>
            </a:lvl1pPr>
            <a:lvl2pPr algn="r">
              <a:defRPr sz="900" b="0">
                <a:solidFill>
                  <a:srgbClr val="797282"/>
                </a:solidFill>
                <a:latin typeface="Arial"/>
                <a:ea typeface="Arial"/>
                <a:cs typeface="Arial"/>
              </a:defRPr>
            </a:lvl2pPr>
            <a:lvl3pPr algn="r">
              <a:defRPr sz="900" b="0">
                <a:solidFill>
                  <a:srgbClr val="797282"/>
                </a:solidFill>
                <a:latin typeface="Arial"/>
                <a:ea typeface="Arial"/>
                <a:cs typeface="Arial"/>
              </a:defRPr>
            </a:lvl3pPr>
            <a:lvl4pPr algn="r">
              <a:defRPr sz="900" b="0">
                <a:solidFill>
                  <a:srgbClr val="797282"/>
                </a:solidFill>
                <a:latin typeface="Arial"/>
                <a:ea typeface="Arial"/>
                <a:cs typeface="Arial"/>
              </a:defRPr>
            </a:lvl4pPr>
            <a:lvl5pPr algn="r">
              <a:defRPr sz="900" b="0">
                <a:solidFill>
                  <a:srgbClr val="797282"/>
                </a:solidFill>
                <a:latin typeface="Arial"/>
                <a:ea typeface="Arial"/>
                <a:cs typeface="Arial"/>
              </a:defRPr>
            </a:lvl5pPr>
            <a:lvl6pPr algn="r">
              <a:defRPr sz="900" b="0">
                <a:solidFill>
                  <a:srgbClr val="797282"/>
                </a:solidFill>
                <a:latin typeface="Arial"/>
                <a:ea typeface="Arial"/>
                <a:cs typeface="Arial"/>
              </a:defRPr>
            </a:lvl6pPr>
            <a:lvl7pPr algn="r">
              <a:defRPr sz="900" b="0">
                <a:solidFill>
                  <a:srgbClr val="797282"/>
                </a:solidFill>
                <a:latin typeface="Arial"/>
                <a:ea typeface="Arial"/>
                <a:cs typeface="Arial"/>
              </a:defRPr>
            </a:lvl7pPr>
            <a:lvl8pPr algn="r">
              <a:defRPr sz="900" b="0">
                <a:solidFill>
                  <a:srgbClr val="797282"/>
                </a:solidFill>
                <a:latin typeface="Arial"/>
                <a:ea typeface="Arial"/>
                <a:cs typeface="Arial"/>
              </a:defRPr>
            </a:lvl8pPr>
            <a:lvl9pPr algn="r">
              <a:defRPr sz="900" b="0">
                <a:solidFill>
                  <a:srgbClr val="797282"/>
                </a:solidFill>
                <a:latin typeface="Arial"/>
                <a:ea typeface="Arial"/>
                <a:cs typeface="Arial"/>
              </a:defRPr>
            </a:lvl9pPr>
          </a:lstStyle>
          <a:p xmlns:a="http://schemas.openxmlformats.org/drawingml/2006/main">
            <a:pPr algn="r">
              <a:defRPr sz="900" b="0">
                <a:solidFill>
                  <a:srgbClr val="797282"/>
                </a:solidFill>
                <a:latin typeface="Arial"/>
                <a:ea typeface="Arial"/>
                <a:cs typeface="Arial"/>
              </a:defRPr>
            </a:pPr>
            <a:r>
              <a:rPr sz="900" b="0">
                <a:solidFill>
                  <a:srgbClr val="797282"/>
                </a:solidFill>
                <a:latin typeface="Arial"/>
                <a:ea typeface="Arial"/>
                <a:cs typeface="Arial"/>
              </a:rPr>
              <a:t>03 / 08</a:t>
            </a:r>
          </a:p>
        </p:txBody>
      </p:sp>
      <p:sp>
        <p:nvSpPr>
          <p:cNvPr id="6" name="slide-title">
            <a:extLst xmlns:a="http://schemas.openxmlformats.org/drawingml/2006/main">
              <a:ext uri="{FF2B5EF4-FFF2-40B4-BE49-F238E27FC236}">
                <a16:creationId xmlns:a16="http://schemas.microsoft.com/office/drawing/2014/main" id="{FDA83F75-6CD5-4A98-98C2-9A75140E9833}"/>
              </a:ext>
            </a:extLst>
          </p:cNvPr>
          <p:cNvSpPr>
            <a:spLocks xmlns:a="http://schemas.openxmlformats.org/drawingml/2006/main" noGrp="1"/>
          </p:cNvSpPr>
          <p:nvPr/>
        </p:nvSpPr>
        <p:spPr>
          <a:xfrm xmlns:a="http://schemas.openxmlformats.org/drawingml/2006/main">
            <a:off x="685800" y="9906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900" b="1">
                <a:solidFill>
                  <a:srgbClr val="F7F5FA"/>
                </a:solidFill>
                <a:latin typeface="Arial"/>
                <a:ea typeface="Arial"/>
                <a:cs typeface="Arial"/>
              </a:defRPr>
            </a:defPPr>
            <a:lvl1pPr algn="l">
              <a:defRPr sz="3900" b="1">
                <a:solidFill>
                  <a:srgbClr val="F7F5FA"/>
                </a:solidFill>
                <a:latin typeface="Arial"/>
                <a:ea typeface="Arial"/>
                <a:cs typeface="Arial"/>
              </a:defRPr>
            </a:lvl1pPr>
            <a:lvl2pPr algn="l">
              <a:defRPr sz="3900" b="1">
                <a:solidFill>
                  <a:srgbClr val="F7F5FA"/>
                </a:solidFill>
                <a:latin typeface="Arial"/>
                <a:ea typeface="Arial"/>
                <a:cs typeface="Arial"/>
              </a:defRPr>
            </a:lvl2pPr>
            <a:lvl3pPr algn="l">
              <a:defRPr sz="3900" b="1">
                <a:solidFill>
                  <a:srgbClr val="F7F5FA"/>
                </a:solidFill>
                <a:latin typeface="Arial"/>
                <a:ea typeface="Arial"/>
                <a:cs typeface="Arial"/>
              </a:defRPr>
            </a:lvl3pPr>
            <a:lvl4pPr algn="l">
              <a:defRPr sz="3900" b="1">
                <a:solidFill>
                  <a:srgbClr val="F7F5FA"/>
                </a:solidFill>
                <a:latin typeface="Arial"/>
                <a:ea typeface="Arial"/>
                <a:cs typeface="Arial"/>
              </a:defRPr>
            </a:lvl4pPr>
            <a:lvl5pPr algn="l">
              <a:defRPr sz="3900" b="1">
                <a:solidFill>
                  <a:srgbClr val="F7F5FA"/>
                </a:solidFill>
                <a:latin typeface="Arial"/>
                <a:ea typeface="Arial"/>
                <a:cs typeface="Arial"/>
              </a:defRPr>
            </a:lvl5pPr>
            <a:lvl6pPr algn="l">
              <a:defRPr sz="3900" b="1">
                <a:solidFill>
                  <a:srgbClr val="F7F5FA"/>
                </a:solidFill>
                <a:latin typeface="Arial"/>
                <a:ea typeface="Arial"/>
                <a:cs typeface="Arial"/>
              </a:defRPr>
            </a:lvl6pPr>
            <a:lvl7pPr algn="l">
              <a:defRPr sz="3900" b="1">
                <a:solidFill>
                  <a:srgbClr val="F7F5FA"/>
                </a:solidFill>
                <a:latin typeface="Arial"/>
                <a:ea typeface="Arial"/>
                <a:cs typeface="Arial"/>
              </a:defRPr>
            </a:lvl7pPr>
            <a:lvl8pPr algn="l">
              <a:defRPr sz="3900" b="1">
                <a:solidFill>
                  <a:srgbClr val="F7F5FA"/>
                </a:solidFill>
                <a:latin typeface="Arial"/>
                <a:ea typeface="Arial"/>
                <a:cs typeface="Arial"/>
              </a:defRPr>
            </a:lvl8pPr>
            <a:lvl9pPr algn="l">
              <a:defRPr sz="3900" b="1">
                <a:solidFill>
                  <a:srgbClr val="F7F5FA"/>
                </a:solidFill>
                <a:latin typeface="Arial"/>
                <a:ea typeface="Arial"/>
                <a:cs typeface="Arial"/>
              </a:defRPr>
            </a:lvl9pPr>
          </a:lstStyle>
          <a:p xmlns:a="http://schemas.openxmlformats.org/drawingml/2006/main">
            <a:pPr algn="l">
              <a:defRPr sz="3900" b="1">
                <a:solidFill>
                  <a:srgbClr val="F7F5FA"/>
                </a:solidFill>
                <a:latin typeface="Arial"/>
                <a:ea typeface="Arial"/>
                <a:cs typeface="Arial"/>
              </a:defRPr>
            </a:pPr>
            <a:r>
              <a:rPr sz="3900" b="1">
                <a:solidFill>
                  <a:srgbClr val="F7F5FA"/>
                </a:solidFill>
                <a:latin typeface="Arial"/>
                <a:ea typeface="Arial"/>
                <a:cs typeface="Arial"/>
              </a:rPr>
              <a:t>Aperture makes the task the common unit</a:t>
            </a:r>
          </a:p>
        </p:txBody>
      </p:sp>
      <p:sp>
        <p:nvSpPr>
          <p:cNvPr id="7" name="slide-deck">
            <a:extLst xmlns:a="http://schemas.openxmlformats.org/drawingml/2006/main">
              <a:ext uri="{FF2B5EF4-FFF2-40B4-BE49-F238E27FC236}">
                <a16:creationId xmlns:a16="http://schemas.microsoft.com/office/drawing/2014/main" id="{E674CD15-0BE5-4BC6-ACE4-C7DBC6B82224}"/>
              </a:ext>
            </a:extLst>
          </p:cNvPr>
          <p:cNvSpPr>
            <a:spLocks xmlns:a="http://schemas.openxmlformats.org/drawingml/2006/main" noGrp="1"/>
          </p:cNvSpPr>
          <p:nvPr/>
        </p:nvSpPr>
        <p:spPr>
          <a:xfrm xmlns:a="http://schemas.openxmlformats.org/drawingml/2006/main">
            <a:off x="704850" y="17621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AA5B4"/>
                </a:solidFill>
                <a:latin typeface="Arial"/>
                <a:ea typeface="Arial"/>
                <a:cs typeface="Arial"/>
              </a:defRPr>
            </a:defPPr>
            <a:lvl1pPr algn="l">
              <a:defRPr sz="1650" b="0">
                <a:solidFill>
                  <a:srgbClr val="AAA5B4"/>
                </a:solidFill>
                <a:latin typeface="Arial"/>
                <a:ea typeface="Arial"/>
                <a:cs typeface="Arial"/>
              </a:defRPr>
            </a:lvl1pPr>
            <a:lvl2pPr algn="l">
              <a:defRPr sz="1650" b="0">
                <a:solidFill>
                  <a:srgbClr val="AAA5B4"/>
                </a:solidFill>
                <a:latin typeface="Arial"/>
                <a:ea typeface="Arial"/>
                <a:cs typeface="Arial"/>
              </a:defRPr>
            </a:lvl2pPr>
            <a:lvl3pPr algn="l">
              <a:defRPr sz="1650" b="0">
                <a:solidFill>
                  <a:srgbClr val="AAA5B4"/>
                </a:solidFill>
                <a:latin typeface="Arial"/>
                <a:ea typeface="Arial"/>
                <a:cs typeface="Arial"/>
              </a:defRPr>
            </a:lvl3pPr>
            <a:lvl4pPr algn="l">
              <a:defRPr sz="1650" b="0">
                <a:solidFill>
                  <a:srgbClr val="AAA5B4"/>
                </a:solidFill>
                <a:latin typeface="Arial"/>
                <a:ea typeface="Arial"/>
                <a:cs typeface="Arial"/>
              </a:defRPr>
            </a:lvl4pPr>
            <a:lvl5pPr algn="l">
              <a:defRPr sz="1650" b="0">
                <a:solidFill>
                  <a:srgbClr val="AAA5B4"/>
                </a:solidFill>
                <a:latin typeface="Arial"/>
                <a:ea typeface="Arial"/>
                <a:cs typeface="Arial"/>
              </a:defRPr>
            </a:lvl5pPr>
            <a:lvl6pPr algn="l">
              <a:defRPr sz="1650" b="0">
                <a:solidFill>
                  <a:srgbClr val="AAA5B4"/>
                </a:solidFill>
                <a:latin typeface="Arial"/>
                <a:ea typeface="Arial"/>
                <a:cs typeface="Arial"/>
              </a:defRPr>
            </a:lvl6pPr>
            <a:lvl7pPr algn="l">
              <a:defRPr sz="1650" b="0">
                <a:solidFill>
                  <a:srgbClr val="AAA5B4"/>
                </a:solidFill>
                <a:latin typeface="Arial"/>
                <a:ea typeface="Arial"/>
                <a:cs typeface="Arial"/>
              </a:defRPr>
            </a:lvl7pPr>
            <a:lvl8pPr algn="l">
              <a:defRPr sz="1650" b="0">
                <a:solidFill>
                  <a:srgbClr val="AAA5B4"/>
                </a:solidFill>
                <a:latin typeface="Arial"/>
                <a:ea typeface="Arial"/>
                <a:cs typeface="Arial"/>
              </a:defRPr>
            </a:lvl8pPr>
            <a:lvl9pPr algn="l">
              <a:defRPr sz="1650" b="0">
                <a:solidFill>
                  <a:srgbClr val="AAA5B4"/>
                </a:solidFill>
                <a:latin typeface="Arial"/>
                <a:ea typeface="Arial"/>
                <a:cs typeface="Arial"/>
              </a:defRPr>
            </a:lvl9pPr>
          </a:lstStyle>
          <a:p xmlns:a="http://schemas.openxmlformats.org/drawingml/2006/main">
            <a:pPr algn="l">
              <a:defRPr sz="1650" b="0">
                <a:solidFill>
                  <a:srgbClr val="AAA5B4"/>
                </a:solidFill>
                <a:latin typeface="Arial"/>
                <a:ea typeface="Arial"/>
                <a:cs typeface="Arial"/>
              </a:defRPr>
            </a:pPr>
            <a:r>
              <a:rPr sz="1650" b="0">
                <a:solidFill>
                  <a:srgbClr val="AAA5B4"/>
                </a:solidFill>
                <a:latin typeface="Arial"/>
                <a:ea typeface="Arial"/>
                <a:cs typeface="Arial"/>
              </a:rPr>
              <a:t>Inference, code and data workflows share one owner-approved gateway.</a:t>
            </a:r>
          </a:p>
        </p:txBody>
      </p:sp>
      <p:sp>
        <p:nvSpPr>
          <p:cNvPr id="8" name="solution-input-dot-0">
            <a:extLst xmlns:a="http://schemas.openxmlformats.org/drawingml/2006/main">
              <a:ext uri="{FF2B5EF4-FFF2-40B4-BE49-F238E27FC236}">
                <a16:creationId xmlns:a16="http://schemas.microsoft.com/office/drawing/2014/main" id="{A9FC604F-11C9-4C55-9E75-1CB19435BF07}"/>
              </a:ext>
            </a:extLst>
          </p:cNvPr>
          <p:cNvSpPr>
            <a:spLocks xmlns:a="http://schemas.openxmlformats.org/drawingml/2006/main" noGrp="1"/>
          </p:cNvSpPr>
          <p:nvPr/>
        </p:nvSpPr>
        <p:spPr>
          <a:xfrm xmlns:a="http://schemas.openxmlformats.org/drawingml/2006/main">
            <a:off x="781050" y="3086100"/>
            <a:ext cx="114300" cy="114300"/>
          </a:xfrm>
          <a:prstGeom xmlns:a="http://schemas.openxmlformats.org/drawingml/2006/main" prst="ellipse">
            <a:avLst/>
          </a:prstGeom>
          <a:solidFill xmlns:a="http://schemas.openxmlformats.org/drawingml/2006/main">
            <a:srgbClr val="82E5F4"/>
          </a:solidFill>
          <a:ln xmlns:a="http://schemas.openxmlformats.org/drawingml/2006/main" w="0">
            <a:noFill/>
            <a:prstDash val="solid"/>
          </a:ln>
        </p:spPr>
      </p:sp>
      <p:sp>
        <p:nvSpPr>
          <p:cNvPr id="9" name="solution-input-title-0">
            <a:extLst xmlns:a="http://schemas.openxmlformats.org/drawingml/2006/main">
              <a:ext uri="{FF2B5EF4-FFF2-40B4-BE49-F238E27FC236}">
                <a16:creationId xmlns:a16="http://schemas.microsoft.com/office/drawing/2014/main" id="{9D010171-E974-495F-86A9-6FDD7943CE25}"/>
              </a:ext>
            </a:extLst>
          </p:cNvPr>
          <p:cNvSpPr>
            <a:spLocks xmlns:a="http://schemas.openxmlformats.org/drawingml/2006/main" noGrp="1"/>
          </p:cNvSpPr>
          <p:nvPr/>
        </p:nvSpPr>
        <p:spPr>
          <a:xfrm xmlns:a="http://schemas.openxmlformats.org/drawingml/2006/main">
            <a:off x="1028700" y="29051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82E5F4"/>
                </a:solidFill>
                <a:latin typeface="Arial"/>
                <a:ea typeface="Arial"/>
                <a:cs typeface="Arial"/>
              </a:defRPr>
            </a:defPPr>
            <a:lvl1pPr algn="l">
              <a:defRPr sz="1200" b="1">
                <a:solidFill>
                  <a:srgbClr val="82E5F4"/>
                </a:solidFill>
                <a:latin typeface="Arial"/>
                <a:ea typeface="Arial"/>
                <a:cs typeface="Arial"/>
              </a:defRPr>
            </a:lvl1pPr>
            <a:lvl2pPr algn="l">
              <a:defRPr sz="1200" b="1">
                <a:solidFill>
                  <a:srgbClr val="82E5F4"/>
                </a:solidFill>
                <a:latin typeface="Arial"/>
                <a:ea typeface="Arial"/>
                <a:cs typeface="Arial"/>
              </a:defRPr>
            </a:lvl2pPr>
            <a:lvl3pPr algn="l">
              <a:defRPr sz="1200" b="1">
                <a:solidFill>
                  <a:srgbClr val="82E5F4"/>
                </a:solidFill>
                <a:latin typeface="Arial"/>
                <a:ea typeface="Arial"/>
                <a:cs typeface="Arial"/>
              </a:defRPr>
            </a:lvl3pPr>
            <a:lvl4pPr algn="l">
              <a:defRPr sz="1200" b="1">
                <a:solidFill>
                  <a:srgbClr val="82E5F4"/>
                </a:solidFill>
                <a:latin typeface="Arial"/>
                <a:ea typeface="Arial"/>
                <a:cs typeface="Arial"/>
              </a:defRPr>
            </a:lvl4pPr>
            <a:lvl5pPr algn="l">
              <a:defRPr sz="1200" b="1">
                <a:solidFill>
                  <a:srgbClr val="82E5F4"/>
                </a:solidFill>
                <a:latin typeface="Arial"/>
                <a:ea typeface="Arial"/>
                <a:cs typeface="Arial"/>
              </a:defRPr>
            </a:lvl5pPr>
            <a:lvl6pPr algn="l">
              <a:defRPr sz="1200" b="1">
                <a:solidFill>
                  <a:srgbClr val="82E5F4"/>
                </a:solidFill>
                <a:latin typeface="Arial"/>
                <a:ea typeface="Arial"/>
                <a:cs typeface="Arial"/>
              </a:defRPr>
            </a:lvl6pPr>
            <a:lvl7pPr algn="l">
              <a:defRPr sz="1200" b="1">
                <a:solidFill>
                  <a:srgbClr val="82E5F4"/>
                </a:solidFill>
                <a:latin typeface="Arial"/>
                <a:ea typeface="Arial"/>
                <a:cs typeface="Arial"/>
              </a:defRPr>
            </a:lvl7pPr>
            <a:lvl8pPr algn="l">
              <a:defRPr sz="1200" b="1">
                <a:solidFill>
                  <a:srgbClr val="82E5F4"/>
                </a:solidFill>
                <a:latin typeface="Arial"/>
                <a:ea typeface="Arial"/>
                <a:cs typeface="Arial"/>
              </a:defRPr>
            </a:lvl8pPr>
            <a:lvl9pPr algn="l">
              <a:defRPr sz="1200" b="1">
                <a:solidFill>
                  <a:srgbClr val="82E5F4"/>
                </a:solidFill>
                <a:latin typeface="Arial"/>
                <a:ea typeface="Arial"/>
                <a:cs typeface="Arial"/>
              </a:defRPr>
            </a:lvl9pPr>
          </a:lstStyle>
          <a:p xmlns:a="http://schemas.openxmlformats.org/drawingml/2006/main">
            <a:pPr algn="l">
              <a:defRPr sz="1200" b="1">
                <a:solidFill>
                  <a:srgbClr val="82E5F4"/>
                </a:solidFill>
                <a:latin typeface="Arial"/>
                <a:ea typeface="Arial"/>
                <a:cs typeface="Arial"/>
              </a:defRPr>
            </a:pPr>
            <a:r>
              <a:rPr sz="1200" b="1">
                <a:solidFill>
                  <a:srgbClr val="82E5F4"/>
                </a:solidFill>
                <a:latin typeface="Arial"/>
                <a:ea typeface="Arial"/>
                <a:cs typeface="Arial"/>
              </a:rPr>
              <a:t>MODEL INFERENCE</a:t>
            </a:r>
          </a:p>
        </p:txBody>
      </p:sp>
      <p:sp>
        <p:nvSpPr>
          <p:cNvPr id="10" name="solution-input-sub-0">
            <a:extLst xmlns:a="http://schemas.openxmlformats.org/drawingml/2006/main">
              <a:ext uri="{FF2B5EF4-FFF2-40B4-BE49-F238E27FC236}">
                <a16:creationId xmlns:a16="http://schemas.microsoft.com/office/drawing/2014/main" id="{E004784A-4CE6-4493-970A-8095204D5D96}"/>
              </a:ext>
            </a:extLst>
          </p:cNvPr>
          <p:cNvSpPr>
            <a:spLocks xmlns:a="http://schemas.openxmlformats.org/drawingml/2006/main" noGrp="1"/>
          </p:cNvSpPr>
          <p:nvPr/>
        </p:nvSpPr>
        <p:spPr>
          <a:xfrm xmlns:a="http://schemas.openxmlformats.org/drawingml/2006/main">
            <a:off x="1028700" y="32099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7F5FA"/>
                </a:solidFill>
                <a:latin typeface="Arial"/>
                <a:ea typeface="Arial"/>
                <a:cs typeface="Arial"/>
              </a:defRPr>
            </a:defPPr>
            <a:lvl1pPr algn="l">
              <a:defRPr sz="1425" b="0">
                <a:solidFill>
                  <a:srgbClr val="F7F5FA"/>
                </a:solidFill>
                <a:latin typeface="Arial"/>
                <a:ea typeface="Arial"/>
                <a:cs typeface="Arial"/>
              </a:defRPr>
            </a:lvl1pPr>
            <a:lvl2pPr algn="l">
              <a:defRPr sz="1425" b="0">
                <a:solidFill>
                  <a:srgbClr val="F7F5FA"/>
                </a:solidFill>
                <a:latin typeface="Arial"/>
                <a:ea typeface="Arial"/>
                <a:cs typeface="Arial"/>
              </a:defRPr>
            </a:lvl2pPr>
            <a:lvl3pPr algn="l">
              <a:defRPr sz="1425" b="0">
                <a:solidFill>
                  <a:srgbClr val="F7F5FA"/>
                </a:solidFill>
                <a:latin typeface="Arial"/>
                <a:ea typeface="Arial"/>
                <a:cs typeface="Arial"/>
              </a:defRPr>
            </a:lvl3pPr>
            <a:lvl4pPr algn="l">
              <a:defRPr sz="1425" b="0">
                <a:solidFill>
                  <a:srgbClr val="F7F5FA"/>
                </a:solidFill>
                <a:latin typeface="Arial"/>
                <a:ea typeface="Arial"/>
                <a:cs typeface="Arial"/>
              </a:defRPr>
            </a:lvl4pPr>
            <a:lvl5pPr algn="l">
              <a:defRPr sz="1425" b="0">
                <a:solidFill>
                  <a:srgbClr val="F7F5FA"/>
                </a:solidFill>
                <a:latin typeface="Arial"/>
                <a:ea typeface="Arial"/>
                <a:cs typeface="Arial"/>
              </a:defRPr>
            </a:lvl5pPr>
            <a:lvl6pPr algn="l">
              <a:defRPr sz="1425" b="0">
                <a:solidFill>
                  <a:srgbClr val="F7F5FA"/>
                </a:solidFill>
                <a:latin typeface="Arial"/>
                <a:ea typeface="Arial"/>
                <a:cs typeface="Arial"/>
              </a:defRPr>
            </a:lvl6pPr>
            <a:lvl7pPr algn="l">
              <a:defRPr sz="1425" b="0">
                <a:solidFill>
                  <a:srgbClr val="F7F5FA"/>
                </a:solidFill>
                <a:latin typeface="Arial"/>
                <a:ea typeface="Arial"/>
                <a:cs typeface="Arial"/>
              </a:defRPr>
            </a:lvl7pPr>
            <a:lvl8pPr algn="l">
              <a:defRPr sz="1425" b="0">
                <a:solidFill>
                  <a:srgbClr val="F7F5FA"/>
                </a:solidFill>
                <a:latin typeface="Arial"/>
                <a:ea typeface="Arial"/>
                <a:cs typeface="Arial"/>
              </a:defRPr>
            </a:lvl8pPr>
            <a:lvl9pPr algn="l">
              <a:defRPr sz="1425" b="0">
                <a:solidFill>
                  <a:srgbClr val="F7F5FA"/>
                </a:solidFill>
                <a:latin typeface="Arial"/>
                <a:ea typeface="Arial"/>
                <a:cs typeface="Arial"/>
              </a:defRPr>
            </a:lvl9pPr>
          </a:lstStyle>
          <a:p xmlns:a="http://schemas.openxmlformats.org/drawingml/2006/main">
            <a:pPr algn="l">
              <a:defRPr sz="1425" b="0">
                <a:solidFill>
                  <a:srgbClr val="F7F5FA"/>
                </a:solidFill>
                <a:latin typeface="Arial"/>
                <a:ea typeface="Arial"/>
                <a:cs typeface="Arial"/>
              </a:defRPr>
            </a:pPr>
            <a:r>
              <a:rPr sz="1425" b="0">
                <a:solidFill>
                  <a:srgbClr val="F7F5FA"/>
                </a:solidFill>
                <a:latin typeface="Arial"/>
                <a:ea typeface="Arial"/>
                <a:cs typeface="Arial"/>
              </a:rPr>
              <a:t>Streamed provider request</a:t>
            </a:r>
          </a:p>
        </p:txBody>
      </p:sp>
      <p:sp>
        <p:nvSpPr>
          <p:cNvPr id="11" name="solution-route-0">
            <a:extLst xmlns:a="http://schemas.openxmlformats.org/drawingml/2006/main">
              <a:ext uri="{FF2B5EF4-FFF2-40B4-BE49-F238E27FC236}">
                <a16:creationId xmlns:a16="http://schemas.microsoft.com/office/drawing/2014/main" id="{D75CEA84-6C9F-44EA-A8FA-21BCA8A28FB3}"/>
              </a:ext>
            </a:extLst>
          </p:cNvPr>
          <p:cNvSpPr>
            <a:spLocks xmlns:a="http://schemas.openxmlformats.org/drawingml/2006/main" noGrp="1"/>
          </p:cNvSpPr>
          <p:nvPr/>
        </p:nvSpPr>
        <p:spPr>
          <a:xfrm xmlns:a="http://schemas.openxmlformats.org/drawingml/2006/main">
            <a:off x="3733800" y="3124200"/>
            <a:ext cx="666750" cy="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12" name="solution-input-dot-1">
            <a:extLst xmlns:a="http://schemas.openxmlformats.org/drawingml/2006/main">
              <a:ext uri="{FF2B5EF4-FFF2-40B4-BE49-F238E27FC236}">
                <a16:creationId xmlns:a16="http://schemas.microsoft.com/office/drawing/2014/main" id="{C82B70BA-1E25-42EB-ADAA-F02B4349D627}"/>
              </a:ext>
            </a:extLst>
          </p:cNvPr>
          <p:cNvSpPr>
            <a:spLocks xmlns:a="http://schemas.openxmlformats.org/drawingml/2006/main" noGrp="1"/>
          </p:cNvSpPr>
          <p:nvPr/>
        </p:nvSpPr>
        <p:spPr>
          <a:xfrm xmlns:a="http://schemas.openxmlformats.org/drawingml/2006/main">
            <a:off x="781050" y="3990975"/>
            <a:ext cx="114300" cy="114300"/>
          </a:xfrm>
          <a:prstGeom xmlns:a="http://schemas.openxmlformats.org/drawingml/2006/main" prst="ellipse">
            <a:avLst/>
          </a:prstGeom>
          <a:solidFill xmlns:a="http://schemas.openxmlformats.org/drawingml/2006/main">
            <a:srgbClr val="C8B2FF"/>
          </a:solidFill>
          <a:ln xmlns:a="http://schemas.openxmlformats.org/drawingml/2006/main" w="0">
            <a:noFill/>
            <a:prstDash val="solid"/>
          </a:ln>
        </p:spPr>
      </p:sp>
      <p:sp>
        <p:nvSpPr>
          <p:cNvPr id="13" name="solution-input-title-1">
            <a:extLst xmlns:a="http://schemas.openxmlformats.org/drawingml/2006/main">
              <a:ext uri="{FF2B5EF4-FFF2-40B4-BE49-F238E27FC236}">
                <a16:creationId xmlns:a16="http://schemas.microsoft.com/office/drawing/2014/main" id="{6734885F-32AD-41F6-9DD8-0528D1565041}"/>
              </a:ext>
            </a:extLst>
          </p:cNvPr>
          <p:cNvSpPr>
            <a:spLocks xmlns:a="http://schemas.openxmlformats.org/drawingml/2006/main" noGrp="1"/>
          </p:cNvSpPr>
          <p:nvPr/>
        </p:nvSpPr>
        <p:spPr>
          <a:xfrm xmlns:a="http://schemas.openxmlformats.org/drawingml/2006/main">
            <a:off x="1028700" y="38100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8B2FF"/>
                </a:solidFill>
                <a:latin typeface="Arial"/>
                <a:ea typeface="Arial"/>
                <a:cs typeface="Arial"/>
              </a:defRPr>
            </a:defPPr>
            <a:lvl1pPr algn="l">
              <a:defRPr sz="1200" b="1">
                <a:solidFill>
                  <a:srgbClr val="C8B2FF"/>
                </a:solidFill>
                <a:latin typeface="Arial"/>
                <a:ea typeface="Arial"/>
                <a:cs typeface="Arial"/>
              </a:defRPr>
            </a:lvl1pPr>
            <a:lvl2pPr algn="l">
              <a:defRPr sz="1200" b="1">
                <a:solidFill>
                  <a:srgbClr val="C8B2FF"/>
                </a:solidFill>
                <a:latin typeface="Arial"/>
                <a:ea typeface="Arial"/>
                <a:cs typeface="Arial"/>
              </a:defRPr>
            </a:lvl2pPr>
            <a:lvl3pPr algn="l">
              <a:defRPr sz="1200" b="1">
                <a:solidFill>
                  <a:srgbClr val="C8B2FF"/>
                </a:solidFill>
                <a:latin typeface="Arial"/>
                <a:ea typeface="Arial"/>
                <a:cs typeface="Arial"/>
              </a:defRPr>
            </a:lvl3pPr>
            <a:lvl4pPr algn="l">
              <a:defRPr sz="1200" b="1">
                <a:solidFill>
                  <a:srgbClr val="C8B2FF"/>
                </a:solidFill>
                <a:latin typeface="Arial"/>
                <a:ea typeface="Arial"/>
                <a:cs typeface="Arial"/>
              </a:defRPr>
            </a:lvl4pPr>
            <a:lvl5pPr algn="l">
              <a:defRPr sz="1200" b="1">
                <a:solidFill>
                  <a:srgbClr val="C8B2FF"/>
                </a:solidFill>
                <a:latin typeface="Arial"/>
                <a:ea typeface="Arial"/>
                <a:cs typeface="Arial"/>
              </a:defRPr>
            </a:lvl5pPr>
            <a:lvl6pPr algn="l">
              <a:defRPr sz="1200" b="1">
                <a:solidFill>
                  <a:srgbClr val="C8B2FF"/>
                </a:solidFill>
                <a:latin typeface="Arial"/>
                <a:ea typeface="Arial"/>
                <a:cs typeface="Arial"/>
              </a:defRPr>
            </a:lvl6pPr>
            <a:lvl7pPr algn="l">
              <a:defRPr sz="1200" b="1">
                <a:solidFill>
                  <a:srgbClr val="C8B2FF"/>
                </a:solidFill>
                <a:latin typeface="Arial"/>
                <a:ea typeface="Arial"/>
                <a:cs typeface="Arial"/>
              </a:defRPr>
            </a:lvl7pPr>
            <a:lvl8pPr algn="l">
              <a:defRPr sz="1200" b="1">
                <a:solidFill>
                  <a:srgbClr val="C8B2FF"/>
                </a:solidFill>
                <a:latin typeface="Arial"/>
                <a:ea typeface="Arial"/>
                <a:cs typeface="Arial"/>
              </a:defRPr>
            </a:lvl8pPr>
            <a:lvl9pPr algn="l">
              <a:defRPr sz="1200" b="1">
                <a:solidFill>
                  <a:srgbClr val="C8B2FF"/>
                </a:solidFill>
                <a:latin typeface="Arial"/>
                <a:ea typeface="Arial"/>
                <a:cs typeface="Arial"/>
              </a:defRPr>
            </a:lvl9pPr>
          </a:lstStyle>
          <a:p xmlns:a="http://schemas.openxmlformats.org/drawingml/2006/main">
            <a:pPr algn="l">
              <a:defRPr sz="1200" b="1">
                <a:solidFill>
                  <a:srgbClr val="C8B2FF"/>
                </a:solidFill>
                <a:latin typeface="Arial"/>
                <a:ea typeface="Arial"/>
                <a:cs typeface="Arial"/>
              </a:defRPr>
            </a:pPr>
            <a:r>
              <a:rPr sz="1200" b="1">
                <a:solidFill>
                  <a:srgbClr val="C8B2FF"/>
                </a:solidFill>
                <a:latin typeface="Arial"/>
                <a:ea typeface="Arial"/>
                <a:cs typeface="Arial"/>
              </a:rPr>
              <a:t>PYTHON COMPUTE</a:t>
            </a:r>
          </a:p>
        </p:txBody>
      </p:sp>
      <p:sp>
        <p:nvSpPr>
          <p:cNvPr id="14" name="solution-input-sub-1">
            <a:extLst xmlns:a="http://schemas.openxmlformats.org/drawingml/2006/main">
              <a:ext uri="{FF2B5EF4-FFF2-40B4-BE49-F238E27FC236}">
                <a16:creationId xmlns:a16="http://schemas.microsoft.com/office/drawing/2014/main" id="{FCDD379B-84B9-49B3-AA78-4DC7D7A0D06E}"/>
              </a:ext>
            </a:extLst>
          </p:cNvPr>
          <p:cNvSpPr>
            <a:spLocks xmlns:a="http://schemas.openxmlformats.org/drawingml/2006/main" noGrp="1"/>
          </p:cNvSpPr>
          <p:nvPr/>
        </p:nvSpPr>
        <p:spPr>
          <a:xfrm xmlns:a="http://schemas.openxmlformats.org/drawingml/2006/main">
            <a:off x="1028700" y="41148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7F5FA"/>
                </a:solidFill>
                <a:latin typeface="Arial"/>
                <a:ea typeface="Arial"/>
                <a:cs typeface="Arial"/>
              </a:defRPr>
            </a:defPPr>
            <a:lvl1pPr algn="l">
              <a:defRPr sz="1425" b="0">
                <a:solidFill>
                  <a:srgbClr val="F7F5FA"/>
                </a:solidFill>
                <a:latin typeface="Arial"/>
                <a:ea typeface="Arial"/>
                <a:cs typeface="Arial"/>
              </a:defRPr>
            </a:lvl1pPr>
            <a:lvl2pPr algn="l">
              <a:defRPr sz="1425" b="0">
                <a:solidFill>
                  <a:srgbClr val="F7F5FA"/>
                </a:solidFill>
                <a:latin typeface="Arial"/>
                <a:ea typeface="Arial"/>
                <a:cs typeface="Arial"/>
              </a:defRPr>
            </a:lvl2pPr>
            <a:lvl3pPr algn="l">
              <a:defRPr sz="1425" b="0">
                <a:solidFill>
                  <a:srgbClr val="F7F5FA"/>
                </a:solidFill>
                <a:latin typeface="Arial"/>
                <a:ea typeface="Arial"/>
                <a:cs typeface="Arial"/>
              </a:defRPr>
            </a:lvl3pPr>
            <a:lvl4pPr algn="l">
              <a:defRPr sz="1425" b="0">
                <a:solidFill>
                  <a:srgbClr val="F7F5FA"/>
                </a:solidFill>
                <a:latin typeface="Arial"/>
                <a:ea typeface="Arial"/>
                <a:cs typeface="Arial"/>
              </a:defRPr>
            </a:lvl4pPr>
            <a:lvl5pPr algn="l">
              <a:defRPr sz="1425" b="0">
                <a:solidFill>
                  <a:srgbClr val="F7F5FA"/>
                </a:solidFill>
                <a:latin typeface="Arial"/>
                <a:ea typeface="Arial"/>
                <a:cs typeface="Arial"/>
              </a:defRPr>
            </a:lvl5pPr>
            <a:lvl6pPr algn="l">
              <a:defRPr sz="1425" b="0">
                <a:solidFill>
                  <a:srgbClr val="F7F5FA"/>
                </a:solidFill>
                <a:latin typeface="Arial"/>
                <a:ea typeface="Arial"/>
                <a:cs typeface="Arial"/>
              </a:defRPr>
            </a:lvl6pPr>
            <a:lvl7pPr algn="l">
              <a:defRPr sz="1425" b="0">
                <a:solidFill>
                  <a:srgbClr val="F7F5FA"/>
                </a:solidFill>
                <a:latin typeface="Arial"/>
                <a:ea typeface="Arial"/>
                <a:cs typeface="Arial"/>
              </a:defRPr>
            </a:lvl7pPr>
            <a:lvl8pPr algn="l">
              <a:defRPr sz="1425" b="0">
                <a:solidFill>
                  <a:srgbClr val="F7F5FA"/>
                </a:solidFill>
                <a:latin typeface="Arial"/>
                <a:ea typeface="Arial"/>
                <a:cs typeface="Arial"/>
              </a:defRPr>
            </a:lvl8pPr>
            <a:lvl9pPr algn="l">
              <a:defRPr sz="1425" b="0">
                <a:solidFill>
                  <a:srgbClr val="F7F5FA"/>
                </a:solidFill>
                <a:latin typeface="Arial"/>
                <a:ea typeface="Arial"/>
                <a:cs typeface="Arial"/>
              </a:defRPr>
            </a:lvl9pPr>
          </a:lstStyle>
          <a:p xmlns:a="http://schemas.openxmlformats.org/drawingml/2006/main">
            <a:pPr algn="l">
              <a:defRPr sz="1425" b="0">
                <a:solidFill>
                  <a:srgbClr val="F7F5FA"/>
                </a:solidFill>
                <a:latin typeface="Arial"/>
                <a:ea typeface="Arial"/>
                <a:cs typeface="Arial"/>
              </a:defRPr>
            </a:pPr>
            <a:r>
              <a:rPr sz="1425" b="0">
                <a:solidFill>
                  <a:srgbClr val="F7F5FA"/>
                </a:solidFill>
                <a:latin typeface="Arial"/>
                <a:ea typeface="Arial"/>
                <a:cs typeface="Arial"/>
              </a:rPr>
              <a:t>Reviewed CPU workload</a:t>
            </a:r>
          </a:p>
        </p:txBody>
      </p:sp>
      <p:sp>
        <p:nvSpPr>
          <p:cNvPr id="15" name="solution-route-1">
            <a:extLst xmlns:a="http://schemas.openxmlformats.org/drawingml/2006/main">
              <a:ext uri="{FF2B5EF4-FFF2-40B4-BE49-F238E27FC236}">
                <a16:creationId xmlns:a16="http://schemas.microsoft.com/office/drawing/2014/main" id="{28B15E04-13A7-4379-9AA8-4706AB272E23}"/>
              </a:ext>
            </a:extLst>
          </p:cNvPr>
          <p:cNvSpPr>
            <a:spLocks xmlns:a="http://schemas.openxmlformats.org/drawingml/2006/main" noGrp="1"/>
          </p:cNvSpPr>
          <p:nvPr/>
        </p:nvSpPr>
        <p:spPr>
          <a:xfrm xmlns:a="http://schemas.openxmlformats.org/drawingml/2006/main">
            <a:off x="3733800" y="4029075"/>
            <a:ext cx="666750" cy="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16" name="solution-input-dot-2">
            <a:extLst xmlns:a="http://schemas.openxmlformats.org/drawingml/2006/main">
              <a:ext uri="{FF2B5EF4-FFF2-40B4-BE49-F238E27FC236}">
                <a16:creationId xmlns:a16="http://schemas.microsoft.com/office/drawing/2014/main" id="{F8ADDA2A-33E3-4B47-A7EE-C9834E261A7B}"/>
              </a:ext>
            </a:extLst>
          </p:cNvPr>
          <p:cNvSpPr>
            <a:spLocks xmlns:a="http://schemas.openxmlformats.org/drawingml/2006/main" noGrp="1"/>
          </p:cNvSpPr>
          <p:nvPr/>
        </p:nvSpPr>
        <p:spPr>
          <a:xfrm xmlns:a="http://schemas.openxmlformats.org/drawingml/2006/main">
            <a:off x="781050" y="4895850"/>
            <a:ext cx="114300" cy="114300"/>
          </a:xfrm>
          <a:prstGeom xmlns:a="http://schemas.openxmlformats.org/drawingml/2006/main" prst="ellipse">
            <a:avLst/>
          </a:prstGeom>
          <a:solidFill xmlns:a="http://schemas.openxmlformats.org/drawingml/2006/main">
            <a:srgbClr val="62DDB0"/>
          </a:solidFill>
          <a:ln xmlns:a="http://schemas.openxmlformats.org/drawingml/2006/main" w="0">
            <a:noFill/>
            <a:prstDash val="solid"/>
          </a:ln>
        </p:spPr>
      </p:sp>
      <p:sp>
        <p:nvSpPr>
          <p:cNvPr id="17" name="solution-input-title-2">
            <a:extLst xmlns:a="http://schemas.openxmlformats.org/drawingml/2006/main">
              <a:ext uri="{FF2B5EF4-FFF2-40B4-BE49-F238E27FC236}">
                <a16:creationId xmlns:a16="http://schemas.microsoft.com/office/drawing/2014/main" id="{93C76AC5-ACE3-4A77-85BC-E3DEC6450CFD}"/>
              </a:ext>
            </a:extLst>
          </p:cNvPr>
          <p:cNvSpPr>
            <a:spLocks xmlns:a="http://schemas.openxmlformats.org/drawingml/2006/main" noGrp="1"/>
          </p:cNvSpPr>
          <p:nvPr/>
        </p:nvSpPr>
        <p:spPr>
          <a:xfrm xmlns:a="http://schemas.openxmlformats.org/drawingml/2006/main">
            <a:off x="1028700" y="47148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62DDB0"/>
                </a:solidFill>
                <a:latin typeface="Arial"/>
                <a:ea typeface="Arial"/>
                <a:cs typeface="Arial"/>
              </a:defRPr>
            </a:defPPr>
            <a:lvl1pPr algn="l">
              <a:defRPr sz="1200" b="1">
                <a:solidFill>
                  <a:srgbClr val="62DDB0"/>
                </a:solidFill>
                <a:latin typeface="Arial"/>
                <a:ea typeface="Arial"/>
                <a:cs typeface="Arial"/>
              </a:defRPr>
            </a:lvl1pPr>
            <a:lvl2pPr algn="l">
              <a:defRPr sz="1200" b="1">
                <a:solidFill>
                  <a:srgbClr val="62DDB0"/>
                </a:solidFill>
                <a:latin typeface="Arial"/>
                <a:ea typeface="Arial"/>
                <a:cs typeface="Arial"/>
              </a:defRPr>
            </a:lvl2pPr>
            <a:lvl3pPr algn="l">
              <a:defRPr sz="1200" b="1">
                <a:solidFill>
                  <a:srgbClr val="62DDB0"/>
                </a:solidFill>
                <a:latin typeface="Arial"/>
                <a:ea typeface="Arial"/>
                <a:cs typeface="Arial"/>
              </a:defRPr>
            </a:lvl3pPr>
            <a:lvl4pPr algn="l">
              <a:defRPr sz="1200" b="1">
                <a:solidFill>
                  <a:srgbClr val="62DDB0"/>
                </a:solidFill>
                <a:latin typeface="Arial"/>
                <a:ea typeface="Arial"/>
                <a:cs typeface="Arial"/>
              </a:defRPr>
            </a:lvl4pPr>
            <a:lvl5pPr algn="l">
              <a:defRPr sz="1200" b="1">
                <a:solidFill>
                  <a:srgbClr val="62DDB0"/>
                </a:solidFill>
                <a:latin typeface="Arial"/>
                <a:ea typeface="Arial"/>
                <a:cs typeface="Arial"/>
              </a:defRPr>
            </a:lvl5pPr>
            <a:lvl6pPr algn="l">
              <a:defRPr sz="1200" b="1">
                <a:solidFill>
                  <a:srgbClr val="62DDB0"/>
                </a:solidFill>
                <a:latin typeface="Arial"/>
                <a:ea typeface="Arial"/>
                <a:cs typeface="Arial"/>
              </a:defRPr>
            </a:lvl6pPr>
            <a:lvl7pPr algn="l">
              <a:defRPr sz="1200" b="1">
                <a:solidFill>
                  <a:srgbClr val="62DDB0"/>
                </a:solidFill>
                <a:latin typeface="Arial"/>
                <a:ea typeface="Arial"/>
                <a:cs typeface="Arial"/>
              </a:defRPr>
            </a:lvl7pPr>
            <a:lvl8pPr algn="l">
              <a:defRPr sz="1200" b="1">
                <a:solidFill>
                  <a:srgbClr val="62DDB0"/>
                </a:solidFill>
                <a:latin typeface="Arial"/>
                <a:ea typeface="Arial"/>
                <a:cs typeface="Arial"/>
              </a:defRPr>
            </a:lvl8pPr>
            <a:lvl9pPr algn="l">
              <a:defRPr sz="1200" b="1">
                <a:solidFill>
                  <a:srgbClr val="62DDB0"/>
                </a:solidFill>
                <a:latin typeface="Arial"/>
                <a:ea typeface="Arial"/>
                <a:cs typeface="Arial"/>
              </a:defRPr>
            </a:lvl9pPr>
          </a:lstStyle>
          <a:p xmlns:a="http://schemas.openxmlformats.org/drawingml/2006/main">
            <a:pPr algn="l">
              <a:defRPr sz="1200" b="1">
                <a:solidFill>
                  <a:srgbClr val="62DDB0"/>
                </a:solidFill>
                <a:latin typeface="Arial"/>
                <a:ea typeface="Arial"/>
                <a:cs typeface="Arial"/>
              </a:defRPr>
            </a:pPr>
            <a:r>
              <a:rPr sz="1200" b="1">
                <a:solidFill>
                  <a:srgbClr val="62DDB0"/>
                </a:solidFill>
                <a:latin typeface="Arial"/>
                <a:ea typeface="Arial"/>
                <a:cs typeface="Arial"/>
              </a:rPr>
              <a:t>DATA WORKFLOW</a:t>
            </a:r>
          </a:p>
        </p:txBody>
      </p:sp>
      <p:sp>
        <p:nvSpPr>
          <p:cNvPr id="18" name="solution-input-sub-2">
            <a:extLst xmlns:a="http://schemas.openxmlformats.org/drawingml/2006/main">
              <a:ext uri="{FF2B5EF4-FFF2-40B4-BE49-F238E27FC236}">
                <a16:creationId xmlns:a16="http://schemas.microsoft.com/office/drawing/2014/main" id="{871E8B5C-2471-464C-BA0B-AA4066FB4537}"/>
              </a:ext>
            </a:extLst>
          </p:cNvPr>
          <p:cNvSpPr>
            <a:spLocks xmlns:a="http://schemas.openxmlformats.org/drawingml/2006/main" noGrp="1"/>
          </p:cNvSpPr>
          <p:nvPr/>
        </p:nvSpPr>
        <p:spPr>
          <a:xfrm xmlns:a="http://schemas.openxmlformats.org/drawingml/2006/main">
            <a:off x="1028700" y="50196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7F5FA"/>
                </a:solidFill>
                <a:latin typeface="Arial"/>
                <a:ea typeface="Arial"/>
                <a:cs typeface="Arial"/>
              </a:defRPr>
            </a:defPPr>
            <a:lvl1pPr algn="l">
              <a:defRPr sz="1425" b="0">
                <a:solidFill>
                  <a:srgbClr val="F7F5FA"/>
                </a:solidFill>
                <a:latin typeface="Arial"/>
                <a:ea typeface="Arial"/>
                <a:cs typeface="Arial"/>
              </a:defRPr>
            </a:lvl1pPr>
            <a:lvl2pPr algn="l">
              <a:defRPr sz="1425" b="0">
                <a:solidFill>
                  <a:srgbClr val="F7F5FA"/>
                </a:solidFill>
                <a:latin typeface="Arial"/>
                <a:ea typeface="Arial"/>
                <a:cs typeface="Arial"/>
              </a:defRPr>
            </a:lvl2pPr>
            <a:lvl3pPr algn="l">
              <a:defRPr sz="1425" b="0">
                <a:solidFill>
                  <a:srgbClr val="F7F5FA"/>
                </a:solidFill>
                <a:latin typeface="Arial"/>
                <a:ea typeface="Arial"/>
                <a:cs typeface="Arial"/>
              </a:defRPr>
            </a:lvl3pPr>
            <a:lvl4pPr algn="l">
              <a:defRPr sz="1425" b="0">
                <a:solidFill>
                  <a:srgbClr val="F7F5FA"/>
                </a:solidFill>
                <a:latin typeface="Arial"/>
                <a:ea typeface="Arial"/>
                <a:cs typeface="Arial"/>
              </a:defRPr>
            </a:lvl4pPr>
            <a:lvl5pPr algn="l">
              <a:defRPr sz="1425" b="0">
                <a:solidFill>
                  <a:srgbClr val="F7F5FA"/>
                </a:solidFill>
                <a:latin typeface="Arial"/>
                <a:ea typeface="Arial"/>
                <a:cs typeface="Arial"/>
              </a:defRPr>
            </a:lvl5pPr>
            <a:lvl6pPr algn="l">
              <a:defRPr sz="1425" b="0">
                <a:solidFill>
                  <a:srgbClr val="F7F5FA"/>
                </a:solidFill>
                <a:latin typeface="Arial"/>
                <a:ea typeface="Arial"/>
                <a:cs typeface="Arial"/>
              </a:defRPr>
            </a:lvl6pPr>
            <a:lvl7pPr algn="l">
              <a:defRPr sz="1425" b="0">
                <a:solidFill>
                  <a:srgbClr val="F7F5FA"/>
                </a:solidFill>
                <a:latin typeface="Arial"/>
                <a:ea typeface="Arial"/>
                <a:cs typeface="Arial"/>
              </a:defRPr>
            </a:lvl7pPr>
            <a:lvl8pPr algn="l">
              <a:defRPr sz="1425" b="0">
                <a:solidFill>
                  <a:srgbClr val="F7F5FA"/>
                </a:solidFill>
                <a:latin typeface="Arial"/>
                <a:ea typeface="Arial"/>
                <a:cs typeface="Arial"/>
              </a:defRPr>
            </a:lvl8pPr>
            <a:lvl9pPr algn="l">
              <a:defRPr sz="1425" b="0">
                <a:solidFill>
                  <a:srgbClr val="F7F5FA"/>
                </a:solidFill>
                <a:latin typeface="Arial"/>
                <a:ea typeface="Arial"/>
                <a:cs typeface="Arial"/>
              </a:defRPr>
            </a:lvl9pPr>
          </a:lstStyle>
          <a:p xmlns:a="http://schemas.openxmlformats.org/drawingml/2006/main">
            <a:pPr algn="l">
              <a:defRPr sz="1425" b="0">
                <a:solidFill>
                  <a:srgbClr val="F7F5FA"/>
                </a:solidFill>
                <a:latin typeface="Arial"/>
                <a:ea typeface="Arial"/>
                <a:cs typeface="Arial"/>
              </a:defRPr>
            </a:pPr>
            <a:r>
              <a:rPr sz="1425" b="0">
                <a:solidFill>
                  <a:srgbClr val="F7F5FA"/>
                </a:solidFill>
                <a:latin typeface="Arial"/>
                <a:ea typeface="Arial"/>
                <a:cs typeface="Arial"/>
              </a:rPr>
              <a:t>Recoverable task chain</a:t>
            </a:r>
          </a:p>
        </p:txBody>
      </p:sp>
      <p:sp>
        <p:nvSpPr>
          <p:cNvPr id="19" name="solution-route-2">
            <a:extLst xmlns:a="http://schemas.openxmlformats.org/drawingml/2006/main">
              <a:ext uri="{FF2B5EF4-FFF2-40B4-BE49-F238E27FC236}">
                <a16:creationId xmlns:a16="http://schemas.microsoft.com/office/drawing/2014/main" id="{824F2ADD-23D8-4E0B-A047-5E70DC4CC7A5}"/>
              </a:ext>
            </a:extLst>
          </p:cNvPr>
          <p:cNvSpPr>
            <a:spLocks xmlns:a="http://schemas.openxmlformats.org/drawingml/2006/main" noGrp="1"/>
          </p:cNvSpPr>
          <p:nvPr/>
        </p:nvSpPr>
        <p:spPr>
          <a:xfrm xmlns:a="http://schemas.openxmlformats.org/drawingml/2006/main">
            <a:off x="3733800" y="4933950"/>
            <a:ext cx="666750" cy="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20" name="solution-spine">
            <a:extLst xmlns:a="http://schemas.openxmlformats.org/drawingml/2006/main">
              <a:ext uri="{FF2B5EF4-FFF2-40B4-BE49-F238E27FC236}">
                <a16:creationId xmlns:a16="http://schemas.microsoft.com/office/drawing/2014/main" id="{AD6B9091-4696-4828-AE0A-7CA310873995}"/>
              </a:ext>
            </a:extLst>
          </p:cNvPr>
          <p:cNvSpPr>
            <a:spLocks xmlns:a="http://schemas.openxmlformats.org/drawingml/2006/main" noGrp="1"/>
          </p:cNvSpPr>
          <p:nvPr/>
        </p:nvSpPr>
        <p:spPr>
          <a:xfrm xmlns:a="http://schemas.openxmlformats.org/drawingml/2006/main">
            <a:off x="4400550" y="3086100"/>
            <a:ext cx="0" cy="188595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21" name="solution-entry">
            <a:extLst xmlns:a="http://schemas.openxmlformats.org/drawingml/2006/main">
              <a:ext uri="{FF2B5EF4-FFF2-40B4-BE49-F238E27FC236}">
                <a16:creationId xmlns:a16="http://schemas.microsoft.com/office/drawing/2014/main" id="{0DF73F1F-66F6-45E5-9D38-7DDC92067478}"/>
              </a:ext>
            </a:extLst>
          </p:cNvPr>
          <p:cNvSpPr>
            <a:spLocks xmlns:a="http://schemas.openxmlformats.org/drawingml/2006/main" noGrp="1"/>
          </p:cNvSpPr>
          <p:nvPr/>
        </p:nvSpPr>
        <p:spPr>
          <a:xfrm xmlns:a="http://schemas.openxmlformats.org/drawingml/2006/main">
            <a:off x="4400550" y="4029075"/>
            <a:ext cx="638175" cy="0"/>
          </a:xfrm>
          <a:prstGeom xmlns:a="http://schemas.openxmlformats.org/drawingml/2006/main" prst="line">
            <a:avLst/>
          </a:prstGeom>
          <a:noFill xmlns:a="http://schemas.openxmlformats.org/drawingml/2006/main"/>
          <a:ln xmlns:a="http://schemas.openxmlformats.org/drawingml/2006/main" w="23813">
            <a:solidFill>
              <a:srgbClr val="A985FF"/>
            </a:solidFill>
            <a:prstDash val="solid"/>
          </a:ln>
        </p:spPr>
      </p:sp>
      <p:pic>
        <p:nvPicPr>
          <p:cNvPr id="22" name="">
            <a:extLst xmlns:a="http://schemas.openxmlformats.org/drawingml/2006/main">
              <a:ext uri="{FF2B5EF4-FFF2-40B4-BE49-F238E27FC236}">
                <a16:creationId xmlns:a16="http://schemas.microsoft.com/office/drawing/2014/main" id="{0A6A2FD9-5CE4-4D79-9355-A0B5892A0675}"/>
              </a:ext>
            </a:extLst>
          </p:cNvPr>
          <p:cNvPicPr>
            <a:picLocks xmlns:a="http://schemas.openxmlformats.org/drawingml/2006/main" noChangeAspect="1"/>
          </p:cNvPicPr>
          <p:nvPr/>
        </p:nvPicPr>
        <p:blipFill>
          <a:blip xmlns:r="http://schemas.openxmlformats.org/officeDocument/2006/relationships" xmlns:a="http://schemas.openxmlformats.org/drawingml/2006/main" r:embed="Rb3d3fd6e71fd4b28"/>
          <a:stretch xmlns:a="http://schemas.openxmlformats.org/drawingml/2006/main"/>
        </p:blipFill>
        <p:spPr>
          <a:xfrm xmlns:a="http://schemas.openxmlformats.org/drawingml/2006/main">
            <a:off x="5086350" y="3705225"/>
            <a:ext cx="666750" cy="666750"/>
          </a:xfrm>
          <a:prstGeom xmlns:a="http://schemas.openxmlformats.org/drawingml/2006/main" prst="rect">
            <a:avLst/>
          </a:prstGeom>
        </p:spPr>
      </p:pic>
      <p:sp>
        <p:nvSpPr>
          <p:cNvPr id="23" name="solution-gateway">
            <a:extLst xmlns:a="http://schemas.openxmlformats.org/drawingml/2006/main">
              <a:ext uri="{FF2B5EF4-FFF2-40B4-BE49-F238E27FC236}">
                <a16:creationId xmlns:a16="http://schemas.microsoft.com/office/drawing/2014/main" id="{863A1282-29B0-4D4B-B6A0-781550F0EFF8}"/>
              </a:ext>
            </a:extLst>
          </p:cNvPr>
          <p:cNvSpPr>
            <a:spLocks xmlns:a="http://schemas.openxmlformats.org/drawingml/2006/main" noGrp="1"/>
          </p:cNvSpPr>
          <p:nvPr/>
        </p:nvSpPr>
        <p:spPr>
          <a:xfrm xmlns:a="http://schemas.openxmlformats.org/drawingml/2006/main">
            <a:off x="5905500" y="3781425"/>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8B2FF"/>
                </a:solidFill>
                <a:latin typeface="Arial"/>
                <a:ea typeface="Arial"/>
                <a:cs typeface="Arial"/>
              </a:defRPr>
            </a:defPPr>
            <a:lvl1pPr algn="l">
              <a:defRPr sz="1650" b="1">
                <a:solidFill>
                  <a:srgbClr val="C8B2FF"/>
                </a:solidFill>
                <a:latin typeface="Arial"/>
                <a:ea typeface="Arial"/>
                <a:cs typeface="Arial"/>
              </a:defRPr>
            </a:lvl1pPr>
            <a:lvl2pPr algn="l">
              <a:defRPr sz="1650" b="1">
                <a:solidFill>
                  <a:srgbClr val="C8B2FF"/>
                </a:solidFill>
                <a:latin typeface="Arial"/>
                <a:ea typeface="Arial"/>
                <a:cs typeface="Arial"/>
              </a:defRPr>
            </a:lvl2pPr>
            <a:lvl3pPr algn="l">
              <a:defRPr sz="1650" b="1">
                <a:solidFill>
                  <a:srgbClr val="C8B2FF"/>
                </a:solidFill>
                <a:latin typeface="Arial"/>
                <a:ea typeface="Arial"/>
                <a:cs typeface="Arial"/>
              </a:defRPr>
            </a:lvl3pPr>
            <a:lvl4pPr algn="l">
              <a:defRPr sz="1650" b="1">
                <a:solidFill>
                  <a:srgbClr val="C8B2FF"/>
                </a:solidFill>
                <a:latin typeface="Arial"/>
                <a:ea typeface="Arial"/>
                <a:cs typeface="Arial"/>
              </a:defRPr>
            </a:lvl4pPr>
            <a:lvl5pPr algn="l">
              <a:defRPr sz="1650" b="1">
                <a:solidFill>
                  <a:srgbClr val="C8B2FF"/>
                </a:solidFill>
                <a:latin typeface="Arial"/>
                <a:ea typeface="Arial"/>
                <a:cs typeface="Arial"/>
              </a:defRPr>
            </a:lvl5pPr>
            <a:lvl6pPr algn="l">
              <a:defRPr sz="1650" b="1">
                <a:solidFill>
                  <a:srgbClr val="C8B2FF"/>
                </a:solidFill>
                <a:latin typeface="Arial"/>
                <a:ea typeface="Arial"/>
                <a:cs typeface="Arial"/>
              </a:defRPr>
            </a:lvl6pPr>
            <a:lvl7pPr algn="l">
              <a:defRPr sz="1650" b="1">
                <a:solidFill>
                  <a:srgbClr val="C8B2FF"/>
                </a:solidFill>
                <a:latin typeface="Arial"/>
                <a:ea typeface="Arial"/>
                <a:cs typeface="Arial"/>
              </a:defRPr>
            </a:lvl7pPr>
            <a:lvl8pPr algn="l">
              <a:defRPr sz="1650" b="1">
                <a:solidFill>
                  <a:srgbClr val="C8B2FF"/>
                </a:solidFill>
                <a:latin typeface="Arial"/>
                <a:ea typeface="Arial"/>
                <a:cs typeface="Arial"/>
              </a:defRPr>
            </a:lvl8pPr>
            <a:lvl9pPr algn="l">
              <a:defRPr sz="1650" b="1">
                <a:solidFill>
                  <a:srgbClr val="C8B2FF"/>
                </a:solidFill>
                <a:latin typeface="Arial"/>
                <a:ea typeface="Arial"/>
                <a:cs typeface="Arial"/>
              </a:defRPr>
            </a:lvl9pPr>
          </a:lstStyle>
          <a:p xmlns:a="http://schemas.openxmlformats.org/drawingml/2006/main">
            <a:pPr algn="l">
              <a:defRPr sz="1650" b="1">
                <a:solidFill>
                  <a:srgbClr val="C8B2FF"/>
                </a:solidFill>
                <a:latin typeface="Arial"/>
                <a:ea typeface="Arial"/>
                <a:cs typeface="Arial"/>
              </a:defRPr>
            </a:pPr>
            <a:r>
              <a:rPr sz="1650" b="1">
                <a:solidFill>
                  <a:srgbClr val="C8B2FF"/>
                </a:solidFill>
                <a:latin typeface="Arial"/>
                <a:ea typeface="Arial"/>
                <a:cs typeface="Arial"/>
              </a:rPr>
              <a:t>APERTURE</a:t>
            </a:r>
          </a:p>
        </p:txBody>
      </p:sp>
      <p:sp>
        <p:nvSpPr>
          <p:cNvPr id="24" name="solution-gateway-description">
            <a:extLst xmlns:a="http://schemas.openxmlformats.org/drawingml/2006/main">
              <a:ext uri="{FF2B5EF4-FFF2-40B4-BE49-F238E27FC236}">
                <a16:creationId xmlns:a16="http://schemas.microsoft.com/office/drawing/2014/main" id="{FC6595CC-7EE5-496D-B6D1-E103A9B862F1}"/>
              </a:ext>
            </a:extLst>
          </p:cNvPr>
          <p:cNvSpPr>
            <a:spLocks xmlns:a="http://schemas.openxmlformats.org/drawingml/2006/main" noGrp="1"/>
          </p:cNvSpPr>
          <p:nvPr/>
        </p:nvSpPr>
        <p:spPr>
          <a:xfrm xmlns:a="http://schemas.openxmlformats.org/drawingml/2006/main">
            <a:off x="5905500" y="4133850"/>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97282"/>
                </a:solidFill>
                <a:latin typeface="Arial"/>
                <a:ea typeface="Arial"/>
                <a:cs typeface="Arial"/>
              </a:defRPr>
            </a:defPPr>
            <a:lvl1pPr algn="l">
              <a:defRPr sz="1050" b="1">
                <a:solidFill>
                  <a:srgbClr val="797282"/>
                </a:solidFill>
                <a:latin typeface="Arial"/>
                <a:ea typeface="Arial"/>
                <a:cs typeface="Arial"/>
              </a:defRPr>
            </a:lvl1pPr>
            <a:lvl2pPr algn="l">
              <a:defRPr sz="1050" b="1">
                <a:solidFill>
                  <a:srgbClr val="797282"/>
                </a:solidFill>
                <a:latin typeface="Arial"/>
                <a:ea typeface="Arial"/>
                <a:cs typeface="Arial"/>
              </a:defRPr>
            </a:lvl2pPr>
            <a:lvl3pPr algn="l">
              <a:defRPr sz="1050" b="1">
                <a:solidFill>
                  <a:srgbClr val="797282"/>
                </a:solidFill>
                <a:latin typeface="Arial"/>
                <a:ea typeface="Arial"/>
                <a:cs typeface="Arial"/>
              </a:defRPr>
            </a:lvl3pPr>
            <a:lvl4pPr algn="l">
              <a:defRPr sz="1050" b="1">
                <a:solidFill>
                  <a:srgbClr val="797282"/>
                </a:solidFill>
                <a:latin typeface="Arial"/>
                <a:ea typeface="Arial"/>
                <a:cs typeface="Arial"/>
              </a:defRPr>
            </a:lvl4pPr>
            <a:lvl5pPr algn="l">
              <a:defRPr sz="1050" b="1">
                <a:solidFill>
                  <a:srgbClr val="797282"/>
                </a:solidFill>
                <a:latin typeface="Arial"/>
                <a:ea typeface="Arial"/>
                <a:cs typeface="Arial"/>
              </a:defRPr>
            </a:lvl5pPr>
            <a:lvl6pPr algn="l">
              <a:defRPr sz="1050" b="1">
                <a:solidFill>
                  <a:srgbClr val="797282"/>
                </a:solidFill>
                <a:latin typeface="Arial"/>
                <a:ea typeface="Arial"/>
                <a:cs typeface="Arial"/>
              </a:defRPr>
            </a:lvl6pPr>
            <a:lvl7pPr algn="l">
              <a:defRPr sz="1050" b="1">
                <a:solidFill>
                  <a:srgbClr val="797282"/>
                </a:solidFill>
                <a:latin typeface="Arial"/>
                <a:ea typeface="Arial"/>
                <a:cs typeface="Arial"/>
              </a:defRPr>
            </a:lvl7pPr>
            <a:lvl8pPr algn="l">
              <a:defRPr sz="1050" b="1">
                <a:solidFill>
                  <a:srgbClr val="797282"/>
                </a:solidFill>
                <a:latin typeface="Arial"/>
                <a:ea typeface="Arial"/>
                <a:cs typeface="Arial"/>
              </a:defRPr>
            </a:lvl8pPr>
            <a:lvl9pPr algn="l">
              <a:defRPr sz="1050" b="1">
                <a:solidFill>
                  <a:srgbClr val="797282"/>
                </a:solidFill>
                <a:latin typeface="Arial"/>
                <a:ea typeface="Arial"/>
                <a:cs typeface="Arial"/>
              </a:defRPr>
            </a:lvl9pPr>
          </a:lstStyle>
          <a:p xmlns:a="http://schemas.openxmlformats.org/drawingml/2006/main">
            <a:pPr algn="l">
              <a:defRPr sz="1050" b="1">
                <a:solidFill>
                  <a:srgbClr val="797282"/>
                </a:solidFill>
                <a:latin typeface="Arial"/>
                <a:ea typeface="Arial"/>
                <a:cs typeface="Arial"/>
              </a:defRPr>
            </a:pPr>
            <a:r>
              <a:rPr sz="1050" b="1">
                <a:solidFill>
                  <a:srgbClr val="797282"/>
                </a:solidFill>
                <a:latin typeface="Arial"/>
                <a:ea typeface="Arial"/>
                <a:cs typeface="Arial"/>
              </a:rPr>
              <a:t>QUOTE  /  AUTHORIZE  /  ROUTE</a:t>
            </a:r>
          </a:p>
        </p:txBody>
      </p:sp>
      <p:sp>
        <p:nvSpPr>
          <p:cNvPr id="25" name="solution-egress">
            <a:extLst xmlns:a="http://schemas.openxmlformats.org/drawingml/2006/main">
              <a:ext uri="{FF2B5EF4-FFF2-40B4-BE49-F238E27FC236}">
                <a16:creationId xmlns:a16="http://schemas.microsoft.com/office/drawing/2014/main" id="{64126CB0-6935-489A-BB33-55D765A89B96}"/>
              </a:ext>
            </a:extLst>
          </p:cNvPr>
          <p:cNvSpPr>
            <a:spLocks xmlns:a="http://schemas.openxmlformats.org/drawingml/2006/main" noGrp="1"/>
          </p:cNvSpPr>
          <p:nvPr/>
        </p:nvSpPr>
        <p:spPr>
          <a:xfrm xmlns:a="http://schemas.openxmlformats.org/drawingml/2006/main">
            <a:off x="7924800" y="4029075"/>
            <a:ext cx="571500" cy="0"/>
          </a:xfrm>
          <a:prstGeom xmlns:a="http://schemas.openxmlformats.org/drawingml/2006/main" prst="line">
            <a:avLst/>
          </a:prstGeom>
          <a:noFill xmlns:a="http://schemas.openxmlformats.org/drawingml/2006/main"/>
          <a:ln xmlns:a="http://schemas.openxmlformats.org/drawingml/2006/main" w="23813">
            <a:solidFill>
              <a:srgbClr val="A985FF"/>
            </a:solidFill>
            <a:prstDash val="solid"/>
          </a:ln>
        </p:spPr>
      </p:sp>
      <p:sp>
        <p:nvSpPr>
          <p:cNvPr id="26" name="solution-output-spine">
            <a:extLst xmlns:a="http://schemas.openxmlformats.org/drawingml/2006/main">
              <a:ext uri="{FF2B5EF4-FFF2-40B4-BE49-F238E27FC236}">
                <a16:creationId xmlns:a16="http://schemas.microsoft.com/office/drawing/2014/main" id="{CC54ADB8-01C1-44A9-A751-E2CBAA690802}"/>
              </a:ext>
            </a:extLst>
          </p:cNvPr>
          <p:cNvSpPr>
            <a:spLocks xmlns:a="http://schemas.openxmlformats.org/drawingml/2006/main" noGrp="1"/>
          </p:cNvSpPr>
          <p:nvPr/>
        </p:nvSpPr>
        <p:spPr>
          <a:xfrm xmlns:a="http://schemas.openxmlformats.org/drawingml/2006/main">
            <a:off x="8496300" y="3333750"/>
            <a:ext cx="0" cy="139065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27" name="solution-model-egress">
            <a:extLst xmlns:a="http://schemas.openxmlformats.org/drawingml/2006/main">
              <a:ext uri="{FF2B5EF4-FFF2-40B4-BE49-F238E27FC236}">
                <a16:creationId xmlns:a16="http://schemas.microsoft.com/office/drawing/2014/main" id="{2241059B-765C-44BC-9814-E64A4B7EF4E0}"/>
              </a:ext>
            </a:extLst>
          </p:cNvPr>
          <p:cNvSpPr>
            <a:spLocks xmlns:a="http://schemas.openxmlformats.org/drawingml/2006/main" noGrp="1"/>
          </p:cNvSpPr>
          <p:nvPr/>
        </p:nvSpPr>
        <p:spPr>
          <a:xfrm xmlns:a="http://schemas.openxmlformats.org/drawingml/2006/main">
            <a:off x="8496300" y="3333750"/>
            <a:ext cx="457200" cy="0"/>
          </a:xfrm>
          <a:prstGeom xmlns:a="http://schemas.openxmlformats.org/drawingml/2006/main" prst="line">
            <a:avLst/>
          </a:prstGeom>
          <a:noFill xmlns:a="http://schemas.openxmlformats.org/drawingml/2006/main"/>
          <a:ln xmlns:a="http://schemas.openxmlformats.org/drawingml/2006/main" w="14288">
            <a:solidFill>
              <a:srgbClr val="82E5F4"/>
            </a:solidFill>
            <a:prstDash val="solid"/>
          </a:ln>
        </p:spPr>
      </p:sp>
      <p:sp>
        <p:nvSpPr>
          <p:cNvPr id="28" name="solution-worker-egress">
            <a:extLst xmlns:a="http://schemas.openxmlformats.org/drawingml/2006/main">
              <a:ext uri="{FF2B5EF4-FFF2-40B4-BE49-F238E27FC236}">
                <a16:creationId xmlns:a16="http://schemas.microsoft.com/office/drawing/2014/main" id="{C095EC46-C078-4776-B4FF-841AA64C65B5}"/>
              </a:ext>
            </a:extLst>
          </p:cNvPr>
          <p:cNvSpPr>
            <a:spLocks xmlns:a="http://schemas.openxmlformats.org/drawingml/2006/main" noGrp="1"/>
          </p:cNvSpPr>
          <p:nvPr/>
        </p:nvSpPr>
        <p:spPr>
          <a:xfrm xmlns:a="http://schemas.openxmlformats.org/drawingml/2006/main">
            <a:off x="8496300" y="4724400"/>
            <a:ext cx="457200" cy="0"/>
          </a:xfrm>
          <a:prstGeom xmlns:a="http://schemas.openxmlformats.org/drawingml/2006/main" prst="line">
            <a:avLst/>
          </a:prstGeom>
          <a:noFill xmlns:a="http://schemas.openxmlformats.org/drawingml/2006/main"/>
          <a:ln xmlns:a="http://schemas.openxmlformats.org/drawingml/2006/main" w="14288">
            <a:solidFill>
              <a:srgbClr val="C8B2FF"/>
            </a:solidFill>
            <a:prstDash val="solid"/>
          </a:ln>
        </p:spPr>
      </p:sp>
      <p:sp>
        <p:nvSpPr>
          <p:cNvPr id="29" name="solution-model-output">
            <a:extLst xmlns:a="http://schemas.openxmlformats.org/drawingml/2006/main">
              <a:ext uri="{FF2B5EF4-FFF2-40B4-BE49-F238E27FC236}">
                <a16:creationId xmlns:a16="http://schemas.microsoft.com/office/drawing/2014/main" id="{925C9C5B-C2AE-4847-BADB-C1866CE427E2}"/>
              </a:ext>
            </a:extLst>
          </p:cNvPr>
          <p:cNvSpPr>
            <a:spLocks xmlns:a="http://schemas.openxmlformats.org/drawingml/2006/main" noGrp="1"/>
          </p:cNvSpPr>
          <p:nvPr/>
        </p:nvSpPr>
        <p:spPr>
          <a:xfrm xmlns:a="http://schemas.openxmlformats.org/drawingml/2006/main">
            <a:off x="9163050" y="3171825"/>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82E5F4"/>
                </a:solidFill>
                <a:latin typeface="Arial"/>
                <a:ea typeface="Arial"/>
                <a:cs typeface="Arial"/>
              </a:defRPr>
            </a:defPPr>
            <a:lvl1pPr algn="l">
              <a:defRPr sz="1425" b="1">
                <a:solidFill>
                  <a:srgbClr val="82E5F4"/>
                </a:solidFill>
                <a:latin typeface="Arial"/>
                <a:ea typeface="Arial"/>
                <a:cs typeface="Arial"/>
              </a:defRPr>
            </a:lvl1pPr>
            <a:lvl2pPr algn="l">
              <a:defRPr sz="1425" b="1">
                <a:solidFill>
                  <a:srgbClr val="82E5F4"/>
                </a:solidFill>
                <a:latin typeface="Arial"/>
                <a:ea typeface="Arial"/>
                <a:cs typeface="Arial"/>
              </a:defRPr>
            </a:lvl2pPr>
            <a:lvl3pPr algn="l">
              <a:defRPr sz="1425" b="1">
                <a:solidFill>
                  <a:srgbClr val="82E5F4"/>
                </a:solidFill>
                <a:latin typeface="Arial"/>
                <a:ea typeface="Arial"/>
                <a:cs typeface="Arial"/>
              </a:defRPr>
            </a:lvl3pPr>
            <a:lvl4pPr algn="l">
              <a:defRPr sz="1425" b="1">
                <a:solidFill>
                  <a:srgbClr val="82E5F4"/>
                </a:solidFill>
                <a:latin typeface="Arial"/>
                <a:ea typeface="Arial"/>
                <a:cs typeface="Arial"/>
              </a:defRPr>
            </a:lvl4pPr>
            <a:lvl5pPr algn="l">
              <a:defRPr sz="1425" b="1">
                <a:solidFill>
                  <a:srgbClr val="82E5F4"/>
                </a:solidFill>
                <a:latin typeface="Arial"/>
                <a:ea typeface="Arial"/>
                <a:cs typeface="Arial"/>
              </a:defRPr>
            </a:lvl5pPr>
            <a:lvl6pPr algn="l">
              <a:defRPr sz="1425" b="1">
                <a:solidFill>
                  <a:srgbClr val="82E5F4"/>
                </a:solidFill>
                <a:latin typeface="Arial"/>
                <a:ea typeface="Arial"/>
                <a:cs typeface="Arial"/>
              </a:defRPr>
            </a:lvl6pPr>
            <a:lvl7pPr algn="l">
              <a:defRPr sz="1425" b="1">
                <a:solidFill>
                  <a:srgbClr val="82E5F4"/>
                </a:solidFill>
                <a:latin typeface="Arial"/>
                <a:ea typeface="Arial"/>
                <a:cs typeface="Arial"/>
              </a:defRPr>
            </a:lvl7pPr>
            <a:lvl8pPr algn="l">
              <a:defRPr sz="1425" b="1">
                <a:solidFill>
                  <a:srgbClr val="82E5F4"/>
                </a:solidFill>
                <a:latin typeface="Arial"/>
                <a:ea typeface="Arial"/>
                <a:cs typeface="Arial"/>
              </a:defRPr>
            </a:lvl8pPr>
            <a:lvl9pPr algn="l">
              <a:defRPr sz="1425" b="1">
                <a:solidFill>
                  <a:srgbClr val="82E5F4"/>
                </a:solidFill>
                <a:latin typeface="Arial"/>
                <a:ea typeface="Arial"/>
                <a:cs typeface="Arial"/>
              </a:defRPr>
            </a:lvl9pPr>
          </a:lstStyle>
          <a:p xmlns:a="http://schemas.openxmlformats.org/drawingml/2006/main">
            <a:pPr algn="l">
              <a:defRPr sz="1425" b="1">
                <a:solidFill>
                  <a:srgbClr val="82E5F4"/>
                </a:solidFill>
                <a:latin typeface="Arial"/>
                <a:ea typeface="Arial"/>
                <a:cs typeface="Arial"/>
              </a:defRPr>
            </a:pPr>
            <a:r>
              <a:rPr sz="1425" b="1">
                <a:solidFill>
                  <a:srgbClr val="82E5F4"/>
                </a:solidFill>
                <a:latin typeface="Arial"/>
                <a:ea typeface="Arial"/>
                <a:cs typeface="Arial"/>
              </a:rPr>
              <a:t>Configured model offers</a:t>
            </a:r>
          </a:p>
        </p:txBody>
      </p:sp>
      <p:sp>
        <p:nvSpPr>
          <p:cNvPr id="30" name="solution-worker-output">
            <a:extLst xmlns:a="http://schemas.openxmlformats.org/drawingml/2006/main">
              <a:ext uri="{FF2B5EF4-FFF2-40B4-BE49-F238E27FC236}">
                <a16:creationId xmlns:a16="http://schemas.microsoft.com/office/drawing/2014/main" id="{B94FCD40-064B-4B14-A321-B875AEB338D3}"/>
              </a:ext>
            </a:extLst>
          </p:cNvPr>
          <p:cNvSpPr>
            <a:spLocks xmlns:a="http://schemas.openxmlformats.org/drawingml/2006/main" noGrp="1"/>
          </p:cNvSpPr>
          <p:nvPr/>
        </p:nvSpPr>
        <p:spPr>
          <a:xfrm xmlns:a="http://schemas.openxmlformats.org/drawingml/2006/main">
            <a:off x="9163050" y="4562475"/>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C8B2FF"/>
                </a:solidFill>
                <a:latin typeface="Arial"/>
                <a:ea typeface="Arial"/>
                <a:cs typeface="Arial"/>
              </a:defRPr>
            </a:defPPr>
            <a:lvl1pPr algn="l">
              <a:defRPr sz="1425" b="1">
                <a:solidFill>
                  <a:srgbClr val="C8B2FF"/>
                </a:solidFill>
                <a:latin typeface="Arial"/>
                <a:ea typeface="Arial"/>
                <a:cs typeface="Arial"/>
              </a:defRPr>
            </a:lvl1pPr>
            <a:lvl2pPr algn="l">
              <a:defRPr sz="1425" b="1">
                <a:solidFill>
                  <a:srgbClr val="C8B2FF"/>
                </a:solidFill>
                <a:latin typeface="Arial"/>
                <a:ea typeface="Arial"/>
                <a:cs typeface="Arial"/>
              </a:defRPr>
            </a:lvl2pPr>
            <a:lvl3pPr algn="l">
              <a:defRPr sz="1425" b="1">
                <a:solidFill>
                  <a:srgbClr val="C8B2FF"/>
                </a:solidFill>
                <a:latin typeface="Arial"/>
                <a:ea typeface="Arial"/>
                <a:cs typeface="Arial"/>
              </a:defRPr>
            </a:lvl3pPr>
            <a:lvl4pPr algn="l">
              <a:defRPr sz="1425" b="1">
                <a:solidFill>
                  <a:srgbClr val="C8B2FF"/>
                </a:solidFill>
                <a:latin typeface="Arial"/>
                <a:ea typeface="Arial"/>
                <a:cs typeface="Arial"/>
              </a:defRPr>
            </a:lvl4pPr>
            <a:lvl5pPr algn="l">
              <a:defRPr sz="1425" b="1">
                <a:solidFill>
                  <a:srgbClr val="C8B2FF"/>
                </a:solidFill>
                <a:latin typeface="Arial"/>
                <a:ea typeface="Arial"/>
                <a:cs typeface="Arial"/>
              </a:defRPr>
            </a:lvl5pPr>
            <a:lvl6pPr algn="l">
              <a:defRPr sz="1425" b="1">
                <a:solidFill>
                  <a:srgbClr val="C8B2FF"/>
                </a:solidFill>
                <a:latin typeface="Arial"/>
                <a:ea typeface="Arial"/>
                <a:cs typeface="Arial"/>
              </a:defRPr>
            </a:lvl6pPr>
            <a:lvl7pPr algn="l">
              <a:defRPr sz="1425" b="1">
                <a:solidFill>
                  <a:srgbClr val="C8B2FF"/>
                </a:solidFill>
                <a:latin typeface="Arial"/>
                <a:ea typeface="Arial"/>
                <a:cs typeface="Arial"/>
              </a:defRPr>
            </a:lvl7pPr>
            <a:lvl8pPr algn="l">
              <a:defRPr sz="1425" b="1">
                <a:solidFill>
                  <a:srgbClr val="C8B2FF"/>
                </a:solidFill>
                <a:latin typeface="Arial"/>
                <a:ea typeface="Arial"/>
                <a:cs typeface="Arial"/>
              </a:defRPr>
            </a:lvl8pPr>
            <a:lvl9pPr algn="l">
              <a:defRPr sz="1425" b="1">
                <a:solidFill>
                  <a:srgbClr val="C8B2FF"/>
                </a:solidFill>
                <a:latin typeface="Arial"/>
                <a:ea typeface="Arial"/>
                <a:cs typeface="Arial"/>
              </a:defRPr>
            </a:lvl9pPr>
          </a:lstStyle>
          <a:p xmlns:a="http://schemas.openxmlformats.org/drawingml/2006/main">
            <a:pPr algn="l">
              <a:defRPr sz="1425" b="1">
                <a:solidFill>
                  <a:srgbClr val="C8B2FF"/>
                </a:solidFill>
                <a:latin typeface="Arial"/>
                <a:ea typeface="Arial"/>
                <a:cs typeface="Arial"/>
              </a:defRPr>
            </a:pPr>
            <a:r>
              <a:rPr sz="1425" b="1">
                <a:solidFill>
                  <a:srgbClr val="C8B2FF"/>
                </a:solidFill>
                <a:latin typeface="Arial"/>
                <a:ea typeface="Arial"/>
                <a:cs typeface="Arial"/>
              </a:rPr>
              <a:t>Authenticated CPU workers</a:t>
            </a:r>
          </a:p>
        </p:txBody>
      </p:sp>
      <p:sp>
        <p:nvSpPr>
          <p:cNvPr id="31" name="receipt-rule">
            <a:extLst xmlns:a="http://schemas.openxmlformats.org/drawingml/2006/main">
              <a:ext uri="{FF2B5EF4-FFF2-40B4-BE49-F238E27FC236}">
                <a16:creationId xmlns:a16="http://schemas.microsoft.com/office/drawing/2014/main" id="{55386054-D494-4024-A543-2C52036A5095}"/>
              </a:ext>
            </a:extLst>
          </p:cNvPr>
          <p:cNvSpPr>
            <a:spLocks xmlns:a="http://schemas.openxmlformats.org/drawingml/2006/main" noGrp="1"/>
          </p:cNvSpPr>
          <p:nvPr/>
        </p:nvSpPr>
        <p:spPr>
          <a:xfrm xmlns:a="http://schemas.openxmlformats.org/drawingml/2006/main">
            <a:off x="781050" y="5800725"/>
            <a:ext cx="10620375"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32" name="receipt-line">
            <a:extLst xmlns:a="http://schemas.openxmlformats.org/drawingml/2006/main">
              <a:ext uri="{FF2B5EF4-FFF2-40B4-BE49-F238E27FC236}">
                <a16:creationId xmlns:a16="http://schemas.microsoft.com/office/drawing/2014/main" id="{38DD6894-70BD-4D9E-ACE8-4464DBDAE456}"/>
              </a:ext>
            </a:extLst>
          </p:cNvPr>
          <p:cNvSpPr>
            <a:spLocks xmlns:a="http://schemas.openxmlformats.org/drawingml/2006/main" noGrp="1"/>
          </p:cNvSpPr>
          <p:nvPr/>
        </p:nvSpPr>
        <p:spPr>
          <a:xfrm xmlns:a="http://schemas.openxmlformats.org/drawingml/2006/main">
            <a:off x="800100" y="59531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97282"/>
                </a:solidFill>
                <a:latin typeface="Arial"/>
                <a:ea typeface="Arial"/>
                <a:cs typeface="Arial"/>
              </a:defRPr>
            </a:defPPr>
            <a:lvl1pPr algn="l">
              <a:defRPr sz="1200" b="1">
                <a:solidFill>
                  <a:srgbClr val="797282"/>
                </a:solidFill>
                <a:latin typeface="Arial"/>
                <a:ea typeface="Arial"/>
                <a:cs typeface="Arial"/>
              </a:defRPr>
            </a:lvl1pPr>
            <a:lvl2pPr algn="l">
              <a:defRPr sz="1200" b="1">
                <a:solidFill>
                  <a:srgbClr val="797282"/>
                </a:solidFill>
                <a:latin typeface="Arial"/>
                <a:ea typeface="Arial"/>
                <a:cs typeface="Arial"/>
              </a:defRPr>
            </a:lvl2pPr>
            <a:lvl3pPr algn="l">
              <a:defRPr sz="1200" b="1">
                <a:solidFill>
                  <a:srgbClr val="797282"/>
                </a:solidFill>
                <a:latin typeface="Arial"/>
                <a:ea typeface="Arial"/>
                <a:cs typeface="Arial"/>
              </a:defRPr>
            </a:lvl3pPr>
            <a:lvl4pPr algn="l">
              <a:defRPr sz="1200" b="1">
                <a:solidFill>
                  <a:srgbClr val="797282"/>
                </a:solidFill>
                <a:latin typeface="Arial"/>
                <a:ea typeface="Arial"/>
                <a:cs typeface="Arial"/>
              </a:defRPr>
            </a:lvl4pPr>
            <a:lvl5pPr algn="l">
              <a:defRPr sz="1200" b="1">
                <a:solidFill>
                  <a:srgbClr val="797282"/>
                </a:solidFill>
                <a:latin typeface="Arial"/>
                <a:ea typeface="Arial"/>
                <a:cs typeface="Arial"/>
              </a:defRPr>
            </a:lvl5pPr>
            <a:lvl6pPr algn="l">
              <a:defRPr sz="1200" b="1">
                <a:solidFill>
                  <a:srgbClr val="797282"/>
                </a:solidFill>
                <a:latin typeface="Arial"/>
                <a:ea typeface="Arial"/>
                <a:cs typeface="Arial"/>
              </a:defRPr>
            </a:lvl6pPr>
            <a:lvl7pPr algn="l">
              <a:defRPr sz="1200" b="1">
                <a:solidFill>
                  <a:srgbClr val="797282"/>
                </a:solidFill>
                <a:latin typeface="Arial"/>
                <a:ea typeface="Arial"/>
                <a:cs typeface="Arial"/>
              </a:defRPr>
            </a:lvl7pPr>
            <a:lvl8pPr algn="l">
              <a:defRPr sz="1200" b="1">
                <a:solidFill>
                  <a:srgbClr val="797282"/>
                </a:solidFill>
                <a:latin typeface="Arial"/>
                <a:ea typeface="Arial"/>
                <a:cs typeface="Arial"/>
              </a:defRPr>
            </a:lvl8pPr>
            <a:lvl9pPr algn="l">
              <a:defRPr sz="1200" b="1">
                <a:solidFill>
                  <a:srgbClr val="797282"/>
                </a:solidFill>
                <a:latin typeface="Arial"/>
                <a:ea typeface="Arial"/>
                <a:cs typeface="Arial"/>
              </a:defRPr>
            </a:lvl9pPr>
          </a:lstStyle>
          <a:p xmlns:a="http://schemas.openxmlformats.org/drawingml/2006/main">
            <a:pPr algn="l">
              <a:defRPr sz="1200" b="1">
                <a:solidFill>
                  <a:srgbClr val="797282"/>
                </a:solidFill>
                <a:latin typeface="Arial"/>
                <a:ea typeface="Arial"/>
                <a:cs typeface="Arial"/>
              </a:defRPr>
            </a:pPr>
            <a:r>
              <a:rPr sz="1200" b="1">
                <a:solidFill>
                  <a:srgbClr val="797282"/>
                </a:solidFill>
                <a:latin typeface="Arial"/>
                <a:ea typeface="Arial"/>
                <a:cs typeface="Arial"/>
              </a:rPr>
              <a:t>ONE TASK RECORD   /   ONE SIGNED RESULT   /   ONE RECOVERY PATH</a:t>
            </a:r>
          </a:p>
        </p:txBody>
      </p:sp>
    </p:spTree>
    <p:extLst>
      <p:ext uri="{BB962C8B-B14F-4D97-AF65-F5344CB8AC3E}">
        <p14:creationId xmlns:p14="http://schemas.microsoft.com/office/powerpoint/2010/main" val="2027127376"/>
      </p:ext>
    </p:extLst>
  </p:cSld>
</p:sld>
</file>

<file path=ppt/slides/slide4.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C33E8C7B-F694-4C25-A11E-464B707E5753}"/>
              </a:ext>
            </a:extLst>
          </p:cNvPr>
          <p:cNvPicPr>
            <a:picLocks xmlns:a="http://schemas.openxmlformats.org/drawingml/2006/main" noChangeAspect="1"/>
          </p:cNvPicPr>
          <p:nvPr/>
        </p:nvPicPr>
        <p:blipFill>
          <a:blip xmlns:r="http://schemas.openxmlformats.org/officeDocument/2006/relationships" xmlns:a="http://schemas.openxmlformats.org/drawingml/2006/main" r:embed="Rf53bb1cc8c7e4012"/>
          <a:stretch xmlns:a="http://schemas.openxmlformats.org/drawingml/2006/main"/>
        </p:blipFill>
        <p:spPr>
          <a:xfrm xmlns:a="http://schemas.openxmlformats.org/drawingml/2006/main">
            <a:off x="685800" y="352425"/>
            <a:ext cx="295275" cy="2952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DF4B8485-A05E-48C0-8495-965A18B69BCC}"/>
              </a:ext>
            </a:extLst>
          </p:cNvPr>
          <p:cNvSpPr>
            <a:spLocks xmlns:a="http://schemas.openxmlformats.org/drawingml/2006/main" noGrp="1"/>
          </p:cNvSpPr>
          <p:nvPr/>
        </p:nvSpPr>
        <p:spPr>
          <a:xfrm xmlns:a="http://schemas.openxmlformats.org/drawingml/2006/main">
            <a:off x="1085850" y="371475"/>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7F5FA"/>
                </a:solidFill>
                <a:latin typeface="Arial"/>
                <a:ea typeface="Arial"/>
                <a:cs typeface="Arial"/>
              </a:defRPr>
            </a:defPPr>
            <a:lvl1pPr algn="l">
              <a:defRPr sz="1125" b="1">
                <a:solidFill>
                  <a:srgbClr val="F7F5FA"/>
                </a:solidFill>
                <a:latin typeface="Arial"/>
                <a:ea typeface="Arial"/>
                <a:cs typeface="Arial"/>
              </a:defRPr>
            </a:lvl1pPr>
            <a:lvl2pPr algn="l">
              <a:defRPr sz="1125" b="1">
                <a:solidFill>
                  <a:srgbClr val="F7F5FA"/>
                </a:solidFill>
                <a:latin typeface="Arial"/>
                <a:ea typeface="Arial"/>
                <a:cs typeface="Arial"/>
              </a:defRPr>
            </a:lvl2pPr>
            <a:lvl3pPr algn="l">
              <a:defRPr sz="1125" b="1">
                <a:solidFill>
                  <a:srgbClr val="F7F5FA"/>
                </a:solidFill>
                <a:latin typeface="Arial"/>
                <a:ea typeface="Arial"/>
                <a:cs typeface="Arial"/>
              </a:defRPr>
            </a:lvl3pPr>
            <a:lvl4pPr algn="l">
              <a:defRPr sz="1125" b="1">
                <a:solidFill>
                  <a:srgbClr val="F7F5FA"/>
                </a:solidFill>
                <a:latin typeface="Arial"/>
                <a:ea typeface="Arial"/>
                <a:cs typeface="Arial"/>
              </a:defRPr>
            </a:lvl4pPr>
            <a:lvl5pPr algn="l">
              <a:defRPr sz="1125" b="1">
                <a:solidFill>
                  <a:srgbClr val="F7F5FA"/>
                </a:solidFill>
                <a:latin typeface="Arial"/>
                <a:ea typeface="Arial"/>
                <a:cs typeface="Arial"/>
              </a:defRPr>
            </a:lvl5pPr>
            <a:lvl6pPr algn="l">
              <a:defRPr sz="1125" b="1">
                <a:solidFill>
                  <a:srgbClr val="F7F5FA"/>
                </a:solidFill>
                <a:latin typeface="Arial"/>
                <a:ea typeface="Arial"/>
                <a:cs typeface="Arial"/>
              </a:defRPr>
            </a:lvl6pPr>
            <a:lvl7pPr algn="l">
              <a:defRPr sz="1125" b="1">
                <a:solidFill>
                  <a:srgbClr val="F7F5FA"/>
                </a:solidFill>
                <a:latin typeface="Arial"/>
                <a:ea typeface="Arial"/>
                <a:cs typeface="Arial"/>
              </a:defRPr>
            </a:lvl7pPr>
            <a:lvl8pPr algn="l">
              <a:defRPr sz="1125" b="1">
                <a:solidFill>
                  <a:srgbClr val="F7F5FA"/>
                </a:solidFill>
                <a:latin typeface="Arial"/>
                <a:ea typeface="Arial"/>
                <a:cs typeface="Arial"/>
              </a:defRPr>
            </a:lvl8pPr>
            <a:lvl9pPr algn="l">
              <a:defRPr sz="1125" b="1">
                <a:solidFill>
                  <a:srgbClr val="F7F5FA"/>
                </a:solidFill>
                <a:latin typeface="Arial"/>
                <a:ea typeface="Arial"/>
                <a:cs typeface="Arial"/>
              </a:defRPr>
            </a:lvl9pPr>
          </a:lstStyle>
          <a:p xmlns:a="http://schemas.openxmlformats.org/drawingml/2006/main">
            <a:pPr algn="l">
              <a:defRPr sz="1125" b="1">
                <a:solidFill>
                  <a:srgbClr val="F7F5FA"/>
                </a:solidFill>
                <a:latin typeface="Arial"/>
                <a:ea typeface="Arial"/>
                <a:cs typeface="Arial"/>
              </a:defRPr>
            </a:pPr>
            <a:r>
              <a:rPr sz="1125" b="1">
                <a:solidFill>
                  <a:srgbClr val="F7F5FA"/>
                </a:solidFill>
                <a:latin typeface="Arial"/>
                <a:ea typeface="Arial"/>
                <a:cs typeface="Arial"/>
              </a:rPr>
              <a:t>APERTURE</a:t>
            </a:r>
          </a:p>
        </p:txBody>
      </p:sp>
      <p:sp>
        <p:nvSpPr>
          <p:cNvPr id="3" name="chapter">
            <a:extLst xmlns:a="http://schemas.openxmlformats.org/drawingml/2006/main">
              <a:ext uri="{FF2B5EF4-FFF2-40B4-BE49-F238E27FC236}">
                <a16:creationId xmlns:a16="http://schemas.microsoft.com/office/drawing/2014/main" id="{6084D85E-66C4-4F92-A31C-DE8510236D0F}"/>
              </a:ext>
            </a:extLst>
          </p:cNvPr>
          <p:cNvSpPr>
            <a:spLocks xmlns:a="http://schemas.openxmlformats.org/drawingml/2006/main" noGrp="1"/>
          </p:cNvSpPr>
          <p:nvPr/>
        </p:nvSpPr>
        <p:spPr>
          <a:xfrm xmlns:a="http://schemas.openxmlformats.org/drawingml/2006/main">
            <a:off x="8334375" y="371475"/>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97282"/>
                </a:solidFill>
                <a:latin typeface="Arial"/>
                <a:ea typeface="Arial"/>
                <a:cs typeface="Arial"/>
              </a:defRPr>
            </a:defPPr>
            <a:lvl1pPr algn="r">
              <a:defRPr sz="975" b="1">
                <a:solidFill>
                  <a:srgbClr val="797282"/>
                </a:solidFill>
                <a:latin typeface="Arial"/>
                <a:ea typeface="Arial"/>
                <a:cs typeface="Arial"/>
              </a:defRPr>
            </a:lvl1pPr>
            <a:lvl2pPr algn="r">
              <a:defRPr sz="975" b="1">
                <a:solidFill>
                  <a:srgbClr val="797282"/>
                </a:solidFill>
                <a:latin typeface="Arial"/>
                <a:ea typeface="Arial"/>
                <a:cs typeface="Arial"/>
              </a:defRPr>
            </a:lvl2pPr>
            <a:lvl3pPr algn="r">
              <a:defRPr sz="975" b="1">
                <a:solidFill>
                  <a:srgbClr val="797282"/>
                </a:solidFill>
                <a:latin typeface="Arial"/>
                <a:ea typeface="Arial"/>
                <a:cs typeface="Arial"/>
              </a:defRPr>
            </a:lvl3pPr>
            <a:lvl4pPr algn="r">
              <a:defRPr sz="975" b="1">
                <a:solidFill>
                  <a:srgbClr val="797282"/>
                </a:solidFill>
                <a:latin typeface="Arial"/>
                <a:ea typeface="Arial"/>
                <a:cs typeface="Arial"/>
              </a:defRPr>
            </a:lvl4pPr>
            <a:lvl5pPr algn="r">
              <a:defRPr sz="975" b="1">
                <a:solidFill>
                  <a:srgbClr val="797282"/>
                </a:solidFill>
                <a:latin typeface="Arial"/>
                <a:ea typeface="Arial"/>
                <a:cs typeface="Arial"/>
              </a:defRPr>
            </a:lvl5pPr>
            <a:lvl6pPr algn="r">
              <a:defRPr sz="975" b="1">
                <a:solidFill>
                  <a:srgbClr val="797282"/>
                </a:solidFill>
                <a:latin typeface="Arial"/>
                <a:ea typeface="Arial"/>
                <a:cs typeface="Arial"/>
              </a:defRPr>
            </a:lvl6pPr>
            <a:lvl7pPr algn="r">
              <a:defRPr sz="975" b="1">
                <a:solidFill>
                  <a:srgbClr val="797282"/>
                </a:solidFill>
                <a:latin typeface="Arial"/>
                <a:ea typeface="Arial"/>
                <a:cs typeface="Arial"/>
              </a:defRPr>
            </a:lvl7pPr>
            <a:lvl8pPr algn="r">
              <a:defRPr sz="975" b="1">
                <a:solidFill>
                  <a:srgbClr val="797282"/>
                </a:solidFill>
                <a:latin typeface="Arial"/>
                <a:ea typeface="Arial"/>
                <a:cs typeface="Arial"/>
              </a:defRPr>
            </a:lvl8pPr>
            <a:lvl9pPr algn="r">
              <a:defRPr sz="975" b="1">
                <a:solidFill>
                  <a:srgbClr val="797282"/>
                </a:solidFill>
                <a:latin typeface="Arial"/>
                <a:ea typeface="Arial"/>
                <a:cs typeface="Arial"/>
              </a:defRPr>
            </a:lvl9pPr>
          </a:lstStyle>
          <a:p xmlns:a="http://schemas.openxmlformats.org/drawingml/2006/main">
            <a:pPr algn="r">
              <a:defRPr sz="975" b="1">
                <a:solidFill>
                  <a:srgbClr val="797282"/>
                </a:solidFill>
                <a:latin typeface="Arial"/>
                <a:ea typeface="Arial"/>
                <a:cs typeface="Arial"/>
              </a:defRPr>
            </a:pPr>
            <a:r>
              <a:rPr sz="975" b="1">
                <a:solidFill>
                  <a:srgbClr val="797282"/>
                </a:solidFill>
                <a:latin typeface="Arial"/>
                <a:ea typeface="Arial"/>
                <a:cs typeface="Arial"/>
              </a:rPr>
              <a:t>HOW IT WORKS</a:t>
            </a:r>
          </a:p>
        </p:txBody>
      </p:sp>
      <p:sp>
        <p:nvSpPr>
          <p:cNvPr id="4" name="footer-rule">
            <a:extLst xmlns:a="http://schemas.openxmlformats.org/drawingml/2006/main">
              <a:ext uri="{FF2B5EF4-FFF2-40B4-BE49-F238E27FC236}">
                <a16:creationId xmlns:a16="http://schemas.microsoft.com/office/drawing/2014/main" id="{5EB34F4E-D93C-41D6-9528-D4E44394AC55}"/>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5" name="folio">
            <a:extLst xmlns:a="http://schemas.openxmlformats.org/drawingml/2006/main">
              <a:ext uri="{FF2B5EF4-FFF2-40B4-BE49-F238E27FC236}">
                <a16:creationId xmlns:a16="http://schemas.microsoft.com/office/drawing/2014/main" id="{786DC704-FBBB-4B13-851F-B6969CF44087}"/>
              </a:ext>
            </a:extLst>
          </p:cNvPr>
          <p:cNvSpPr>
            <a:spLocks xmlns:a="http://schemas.openxmlformats.org/drawingml/2006/main" noGrp="1"/>
          </p:cNvSpPr>
          <p:nvPr/>
        </p:nvSpPr>
        <p:spPr>
          <a:xfrm xmlns:a="http://schemas.openxmlformats.org/drawingml/2006/main">
            <a:off x="10477500" y="65722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97282"/>
                </a:solidFill>
                <a:latin typeface="Arial"/>
                <a:ea typeface="Arial"/>
                <a:cs typeface="Arial"/>
              </a:defRPr>
            </a:defPPr>
            <a:lvl1pPr algn="r">
              <a:defRPr sz="900" b="0">
                <a:solidFill>
                  <a:srgbClr val="797282"/>
                </a:solidFill>
                <a:latin typeface="Arial"/>
                <a:ea typeface="Arial"/>
                <a:cs typeface="Arial"/>
              </a:defRPr>
            </a:lvl1pPr>
            <a:lvl2pPr algn="r">
              <a:defRPr sz="900" b="0">
                <a:solidFill>
                  <a:srgbClr val="797282"/>
                </a:solidFill>
                <a:latin typeface="Arial"/>
                <a:ea typeface="Arial"/>
                <a:cs typeface="Arial"/>
              </a:defRPr>
            </a:lvl2pPr>
            <a:lvl3pPr algn="r">
              <a:defRPr sz="900" b="0">
                <a:solidFill>
                  <a:srgbClr val="797282"/>
                </a:solidFill>
                <a:latin typeface="Arial"/>
                <a:ea typeface="Arial"/>
                <a:cs typeface="Arial"/>
              </a:defRPr>
            </a:lvl3pPr>
            <a:lvl4pPr algn="r">
              <a:defRPr sz="900" b="0">
                <a:solidFill>
                  <a:srgbClr val="797282"/>
                </a:solidFill>
                <a:latin typeface="Arial"/>
                <a:ea typeface="Arial"/>
                <a:cs typeface="Arial"/>
              </a:defRPr>
            </a:lvl4pPr>
            <a:lvl5pPr algn="r">
              <a:defRPr sz="900" b="0">
                <a:solidFill>
                  <a:srgbClr val="797282"/>
                </a:solidFill>
                <a:latin typeface="Arial"/>
                <a:ea typeface="Arial"/>
                <a:cs typeface="Arial"/>
              </a:defRPr>
            </a:lvl5pPr>
            <a:lvl6pPr algn="r">
              <a:defRPr sz="900" b="0">
                <a:solidFill>
                  <a:srgbClr val="797282"/>
                </a:solidFill>
                <a:latin typeface="Arial"/>
                <a:ea typeface="Arial"/>
                <a:cs typeface="Arial"/>
              </a:defRPr>
            </a:lvl6pPr>
            <a:lvl7pPr algn="r">
              <a:defRPr sz="900" b="0">
                <a:solidFill>
                  <a:srgbClr val="797282"/>
                </a:solidFill>
                <a:latin typeface="Arial"/>
                <a:ea typeface="Arial"/>
                <a:cs typeface="Arial"/>
              </a:defRPr>
            </a:lvl7pPr>
            <a:lvl8pPr algn="r">
              <a:defRPr sz="900" b="0">
                <a:solidFill>
                  <a:srgbClr val="797282"/>
                </a:solidFill>
                <a:latin typeface="Arial"/>
                <a:ea typeface="Arial"/>
                <a:cs typeface="Arial"/>
              </a:defRPr>
            </a:lvl8pPr>
            <a:lvl9pPr algn="r">
              <a:defRPr sz="900" b="0">
                <a:solidFill>
                  <a:srgbClr val="797282"/>
                </a:solidFill>
                <a:latin typeface="Arial"/>
                <a:ea typeface="Arial"/>
                <a:cs typeface="Arial"/>
              </a:defRPr>
            </a:lvl9pPr>
          </a:lstStyle>
          <a:p xmlns:a="http://schemas.openxmlformats.org/drawingml/2006/main">
            <a:pPr algn="r">
              <a:defRPr sz="900" b="0">
                <a:solidFill>
                  <a:srgbClr val="797282"/>
                </a:solidFill>
                <a:latin typeface="Arial"/>
                <a:ea typeface="Arial"/>
                <a:cs typeface="Arial"/>
              </a:defRPr>
            </a:pPr>
            <a:r>
              <a:rPr sz="900" b="0">
                <a:solidFill>
                  <a:srgbClr val="797282"/>
                </a:solidFill>
                <a:latin typeface="Arial"/>
                <a:ea typeface="Arial"/>
                <a:cs typeface="Arial"/>
              </a:rPr>
              <a:t>04 / 08</a:t>
            </a:r>
          </a:p>
        </p:txBody>
      </p:sp>
      <p:sp>
        <p:nvSpPr>
          <p:cNvPr id="6" name="slide-title">
            <a:extLst xmlns:a="http://schemas.openxmlformats.org/drawingml/2006/main">
              <a:ext uri="{FF2B5EF4-FFF2-40B4-BE49-F238E27FC236}">
                <a16:creationId xmlns:a16="http://schemas.microsoft.com/office/drawing/2014/main" id="{6C0A07B0-7013-45E3-AF69-BF36882E3848}"/>
              </a:ext>
            </a:extLst>
          </p:cNvPr>
          <p:cNvSpPr>
            <a:spLocks xmlns:a="http://schemas.openxmlformats.org/drawingml/2006/main" noGrp="1"/>
          </p:cNvSpPr>
          <p:nvPr/>
        </p:nvSpPr>
        <p:spPr>
          <a:xfrm xmlns:a="http://schemas.openxmlformats.org/drawingml/2006/main">
            <a:off x="685800" y="100012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7F5FA"/>
                </a:solidFill>
                <a:latin typeface="Arial"/>
                <a:ea typeface="Arial"/>
                <a:cs typeface="Arial"/>
              </a:defRPr>
            </a:defPPr>
            <a:lvl1pPr algn="l">
              <a:defRPr sz="4050" b="1">
                <a:solidFill>
                  <a:srgbClr val="F7F5FA"/>
                </a:solidFill>
                <a:latin typeface="Arial"/>
                <a:ea typeface="Arial"/>
                <a:cs typeface="Arial"/>
              </a:defRPr>
            </a:lvl1pPr>
            <a:lvl2pPr algn="l">
              <a:defRPr sz="4050" b="1">
                <a:solidFill>
                  <a:srgbClr val="F7F5FA"/>
                </a:solidFill>
                <a:latin typeface="Arial"/>
                <a:ea typeface="Arial"/>
                <a:cs typeface="Arial"/>
              </a:defRPr>
            </a:lvl2pPr>
            <a:lvl3pPr algn="l">
              <a:defRPr sz="4050" b="1">
                <a:solidFill>
                  <a:srgbClr val="F7F5FA"/>
                </a:solidFill>
                <a:latin typeface="Arial"/>
                <a:ea typeface="Arial"/>
                <a:cs typeface="Arial"/>
              </a:defRPr>
            </a:lvl3pPr>
            <a:lvl4pPr algn="l">
              <a:defRPr sz="4050" b="1">
                <a:solidFill>
                  <a:srgbClr val="F7F5FA"/>
                </a:solidFill>
                <a:latin typeface="Arial"/>
                <a:ea typeface="Arial"/>
                <a:cs typeface="Arial"/>
              </a:defRPr>
            </a:lvl4pPr>
            <a:lvl5pPr algn="l">
              <a:defRPr sz="4050" b="1">
                <a:solidFill>
                  <a:srgbClr val="F7F5FA"/>
                </a:solidFill>
                <a:latin typeface="Arial"/>
                <a:ea typeface="Arial"/>
                <a:cs typeface="Arial"/>
              </a:defRPr>
            </a:lvl5pPr>
            <a:lvl6pPr algn="l">
              <a:defRPr sz="4050" b="1">
                <a:solidFill>
                  <a:srgbClr val="F7F5FA"/>
                </a:solidFill>
                <a:latin typeface="Arial"/>
                <a:ea typeface="Arial"/>
                <a:cs typeface="Arial"/>
              </a:defRPr>
            </a:lvl6pPr>
            <a:lvl7pPr algn="l">
              <a:defRPr sz="4050" b="1">
                <a:solidFill>
                  <a:srgbClr val="F7F5FA"/>
                </a:solidFill>
                <a:latin typeface="Arial"/>
                <a:ea typeface="Arial"/>
                <a:cs typeface="Arial"/>
              </a:defRPr>
            </a:lvl7pPr>
            <a:lvl8pPr algn="l">
              <a:defRPr sz="4050" b="1">
                <a:solidFill>
                  <a:srgbClr val="F7F5FA"/>
                </a:solidFill>
                <a:latin typeface="Arial"/>
                <a:ea typeface="Arial"/>
                <a:cs typeface="Arial"/>
              </a:defRPr>
            </a:lvl8pPr>
            <a:lvl9pPr algn="l">
              <a:defRPr sz="4050" b="1">
                <a:solidFill>
                  <a:srgbClr val="F7F5FA"/>
                </a:solidFill>
                <a:latin typeface="Arial"/>
                <a:ea typeface="Arial"/>
                <a:cs typeface="Arial"/>
              </a:defRPr>
            </a:lvl9pPr>
          </a:lstStyle>
          <a:p xmlns:a="http://schemas.openxmlformats.org/drawingml/2006/main">
            <a:pPr algn="l">
              <a:defRPr sz="4050" b="1">
                <a:solidFill>
                  <a:srgbClr val="F7F5FA"/>
                </a:solidFill>
                <a:latin typeface="Arial"/>
                <a:ea typeface="Arial"/>
                <a:cs typeface="Arial"/>
              </a:defRPr>
            </a:pPr>
            <a:r>
              <a:rPr sz="4050" b="1">
                <a:solidFill>
                  <a:srgbClr val="F7F5FA"/>
                </a:solidFill>
                <a:latin typeface="Arial"/>
                <a:ea typeface="Arial"/>
                <a:cs typeface="Arial"/>
              </a:rPr>
              <a:t>The owner signs the task boundary</a:t>
            </a:r>
          </a:p>
        </p:txBody>
      </p:sp>
      <p:sp>
        <p:nvSpPr>
          <p:cNvPr id="7" name="slide-deck">
            <a:extLst xmlns:a="http://schemas.openxmlformats.org/drawingml/2006/main">
              <a:ext uri="{FF2B5EF4-FFF2-40B4-BE49-F238E27FC236}">
                <a16:creationId xmlns:a16="http://schemas.microsoft.com/office/drawing/2014/main" id="{3DB3E19F-2CF4-4CC9-B15C-75FDE0D9A8B2}"/>
              </a:ext>
            </a:extLst>
          </p:cNvPr>
          <p:cNvSpPr>
            <a:spLocks xmlns:a="http://schemas.openxmlformats.org/drawingml/2006/main" noGrp="1"/>
          </p:cNvSpPr>
          <p:nvPr/>
        </p:nvSpPr>
        <p:spPr>
          <a:xfrm xmlns:a="http://schemas.openxmlformats.org/drawingml/2006/main">
            <a:off x="704850" y="177165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AA5B4"/>
                </a:solidFill>
                <a:latin typeface="Arial"/>
                <a:ea typeface="Arial"/>
                <a:cs typeface="Arial"/>
              </a:defRPr>
            </a:defPPr>
            <a:lvl1pPr algn="l">
              <a:defRPr sz="1725" b="0">
                <a:solidFill>
                  <a:srgbClr val="AAA5B4"/>
                </a:solidFill>
                <a:latin typeface="Arial"/>
                <a:ea typeface="Arial"/>
                <a:cs typeface="Arial"/>
              </a:defRPr>
            </a:lvl1pPr>
            <a:lvl2pPr algn="l">
              <a:defRPr sz="1725" b="0">
                <a:solidFill>
                  <a:srgbClr val="AAA5B4"/>
                </a:solidFill>
                <a:latin typeface="Arial"/>
                <a:ea typeface="Arial"/>
                <a:cs typeface="Arial"/>
              </a:defRPr>
            </a:lvl2pPr>
            <a:lvl3pPr algn="l">
              <a:defRPr sz="1725" b="0">
                <a:solidFill>
                  <a:srgbClr val="AAA5B4"/>
                </a:solidFill>
                <a:latin typeface="Arial"/>
                <a:ea typeface="Arial"/>
                <a:cs typeface="Arial"/>
              </a:defRPr>
            </a:lvl3pPr>
            <a:lvl4pPr algn="l">
              <a:defRPr sz="1725" b="0">
                <a:solidFill>
                  <a:srgbClr val="AAA5B4"/>
                </a:solidFill>
                <a:latin typeface="Arial"/>
                <a:ea typeface="Arial"/>
                <a:cs typeface="Arial"/>
              </a:defRPr>
            </a:lvl4pPr>
            <a:lvl5pPr algn="l">
              <a:defRPr sz="1725" b="0">
                <a:solidFill>
                  <a:srgbClr val="AAA5B4"/>
                </a:solidFill>
                <a:latin typeface="Arial"/>
                <a:ea typeface="Arial"/>
                <a:cs typeface="Arial"/>
              </a:defRPr>
            </a:lvl5pPr>
            <a:lvl6pPr algn="l">
              <a:defRPr sz="1725" b="0">
                <a:solidFill>
                  <a:srgbClr val="AAA5B4"/>
                </a:solidFill>
                <a:latin typeface="Arial"/>
                <a:ea typeface="Arial"/>
                <a:cs typeface="Arial"/>
              </a:defRPr>
            </a:lvl6pPr>
            <a:lvl7pPr algn="l">
              <a:defRPr sz="1725" b="0">
                <a:solidFill>
                  <a:srgbClr val="AAA5B4"/>
                </a:solidFill>
                <a:latin typeface="Arial"/>
                <a:ea typeface="Arial"/>
                <a:cs typeface="Arial"/>
              </a:defRPr>
            </a:lvl7pPr>
            <a:lvl8pPr algn="l">
              <a:defRPr sz="1725" b="0">
                <a:solidFill>
                  <a:srgbClr val="AAA5B4"/>
                </a:solidFill>
                <a:latin typeface="Arial"/>
                <a:ea typeface="Arial"/>
                <a:cs typeface="Arial"/>
              </a:defRPr>
            </a:lvl8pPr>
            <a:lvl9pPr algn="l">
              <a:defRPr sz="1725" b="0">
                <a:solidFill>
                  <a:srgbClr val="AAA5B4"/>
                </a:solidFill>
                <a:latin typeface="Arial"/>
                <a:ea typeface="Arial"/>
                <a:cs typeface="Arial"/>
              </a:defRPr>
            </a:lvl9pPr>
          </a:lstStyle>
          <a:p xmlns:a="http://schemas.openxmlformats.org/drawingml/2006/main">
            <a:pPr algn="l">
              <a:defRPr sz="1725" b="0">
                <a:solidFill>
                  <a:srgbClr val="AAA5B4"/>
                </a:solidFill>
                <a:latin typeface="Arial"/>
                <a:ea typeface="Arial"/>
                <a:cs typeface="Arial"/>
              </a:defRPr>
            </a:pPr>
            <a:r>
              <a:rPr sz="1725" b="0">
                <a:solidFill>
                  <a:srgbClr val="AAA5B4"/>
                </a:solidFill>
                <a:latin typeface="Arial"/>
                <a:ea typeface="Arial"/>
                <a:cs typeface="Arial"/>
              </a:rPr>
              <a:t>A workload-bound quote fixes the request before any worker runs it.</a:t>
            </a:r>
          </a:p>
        </p:txBody>
      </p:sp>
      <p:sp>
        <p:nvSpPr>
          <p:cNvPr id="8" name="terms-label">
            <a:extLst xmlns:a="http://schemas.openxmlformats.org/drawingml/2006/main">
              <a:ext uri="{FF2B5EF4-FFF2-40B4-BE49-F238E27FC236}">
                <a16:creationId xmlns:a16="http://schemas.microsoft.com/office/drawing/2014/main" id="{222620E6-E6A1-497D-BEC6-87C5A82BF22D}"/>
              </a:ext>
            </a:extLst>
          </p:cNvPr>
          <p:cNvSpPr>
            <a:spLocks xmlns:a="http://schemas.openxmlformats.org/drawingml/2006/main" noGrp="1"/>
          </p:cNvSpPr>
          <p:nvPr/>
        </p:nvSpPr>
        <p:spPr>
          <a:xfrm xmlns:a="http://schemas.openxmlformats.org/drawingml/2006/main">
            <a:off x="742950" y="2571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SIGNED QUOTE</a:t>
            </a:r>
          </a:p>
        </p:txBody>
      </p:sp>
      <p:sp>
        <p:nvSpPr>
          <p:cNvPr id="9" name="terms-timeline">
            <a:extLst xmlns:a="http://schemas.openxmlformats.org/drawingml/2006/main">
              <a:ext uri="{FF2B5EF4-FFF2-40B4-BE49-F238E27FC236}">
                <a16:creationId xmlns:a16="http://schemas.microsoft.com/office/drawing/2014/main" id="{65CC7926-F8F1-4434-9476-17D703777430}"/>
              </a:ext>
            </a:extLst>
          </p:cNvPr>
          <p:cNvSpPr>
            <a:spLocks xmlns:a="http://schemas.openxmlformats.org/drawingml/2006/main" noGrp="1"/>
          </p:cNvSpPr>
          <p:nvPr/>
        </p:nvSpPr>
        <p:spPr>
          <a:xfrm xmlns:a="http://schemas.openxmlformats.org/drawingml/2006/main">
            <a:off x="800100" y="3238500"/>
            <a:ext cx="10515600" cy="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10" name="term-dot-0">
            <a:extLst xmlns:a="http://schemas.openxmlformats.org/drawingml/2006/main">
              <a:ext uri="{FF2B5EF4-FFF2-40B4-BE49-F238E27FC236}">
                <a16:creationId xmlns:a16="http://schemas.microsoft.com/office/drawing/2014/main" id="{590B4342-9AC3-488B-AAF6-F3C4D34D7394}"/>
              </a:ext>
            </a:extLst>
          </p:cNvPr>
          <p:cNvSpPr>
            <a:spLocks xmlns:a="http://schemas.openxmlformats.org/drawingml/2006/main" noGrp="1"/>
          </p:cNvSpPr>
          <p:nvPr/>
        </p:nvSpPr>
        <p:spPr>
          <a:xfrm xmlns:a="http://schemas.openxmlformats.org/drawingml/2006/main">
            <a:off x="762000" y="3171825"/>
            <a:ext cx="133350" cy="133350"/>
          </a:xfrm>
          <a:prstGeom xmlns:a="http://schemas.openxmlformats.org/drawingml/2006/main" prst="ellipse">
            <a:avLst/>
          </a:prstGeom>
          <a:solidFill xmlns:a="http://schemas.openxmlformats.org/drawingml/2006/main">
            <a:srgbClr val="C8B2FF"/>
          </a:solidFill>
          <a:ln xmlns:a="http://schemas.openxmlformats.org/drawingml/2006/main" w="0">
            <a:noFill/>
            <a:prstDash val="solid"/>
          </a:ln>
        </p:spPr>
      </p:sp>
      <p:sp>
        <p:nvSpPr>
          <p:cNvPr id="11" name="term-num-0">
            <a:extLst xmlns:a="http://schemas.openxmlformats.org/drawingml/2006/main">
              <a:ext uri="{FF2B5EF4-FFF2-40B4-BE49-F238E27FC236}">
                <a16:creationId xmlns:a16="http://schemas.microsoft.com/office/drawing/2014/main" id="{663FC9AB-29AD-4883-8F42-4BC1F47AD906}"/>
              </a:ext>
            </a:extLst>
          </p:cNvPr>
          <p:cNvSpPr>
            <a:spLocks xmlns:a="http://schemas.openxmlformats.org/drawingml/2006/main" noGrp="1"/>
          </p:cNvSpPr>
          <p:nvPr/>
        </p:nvSpPr>
        <p:spPr>
          <a:xfrm xmlns:a="http://schemas.openxmlformats.org/drawingml/2006/main">
            <a:off x="762000" y="3619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01</a:t>
            </a:r>
          </a:p>
        </p:txBody>
      </p:sp>
      <p:sp>
        <p:nvSpPr>
          <p:cNvPr id="12" name="term-name-0">
            <a:extLst xmlns:a="http://schemas.openxmlformats.org/drawingml/2006/main">
              <a:ext uri="{FF2B5EF4-FFF2-40B4-BE49-F238E27FC236}">
                <a16:creationId xmlns:a16="http://schemas.microsoft.com/office/drawing/2014/main" id="{69C21841-18D3-4CE9-9605-AEA1E893C754}"/>
              </a:ext>
            </a:extLst>
          </p:cNvPr>
          <p:cNvSpPr>
            <a:spLocks xmlns:a="http://schemas.openxmlformats.org/drawingml/2006/main" noGrp="1"/>
          </p:cNvSpPr>
          <p:nvPr/>
        </p:nvSpPr>
        <p:spPr>
          <a:xfrm xmlns:a="http://schemas.openxmlformats.org/drawingml/2006/main">
            <a:off x="762000" y="398145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F7F5FA"/>
                </a:solidFill>
                <a:latin typeface="Arial"/>
                <a:ea typeface="Arial"/>
                <a:cs typeface="Arial"/>
              </a:defRPr>
            </a:defPPr>
            <a:lvl1pPr algn="l">
              <a:defRPr sz="2175" b="1">
                <a:solidFill>
                  <a:srgbClr val="F7F5FA"/>
                </a:solidFill>
                <a:latin typeface="Arial"/>
                <a:ea typeface="Arial"/>
                <a:cs typeface="Arial"/>
              </a:defRPr>
            </a:lvl1pPr>
            <a:lvl2pPr algn="l">
              <a:defRPr sz="2175" b="1">
                <a:solidFill>
                  <a:srgbClr val="F7F5FA"/>
                </a:solidFill>
                <a:latin typeface="Arial"/>
                <a:ea typeface="Arial"/>
                <a:cs typeface="Arial"/>
              </a:defRPr>
            </a:lvl2pPr>
            <a:lvl3pPr algn="l">
              <a:defRPr sz="2175" b="1">
                <a:solidFill>
                  <a:srgbClr val="F7F5FA"/>
                </a:solidFill>
                <a:latin typeface="Arial"/>
                <a:ea typeface="Arial"/>
                <a:cs typeface="Arial"/>
              </a:defRPr>
            </a:lvl3pPr>
            <a:lvl4pPr algn="l">
              <a:defRPr sz="2175" b="1">
                <a:solidFill>
                  <a:srgbClr val="F7F5FA"/>
                </a:solidFill>
                <a:latin typeface="Arial"/>
                <a:ea typeface="Arial"/>
                <a:cs typeface="Arial"/>
              </a:defRPr>
            </a:lvl4pPr>
            <a:lvl5pPr algn="l">
              <a:defRPr sz="2175" b="1">
                <a:solidFill>
                  <a:srgbClr val="F7F5FA"/>
                </a:solidFill>
                <a:latin typeface="Arial"/>
                <a:ea typeface="Arial"/>
                <a:cs typeface="Arial"/>
              </a:defRPr>
            </a:lvl5pPr>
            <a:lvl6pPr algn="l">
              <a:defRPr sz="2175" b="1">
                <a:solidFill>
                  <a:srgbClr val="F7F5FA"/>
                </a:solidFill>
                <a:latin typeface="Arial"/>
                <a:ea typeface="Arial"/>
                <a:cs typeface="Arial"/>
              </a:defRPr>
            </a:lvl6pPr>
            <a:lvl7pPr algn="l">
              <a:defRPr sz="2175" b="1">
                <a:solidFill>
                  <a:srgbClr val="F7F5FA"/>
                </a:solidFill>
                <a:latin typeface="Arial"/>
                <a:ea typeface="Arial"/>
                <a:cs typeface="Arial"/>
              </a:defRPr>
            </a:lvl7pPr>
            <a:lvl8pPr algn="l">
              <a:defRPr sz="2175" b="1">
                <a:solidFill>
                  <a:srgbClr val="F7F5FA"/>
                </a:solidFill>
                <a:latin typeface="Arial"/>
                <a:ea typeface="Arial"/>
                <a:cs typeface="Arial"/>
              </a:defRPr>
            </a:lvl8pPr>
            <a:lvl9pPr algn="l">
              <a:defRPr sz="2175" b="1">
                <a:solidFill>
                  <a:srgbClr val="F7F5FA"/>
                </a:solidFill>
                <a:latin typeface="Arial"/>
                <a:ea typeface="Arial"/>
                <a:cs typeface="Arial"/>
              </a:defRPr>
            </a:lvl9pPr>
          </a:lstStyle>
          <a:p xmlns:a="http://schemas.openxmlformats.org/drawingml/2006/main">
            <a:pPr algn="l">
              <a:defRPr sz="2175" b="1">
                <a:solidFill>
                  <a:srgbClr val="F7F5FA"/>
                </a:solidFill>
                <a:latin typeface="Arial"/>
                <a:ea typeface="Arial"/>
                <a:cs typeface="Arial"/>
              </a:defRPr>
            </a:pPr>
            <a:r>
              <a:rPr sz="2175" b="1">
                <a:solidFill>
                  <a:srgbClr val="F7F5FA"/>
                </a:solidFill>
                <a:latin typeface="Arial"/>
                <a:ea typeface="Arial"/>
                <a:cs typeface="Arial"/>
              </a:rPr>
              <a:t>ROUTE</a:t>
            </a:r>
          </a:p>
        </p:txBody>
      </p:sp>
      <p:sp>
        <p:nvSpPr>
          <p:cNvPr id="13" name="term-detail-0">
            <a:extLst xmlns:a="http://schemas.openxmlformats.org/drawingml/2006/main">
              <a:ext uri="{FF2B5EF4-FFF2-40B4-BE49-F238E27FC236}">
                <a16:creationId xmlns:a16="http://schemas.microsoft.com/office/drawing/2014/main" id="{99D9B8A7-91BE-47C3-A373-71BC0818BA18}"/>
              </a:ext>
            </a:extLst>
          </p:cNvPr>
          <p:cNvSpPr>
            <a:spLocks xmlns:a="http://schemas.openxmlformats.org/drawingml/2006/main" noGrp="1"/>
          </p:cNvSpPr>
          <p:nvPr/>
        </p:nvSpPr>
        <p:spPr>
          <a:xfrm xmlns:a="http://schemas.openxmlformats.org/drawingml/2006/main">
            <a:off x="762000" y="4448175"/>
            <a:ext cx="226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AA5B4"/>
                </a:solidFill>
                <a:latin typeface="Arial"/>
                <a:ea typeface="Arial"/>
                <a:cs typeface="Arial"/>
              </a:defRPr>
            </a:defPPr>
            <a:lvl1pPr algn="l">
              <a:defRPr sz="1575" b="0">
                <a:solidFill>
                  <a:srgbClr val="AAA5B4"/>
                </a:solidFill>
                <a:latin typeface="Arial"/>
                <a:ea typeface="Arial"/>
                <a:cs typeface="Arial"/>
              </a:defRPr>
            </a:lvl1pPr>
            <a:lvl2pPr algn="l">
              <a:defRPr sz="1575" b="0">
                <a:solidFill>
                  <a:srgbClr val="AAA5B4"/>
                </a:solidFill>
                <a:latin typeface="Arial"/>
                <a:ea typeface="Arial"/>
                <a:cs typeface="Arial"/>
              </a:defRPr>
            </a:lvl2pPr>
            <a:lvl3pPr algn="l">
              <a:defRPr sz="1575" b="0">
                <a:solidFill>
                  <a:srgbClr val="AAA5B4"/>
                </a:solidFill>
                <a:latin typeface="Arial"/>
                <a:ea typeface="Arial"/>
                <a:cs typeface="Arial"/>
              </a:defRPr>
            </a:lvl3pPr>
            <a:lvl4pPr algn="l">
              <a:defRPr sz="1575" b="0">
                <a:solidFill>
                  <a:srgbClr val="AAA5B4"/>
                </a:solidFill>
                <a:latin typeface="Arial"/>
                <a:ea typeface="Arial"/>
                <a:cs typeface="Arial"/>
              </a:defRPr>
            </a:lvl4pPr>
            <a:lvl5pPr algn="l">
              <a:defRPr sz="1575" b="0">
                <a:solidFill>
                  <a:srgbClr val="AAA5B4"/>
                </a:solidFill>
                <a:latin typeface="Arial"/>
                <a:ea typeface="Arial"/>
                <a:cs typeface="Arial"/>
              </a:defRPr>
            </a:lvl5pPr>
            <a:lvl6pPr algn="l">
              <a:defRPr sz="1575" b="0">
                <a:solidFill>
                  <a:srgbClr val="AAA5B4"/>
                </a:solidFill>
                <a:latin typeface="Arial"/>
                <a:ea typeface="Arial"/>
                <a:cs typeface="Arial"/>
              </a:defRPr>
            </a:lvl6pPr>
            <a:lvl7pPr algn="l">
              <a:defRPr sz="1575" b="0">
                <a:solidFill>
                  <a:srgbClr val="AAA5B4"/>
                </a:solidFill>
                <a:latin typeface="Arial"/>
                <a:ea typeface="Arial"/>
                <a:cs typeface="Arial"/>
              </a:defRPr>
            </a:lvl7pPr>
            <a:lvl8pPr algn="l">
              <a:defRPr sz="1575" b="0">
                <a:solidFill>
                  <a:srgbClr val="AAA5B4"/>
                </a:solidFill>
                <a:latin typeface="Arial"/>
                <a:ea typeface="Arial"/>
                <a:cs typeface="Arial"/>
              </a:defRPr>
            </a:lvl8pPr>
            <a:lvl9pPr algn="l">
              <a:defRPr sz="1575" b="0">
                <a:solidFill>
                  <a:srgbClr val="AAA5B4"/>
                </a:solidFill>
                <a:latin typeface="Arial"/>
                <a:ea typeface="Arial"/>
                <a:cs typeface="Arial"/>
              </a:defRPr>
            </a:lvl9pPr>
          </a:lstStyle>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Model offer</a:t>
            </a:r>
          </a:p>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or worker ID</a:t>
            </a:r>
          </a:p>
        </p:txBody>
      </p:sp>
      <p:sp>
        <p:nvSpPr>
          <p:cNvPr id="14" name="term-dot-1">
            <a:extLst xmlns:a="http://schemas.openxmlformats.org/drawingml/2006/main">
              <a:ext uri="{FF2B5EF4-FFF2-40B4-BE49-F238E27FC236}">
                <a16:creationId xmlns:a16="http://schemas.microsoft.com/office/drawing/2014/main" id="{384B100A-4397-4E8D-BC1D-5C76468CF7DD}"/>
              </a:ext>
            </a:extLst>
          </p:cNvPr>
          <p:cNvSpPr>
            <a:spLocks xmlns:a="http://schemas.openxmlformats.org/drawingml/2006/main" noGrp="1"/>
          </p:cNvSpPr>
          <p:nvPr/>
        </p:nvSpPr>
        <p:spPr>
          <a:xfrm xmlns:a="http://schemas.openxmlformats.org/drawingml/2006/main">
            <a:off x="3505200" y="3171825"/>
            <a:ext cx="133350" cy="133350"/>
          </a:xfrm>
          <a:prstGeom xmlns:a="http://schemas.openxmlformats.org/drawingml/2006/main" prst="ellipse">
            <a:avLst/>
          </a:prstGeom>
          <a:solidFill xmlns:a="http://schemas.openxmlformats.org/drawingml/2006/main">
            <a:srgbClr val="393442"/>
          </a:solidFill>
          <a:ln xmlns:a="http://schemas.openxmlformats.org/drawingml/2006/main" w="0">
            <a:noFill/>
            <a:prstDash val="solid"/>
          </a:ln>
        </p:spPr>
      </p:sp>
      <p:sp>
        <p:nvSpPr>
          <p:cNvPr id="15" name="term-num-1">
            <a:extLst xmlns:a="http://schemas.openxmlformats.org/drawingml/2006/main">
              <a:ext uri="{FF2B5EF4-FFF2-40B4-BE49-F238E27FC236}">
                <a16:creationId xmlns:a16="http://schemas.microsoft.com/office/drawing/2014/main" id="{1637F244-4BDB-4401-AA8A-AB16364D198F}"/>
              </a:ext>
            </a:extLst>
          </p:cNvPr>
          <p:cNvSpPr>
            <a:spLocks xmlns:a="http://schemas.openxmlformats.org/drawingml/2006/main" noGrp="1"/>
          </p:cNvSpPr>
          <p:nvPr/>
        </p:nvSpPr>
        <p:spPr>
          <a:xfrm xmlns:a="http://schemas.openxmlformats.org/drawingml/2006/main">
            <a:off x="3505200" y="3619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02</a:t>
            </a:r>
          </a:p>
        </p:txBody>
      </p:sp>
      <p:sp>
        <p:nvSpPr>
          <p:cNvPr id="16" name="term-name-1">
            <a:extLst xmlns:a="http://schemas.openxmlformats.org/drawingml/2006/main">
              <a:ext uri="{FF2B5EF4-FFF2-40B4-BE49-F238E27FC236}">
                <a16:creationId xmlns:a16="http://schemas.microsoft.com/office/drawing/2014/main" id="{31404C70-943C-4A36-B80B-210A8D497B4E}"/>
              </a:ext>
            </a:extLst>
          </p:cNvPr>
          <p:cNvSpPr>
            <a:spLocks xmlns:a="http://schemas.openxmlformats.org/drawingml/2006/main" noGrp="1"/>
          </p:cNvSpPr>
          <p:nvPr/>
        </p:nvSpPr>
        <p:spPr>
          <a:xfrm xmlns:a="http://schemas.openxmlformats.org/drawingml/2006/main">
            <a:off x="3505200" y="398145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F7F5FA"/>
                </a:solidFill>
                <a:latin typeface="Arial"/>
                <a:ea typeface="Arial"/>
                <a:cs typeface="Arial"/>
              </a:defRPr>
            </a:defPPr>
            <a:lvl1pPr algn="l">
              <a:defRPr sz="2175" b="1">
                <a:solidFill>
                  <a:srgbClr val="F7F5FA"/>
                </a:solidFill>
                <a:latin typeface="Arial"/>
                <a:ea typeface="Arial"/>
                <a:cs typeface="Arial"/>
              </a:defRPr>
            </a:lvl1pPr>
            <a:lvl2pPr algn="l">
              <a:defRPr sz="2175" b="1">
                <a:solidFill>
                  <a:srgbClr val="F7F5FA"/>
                </a:solidFill>
                <a:latin typeface="Arial"/>
                <a:ea typeface="Arial"/>
                <a:cs typeface="Arial"/>
              </a:defRPr>
            </a:lvl2pPr>
            <a:lvl3pPr algn="l">
              <a:defRPr sz="2175" b="1">
                <a:solidFill>
                  <a:srgbClr val="F7F5FA"/>
                </a:solidFill>
                <a:latin typeface="Arial"/>
                <a:ea typeface="Arial"/>
                <a:cs typeface="Arial"/>
              </a:defRPr>
            </a:lvl3pPr>
            <a:lvl4pPr algn="l">
              <a:defRPr sz="2175" b="1">
                <a:solidFill>
                  <a:srgbClr val="F7F5FA"/>
                </a:solidFill>
                <a:latin typeface="Arial"/>
                <a:ea typeface="Arial"/>
                <a:cs typeface="Arial"/>
              </a:defRPr>
            </a:lvl4pPr>
            <a:lvl5pPr algn="l">
              <a:defRPr sz="2175" b="1">
                <a:solidFill>
                  <a:srgbClr val="F7F5FA"/>
                </a:solidFill>
                <a:latin typeface="Arial"/>
                <a:ea typeface="Arial"/>
                <a:cs typeface="Arial"/>
              </a:defRPr>
            </a:lvl5pPr>
            <a:lvl6pPr algn="l">
              <a:defRPr sz="2175" b="1">
                <a:solidFill>
                  <a:srgbClr val="F7F5FA"/>
                </a:solidFill>
                <a:latin typeface="Arial"/>
                <a:ea typeface="Arial"/>
                <a:cs typeface="Arial"/>
              </a:defRPr>
            </a:lvl6pPr>
            <a:lvl7pPr algn="l">
              <a:defRPr sz="2175" b="1">
                <a:solidFill>
                  <a:srgbClr val="F7F5FA"/>
                </a:solidFill>
                <a:latin typeface="Arial"/>
                <a:ea typeface="Arial"/>
                <a:cs typeface="Arial"/>
              </a:defRPr>
            </a:lvl7pPr>
            <a:lvl8pPr algn="l">
              <a:defRPr sz="2175" b="1">
                <a:solidFill>
                  <a:srgbClr val="F7F5FA"/>
                </a:solidFill>
                <a:latin typeface="Arial"/>
                <a:ea typeface="Arial"/>
                <a:cs typeface="Arial"/>
              </a:defRPr>
            </a:lvl8pPr>
            <a:lvl9pPr algn="l">
              <a:defRPr sz="2175" b="1">
                <a:solidFill>
                  <a:srgbClr val="F7F5FA"/>
                </a:solidFill>
                <a:latin typeface="Arial"/>
                <a:ea typeface="Arial"/>
                <a:cs typeface="Arial"/>
              </a:defRPr>
            </a:lvl9pPr>
          </a:lstStyle>
          <a:p xmlns:a="http://schemas.openxmlformats.org/drawingml/2006/main">
            <a:pPr algn="l">
              <a:defRPr sz="2175" b="1">
                <a:solidFill>
                  <a:srgbClr val="F7F5FA"/>
                </a:solidFill>
                <a:latin typeface="Arial"/>
                <a:ea typeface="Arial"/>
                <a:cs typeface="Arial"/>
              </a:defRPr>
            </a:pPr>
            <a:r>
              <a:rPr sz="2175" b="1">
                <a:solidFill>
                  <a:srgbClr val="F7F5FA"/>
                </a:solidFill>
                <a:latin typeface="Arial"/>
                <a:ea typeface="Arial"/>
                <a:cs typeface="Arial"/>
              </a:rPr>
              <a:t>INPUT</a:t>
            </a:r>
          </a:p>
        </p:txBody>
      </p:sp>
      <p:sp>
        <p:nvSpPr>
          <p:cNvPr id="17" name="term-detail-1">
            <a:extLst xmlns:a="http://schemas.openxmlformats.org/drawingml/2006/main">
              <a:ext uri="{FF2B5EF4-FFF2-40B4-BE49-F238E27FC236}">
                <a16:creationId xmlns:a16="http://schemas.microsoft.com/office/drawing/2014/main" id="{CFAEB05F-6C6F-48DA-80D7-4DA925EC2A87}"/>
              </a:ext>
            </a:extLst>
          </p:cNvPr>
          <p:cNvSpPr>
            <a:spLocks xmlns:a="http://schemas.openxmlformats.org/drawingml/2006/main" noGrp="1"/>
          </p:cNvSpPr>
          <p:nvPr/>
        </p:nvSpPr>
        <p:spPr>
          <a:xfrm xmlns:a="http://schemas.openxmlformats.org/drawingml/2006/main">
            <a:off x="3505200" y="4448175"/>
            <a:ext cx="226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AA5B4"/>
                </a:solidFill>
                <a:latin typeface="Arial"/>
                <a:ea typeface="Arial"/>
                <a:cs typeface="Arial"/>
              </a:defRPr>
            </a:defPPr>
            <a:lvl1pPr algn="l">
              <a:defRPr sz="1575" b="0">
                <a:solidFill>
                  <a:srgbClr val="AAA5B4"/>
                </a:solidFill>
                <a:latin typeface="Arial"/>
                <a:ea typeface="Arial"/>
                <a:cs typeface="Arial"/>
              </a:defRPr>
            </a:lvl1pPr>
            <a:lvl2pPr algn="l">
              <a:defRPr sz="1575" b="0">
                <a:solidFill>
                  <a:srgbClr val="AAA5B4"/>
                </a:solidFill>
                <a:latin typeface="Arial"/>
                <a:ea typeface="Arial"/>
                <a:cs typeface="Arial"/>
              </a:defRPr>
            </a:lvl2pPr>
            <a:lvl3pPr algn="l">
              <a:defRPr sz="1575" b="0">
                <a:solidFill>
                  <a:srgbClr val="AAA5B4"/>
                </a:solidFill>
                <a:latin typeface="Arial"/>
                <a:ea typeface="Arial"/>
                <a:cs typeface="Arial"/>
              </a:defRPr>
            </a:lvl3pPr>
            <a:lvl4pPr algn="l">
              <a:defRPr sz="1575" b="0">
                <a:solidFill>
                  <a:srgbClr val="AAA5B4"/>
                </a:solidFill>
                <a:latin typeface="Arial"/>
                <a:ea typeface="Arial"/>
                <a:cs typeface="Arial"/>
              </a:defRPr>
            </a:lvl4pPr>
            <a:lvl5pPr algn="l">
              <a:defRPr sz="1575" b="0">
                <a:solidFill>
                  <a:srgbClr val="AAA5B4"/>
                </a:solidFill>
                <a:latin typeface="Arial"/>
                <a:ea typeface="Arial"/>
                <a:cs typeface="Arial"/>
              </a:defRPr>
            </a:lvl5pPr>
            <a:lvl6pPr algn="l">
              <a:defRPr sz="1575" b="0">
                <a:solidFill>
                  <a:srgbClr val="AAA5B4"/>
                </a:solidFill>
                <a:latin typeface="Arial"/>
                <a:ea typeface="Arial"/>
                <a:cs typeface="Arial"/>
              </a:defRPr>
            </a:lvl6pPr>
            <a:lvl7pPr algn="l">
              <a:defRPr sz="1575" b="0">
                <a:solidFill>
                  <a:srgbClr val="AAA5B4"/>
                </a:solidFill>
                <a:latin typeface="Arial"/>
                <a:ea typeface="Arial"/>
                <a:cs typeface="Arial"/>
              </a:defRPr>
            </a:lvl7pPr>
            <a:lvl8pPr algn="l">
              <a:defRPr sz="1575" b="0">
                <a:solidFill>
                  <a:srgbClr val="AAA5B4"/>
                </a:solidFill>
                <a:latin typeface="Arial"/>
                <a:ea typeface="Arial"/>
                <a:cs typeface="Arial"/>
              </a:defRPr>
            </a:lvl8pPr>
            <a:lvl9pPr algn="l">
              <a:defRPr sz="1575" b="0">
                <a:solidFill>
                  <a:srgbClr val="AAA5B4"/>
                </a:solidFill>
                <a:latin typeface="Arial"/>
                <a:ea typeface="Arial"/>
                <a:cs typeface="Arial"/>
              </a:defRPr>
            </a:lvl9pPr>
          </a:lstStyle>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Source and</a:t>
            </a:r>
          </a:p>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input hashes</a:t>
            </a:r>
          </a:p>
        </p:txBody>
      </p:sp>
      <p:sp>
        <p:nvSpPr>
          <p:cNvPr id="18" name="term-dot-2">
            <a:extLst xmlns:a="http://schemas.openxmlformats.org/drawingml/2006/main">
              <a:ext uri="{FF2B5EF4-FFF2-40B4-BE49-F238E27FC236}">
                <a16:creationId xmlns:a16="http://schemas.microsoft.com/office/drawing/2014/main" id="{1602FA4B-3366-432E-A382-74130D3CD761}"/>
              </a:ext>
            </a:extLst>
          </p:cNvPr>
          <p:cNvSpPr>
            <a:spLocks xmlns:a="http://schemas.openxmlformats.org/drawingml/2006/main" noGrp="1"/>
          </p:cNvSpPr>
          <p:nvPr/>
        </p:nvSpPr>
        <p:spPr>
          <a:xfrm xmlns:a="http://schemas.openxmlformats.org/drawingml/2006/main">
            <a:off x="6248400" y="3171825"/>
            <a:ext cx="133350" cy="133350"/>
          </a:xfrm>
          <a:prstGeom xmlns:a="http://schemas.openxmlformats.org/drawingml/2006/main" prst="ellipse">
            <a:avLst/>
          </a:prstGeom>
          <a:solidFill xmlns:a="http://schemas.openxmlformats.org/drawingml/2006/main">
            <a:srgbClr val="393442"/>
          </a:solidFill>
          <a:ln xmlns:a="http://schemas.openxmlformats.org/drawingml/2006/main" w="0">
            <a:noFill/>
            <a:prstDash val="solid"/>
          </a:ln>
        </p:spPr>
      </p:sp>
      <p:sp>
        <p:nvSpPr>
          <p:cNvPr id="19" name="term-num-2">
            <a:extLst xmlns:a="http://schemas.openxmlformats.org/drawingml/2006/main">
              <a:ext uri="{FF2B5EF4-FFF2-40B4-BE49-F238E27FC236}">
                <a16:creationId xmlns:a16="http://schemas.microsoft.com/office/drawing/2014/main" id="{130659A2-31BA-4FF6-B785-8025FD75F78F}"/>
              </a:ext>
            </a:extLst>
          </p:cNvPr>
          <p:cNvSpPr>
            <a:spLocks xmlns:a="http://schemas.openxmlformats.org/drawingml/2006/main" noGrp="1"/>
          </p:cNvSpPr>
          <p:nvPr/>
        </p:nvSpPr>
        <p:spPr>
          <a:xfrm xmlns:a="http://schemas.openxmlformats.org/drawingml/2006/main">
            <a:off x="6248400" y="3619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03</a:t>
            </a:r>
          </a:p>
        </p:txBody>
      </p:sp>
      <p:sp>
        <p:nvSpPr>
          <p:cNvPr id="20" name="term-name-2">
            <a:extLst xmlns:a="http://schemas.openxmlformats.org/drawingml/2006/main">
              <a:ext uri="{FF2B5EF4-FFF2-40B4-BE49-F238E27FC236}">
                <a16:creationId xmlns:a16="http://schemas.microsoft.com/office/drawing/2014/main" id="{8AE1168F-C4E3-4148-AF22-DDAF437C2782}"/>
              </a:ext>
            </a:extLst>
          </p:cNvPr>
          <p:cNvSpPr>
            <a:spLocks xmlns:a="http://schemas.openxmlformats.org/drawingml/2006/main" noGrp="1"/>
          </p:cNvSpPr>
          <p:nvPr/>
        </p:nvSpPr>
        <p:spPr>
          <a:xfrm xmlns:a="http://schemas.openxmlformats.org/drawingml/2006/main">
            <a:off x="6248400" y="398145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F7F5FA"/>
                </a:solidFill>
                <a:latin typeface="Arial"/>
                <a:ea typeface="Arial"/>
                <a:cs typeface="Arial"/>
              </a:defRPr>
            </a:defPPr>
            <a:lvl1pPr algn="l">
              <a:defRPr sz="2175" b="1">
                <a:solidFill>
                  <a:srgbClr val="F7F5FA"/>
                </a:solidFill>
                <a:latin typeface="Arial"/>
                <a:ea typeface="Arial"/>
                <a:cs typeface="Arial"/>
              </a:defRPr>
            </a:lvl1pPr>
            <a:lvl2pPr algn="l">
              <a:defRPr sz="2175" b="1">
                <a:solidFill>
                  <a:srgbClr val="F7F5FA"/>
                </a:solidFill>
                <a:latin typeface="Arial"/>
                <a:ea typeface="Arial"/>
                <a:cs typeface="Arial"/>
              </a:defRPr>
            </a:lvl2pPr>
            <a:lvl3pPr algn="l">
              <a:defRPr sz="2175" b="1">
                <a:solidFill>
                  <a:srgbClr val="F7F5FA"/>
                </a:solidFill>
                <a:latin typeface="Arial"/>
                <a:ea typeface="Arial"/>
                <a:cs typeface="Arial"/>
              </a:defRPr>
            </a:lvl3pPr>
            <a:lvl4pPr algn="l">
              <a:defRPr sz="2175" b="1">
                <a:solidFill>
                  <a:srgbClr val="F7F5FA"/>
                </a:solidFill>
                <a:latin typeface="Arial"/>
                <a:ea typeface="Arial"/>
                <a:cs typeface="Arial"/>
              </a:defRPr>
            </a:lvl4pPr>
            <a:lvl5pPr algn="l">
              <a:defRPr sz="2175" b="1">
                <a:solidFill>
                  <a:srgbClr val="F7F5FA"/>
                </a:solidFill>
                <a:latin typeface="Arial"/>
                <a:ea typeface="Arial"/>
                <a:cs typeface="Arial"/>
              </a:defRPr>
            </a:lvl5pPr>
            <a:lvl6pPr algn="l">
              <a:defRPr sz="2175" b="1">
                <a:solidFill>
                  <a:srgbClr val="F7F5FA"/>
                </a:solidFill>
                <a:latin typeface="Arial"/>
                <a:ea typeface="Arial"/>
                <a:cs typeface="Arial"/>
              </a:defRPr>
            </a:lvl6pPr>
            <a:lvl7pPr algn="l">
              <a:defRPr sz="2175" b="1">
                <a:solidFill>
                  <a:srgbClr val="F7F5FA"/>
                </a:solidFill>
                <a:latin typeface="Arial"/>
                <a:ea typeface="Arial"/>
                <a:cs typeface="Arial"/>
              </a:defRPr>
            </a:lvl7pPr>
            <a:lvl8pPr algn="l">
              <a:defRPr sz="2175" b="1">
                <a:solidFill>
                  <a:srgbClr val="F7F5FA"/>
                </a:solidFill>
                <a:latin typeface="Arial"/>
                <a:ea typeface="Arial"/>
                <a:cs typeface="Arial"/>
              </a:defRPr>
            </a:lvl8pPr>
            <a:lvl9pPr algn="l">
              <a:defRPr sz="2175" b="1">
                <a:solidFill>
                  <a:srgbClr val="F7F5FA"/>
                </a:solidFill>
                <a:latin typeface="Arial"/>
                <a:ea typeface="Arial"/>
                <a:cs typeface="Arial"/>
              </a:defRPr>
            </a:lvl9pPr>
          </a:lstStyle>
          <a:p xmlns:a="http://schemas.openxmlformats.org/drawingml/2006/main">
            <a:pPr algn="l">
              <a:defRPr sz="2175" b="1">
                <a:solidFill>
                  <a:srgbClr val="F7F5FA"/>
                </a:solidFill>
                <a:latin typeface="Arial"/>
                <a:ea typeface="Arial"/>
                <a:cs typeface="Arial"/>
              </a:defRPr>
            </a:pPr>
            <a:r>
              <a:rPr sz="2175" b="1">
                <a:solidFill>
                  <a:srgbClr val="F7F5FA"/>
                </a:solidFill>
                <a:latin typeface="Arial"/>
                <a:ea typeface="Arial"/>
                <a:cs typeface="Arial"/>
              </a:rPr>
              <a:t>SPEND</a:t>
            </a:r>
          </a:p>
        </p:txBody>
      </p:sp>
      <p:sp>
        <p:nvSpPr>
          <p:cNvPr id="21" name="term-detail-2">
            <a:extLst xmlns:a="http://schemas.openxmlformats.org/drawingml/2006/main">
              <a:ext uri="{FF2B5EF4-FFF2-40B4-BE49-F238E27FC236}">
                <a16:creationId xmlns:a16="http://schemas.microsoft.com/office/drawing/2014/main" id="{06DE94E2-317D-4EFE-8062-78398DC65B1E}"/>
              </a:ext>
            </a:extLst>
          </p:cNvPr>
          <p:cNvSpPr>
            <a:spLocks xmlns:a="http://schemas.openxmlformats.org/drawingml/2006/main" noGrp="1"/>
          </p:cNvSpPr>
          <p:nvPr/>
        </p:nvSpPr>
        <p:spPr>
          <a:xfrm xmlns:a="http://schemas.openxmlformats.org/drawingml/2006/main">
            <a:off x="6248400" y="4448175"/>
            <a:ext cx="226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AA5B4"/>
                </a:solidFill>
                <a:latin typeface="Arial"/>
                <a:ea typeface="Arial"/>
                <a:cs typeface="Arial"/>
              </a:defRPr>
            </a:defPPr>
            <a:lvl1pPr algn="l">
              <a:defRPr sz="1575" b="0">
                <a:solidFill>
                  <a:srgbClr val="AAA5B4"/>
                </a:solidFill>
                <a:latin typeface="Arial"/>
                <a:ea typeface="Arial"/>
                <a:cs typeface="Arial"/>
              </a:defRPr>
            </a:lvl1pPr>
            <a:lvl2pPr algn="l">
              <a:defRPr sz="1575" b="0">
                <a:solidFill>
                  <a:srgbClr val="AAA5B4"/>
                </a:solidFill>
                <a:latin typeface="Arial"/>
                <a:ea typeface="Arial"/>
                <a:cs typeface="Arial"/>
              </a:defRPr>
            </a:lvl2pPr>
            <a:lvl3pPr algn="l">
              <a:defRPr sz="1575" b="0">
                <a:solidFill>
                  <a:srgbClr val="AAA5B4"/>
                </a:solidFill>
                <a:latin typeface="Arial"/>
                <a:ea typeface="Arial"/>
                <a:cs typeface="Arial"/>
              </a:defRPr>
            </a:lvl3pPr>
            <a:lvl4pPr algn="l">
              <a:defRPr sz="1575" b="0">
                <a:solidFill>
                  <a:srgbClr val="AAA5B4"/>
                </a:solidFill>
                <a:latin typeface="Arial"/>
                <a:ea typeface="Arial"/>
                <a:cs typeface="Arial"/>
              </a:defRPr>
            </a:lvl4pPr>
            <a:lvl5pPr algn="l">
              <a:defRPr sz="1575" b="0">
                <a:solidFill>
                  <a:srgbClr val="AAA5B4"/>
                </a:solidFill>
                <a:latin typeface="Arial"/>
                <a:ea typeface="Arial"/>
                <a:cs typeface="Arial"/>
              </a:defRPr>
            </a:lvl5pPr>
            <a:lvl6pPr algn="l">
              <a:defRPr sz="1575" b="0">
                <a:solidFill>
                  <a:srgbClr val="AAA5B4"/>
                </a:solidFill>
                <a:latin typeface="Arial"/>
                <a:ea typeface="Arial"/>
                <a:cs typeface="Arial"/>
              </a:defRPr>
            </a:lvl6pPr>
            <a:lvl7pPr algn="l">
              <a:defRPr sz="1575" b="0">
                <a:solidFill>
                  <a:srgbClr val="AAA5B4"/>
                </a:solidFill>
                <a:latin typeface="Arial"/>
                <a:ea typeface="Arial"/>
                <a:cs typeface="Arial"/>
              </a:defRPr>
            </a:lvl7pPr>
            <a:lvl8pPr algn="l">
              <a:defRPr sz="1575" b="0">
                <a:solidFill>
                  <a:srgbClr val="AAA5B4"/>
                </a:solidFill>
                <a:latin typeface="Arial"/>
                <a:ea typeface="Arial"/>
                <a:cs typeface="Arial"/>
              </a:defRPr>
            </a:lvl8pPr>
            <a:lvl9pPr algn="l">
              <a:defRPr sz="1575" b="0">
                <a:solidFill>
                  <a:srgbClr val="AAA5B4"/>
                </a:solidFill>
                <a:latin typeface="Arial"/>
                <a:ea typeface="Arial"/>
                <a:cs typeface="Arial"/>
              </a:defRPr>
            </a:lvl9pPr>
          </a:lstStyle>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Maximum</a:t>
            </a:r>
          </a:p>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charge</a:t>
            </a:r>
          </a:p>
        </p:txBody>
      </p:sp>
      <p:sp>
        <p:nvSpPr>
          <p:cNvPr id="22" name="term-dot-3">
            <a:extLst xmlns:a="http://schemas.openxmlformats.org/drawingml/2006/main">
              <a:ext uri="{FF2B5EF4-FFF2-40B4-BE49-F238E27FC236}">
                <a16:creationId xmlns:a16="http://schemas.microsoft.com/office/drawing/2014/main" id="{7882B60A-4096-4919-A5D2-535563A699B2}"/>
              </a:ext>
            </a:extLst>
          </p:cNvPr>
          <p:cNvSpPr>
            <a:spLocks xmlns:a="http://schemas.openxmlformats.org/drawingml/2006/main" noGrp="1"/>
          </p:cNvSpPr>
          <p:nvPr/>
        </p:nvSpPr>
        <p:spPr>
          <a:xfrm xmlns:a="http://schemas.openxmlformats.org/drawingml/2006/main">
            <a:off x="8991600" y="3171825"/>
            <a:ext cx="133350" cy="133350"/>
          </a:xfrm>
          <a:prstGeom xmlns:a="http://schemas.openxmlformats.org/drawingml/2006/main" prst="ellipse">
            <a:avLst/>
          </a:prstGeom>
          <a:solidFill xmlns:a="http://schemas.openxmlformats.org/drawingml/2006/main">
            <a:srgbClr val="393442"/>
          </a:solidFill>
          <a:ln xmlns:a="http://schemas.openxmlformats.org/drawingml/2006/main" w="0">
            <a:noFill/>
            <a:prstDash val="solid"/>
          </a:ln>
        </p:spPr>
      </p:sp>
      <p:sp>
        <p:nvSpPr>
          <p:cNvPr id="23" name="term-num-3">
            <a:extLst xmlns:a="http://schemas.openxmlformats.org/drawingml/2006/main">
              <a:ext uri="{FF2B5EF4-FFF2-40B4-BE49-F238E27FC236}">
                <a16:creationId xmlns:a16="http://schemas.microsoft.com/office/drawing/2014/main" id="{9BCBB480-EFDC-432E-A9A9-1CF0B2357C51}"/>
              </a:ext>
            </a:extLst>
          </p:cNvPr>
          <p:cNvSpPr>
            <a:spLocks xmlns:a="http://schemas.openxmlformats.org/drawingml/2006/main" noGrp="1"/>
          </p:cNvSpPr>
          <p:nvPr/>
        </p:nvSpPr>
        <p:spPr>
          <a:xfrm xmlns:a="http://schemas.openxmlformats.org/drawingml/2006/main">
            <a:off x="8991600" y="3619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04</a:t>
            </a:r>
          </a:p>
        </p:txBody>
      </p:sp>
      <p:sp>
        <p:nvSpPr>
          <p:cNvPr id="24" name="term-name-3">
            <a:extLst xmlns:a="http://schemas.openxmlformats.org/drawingml/2006/main">
              <a:ext uri="{FF2B5EF4-FFF2-40B4-BE49-F238E27FC236}">
                <a16:creationId xmlns:a16="http://schemas.microsoft.com/office/drawing/2014/main" id="{7A66DFA1-E67A-4896-84CD-6CB800686743}"/>
              </a:ext>
            </a:extLst>
          </p:cNvPr>
          <p:cNvSpPr>
            <a:spLocks xmlns:a="http://schemas.openxmlformats.org/drawingml/2006/main" noGrp="1"/>
          </p:cNvSpPr>
          <p:nvPr/>
        </p:nvSpPr>
        <p:spPr>
          <a:xfrm xmlns:a="http://schemas.openxmlformats.org/drawingml/2006/main">
            <a:off x="8991600" y="398145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F7F5FA"/>
                </a:solidFill>
                <a:latin typeface="Arial"/>
                <a:ea typeface="Arial"/>
                <a:cs typeface="Arial"/>
              </a:defRPr>
            </a:defPPr>
            <a:lvl1pPr algn="l">
              <a:defRPr sz="2175" b="1">
                <a:solidFill>
                  <a:srgbClr val="F7F5FA"/>
                </a:solidFill>
                <a:latin typeface="Arial"/>
                <a:ea typeface="Arial"/>
                <a:cs typeface="Arial"/>
              </a:defRPr>
            </a:lvl1pPr>
            <a:lvl2pPr algn="l">
              <a:defRPr sz="2175" b="1">
                <a:solidFill>
                  <a:srgbClr val="F7F5FA"/>
                </a:solidFill>
                <a:latin typeface="Arial"/>
                <a:ea typeface="Arial"/>
                <a:cs typeface="Arial"/>
              </a:defRPr>
            </a:lvl2pPr>
            <a:lvl3pPr algn="l">
              <a:defRPr sz="2175" b="1">
                <a:solidFill>
                  <a:srgbClr val="F7F5FA"/>
                </a:solidFill>
                <a:latin typeface="Arial"/>
                <a:ea typeface="Arial"/>
                <a:cs typeface="Arial"/>
              </a:defRPr>
            </a:lvl3pPr>
            <a:lvl4pPr algn="l">
              <a:defRPr sz="2175" b="1">
                <a:solidFill>
                  <a:srgbClr val="F7F5FA"/>
                </a:solidFill>
                <a:latin typeface="Arial"/>
                <a:ea typeface="Arial"/>
                <a:cs typeface="Arial"/>
              </a:defRPr>
            </a:lvl4pPr>
            <a:lvl5pPr algn="l">
              <a:defRPr sz="2175" b="1">
                <a:solidFill>
                  <a:srgbClr val="F7F5FA"/>
                </a:solidFill>
                <a:latin typeface="Arial"/>
                <a:ea typeface="Arial"/>
                <a:cs typeface="Arial"/>
              </a:defRPr>
            </a:lvl5pPr>
            <a:lvl6pPr algn="l">
              <a:defRPr sz="2175" b="1">
                <a:solidFill>
                  <a:srgbClr val="F7F5FA"/>
                </a:solidFill>
                <a:latin typeface="Arial"/>
                <a:ea typeface="Arial"/>
                <a:cs typeface="Arial"/>
              </a:defRPr>
            </a:lvl6pPr>
            <a:lvl7pPr algn="l">
              <a:defRPr sz="2175" b="1">
                <a:solidFill>
                  <a:srgbClr val="F7F5FA"/>
                </a:solidFill>
                <a:latin typeface="Arial"/>
                <a:ea typeface="Arial"/>
                <a:cs typeface="Arial"/>
              </a:defRPr>
            </a:lvl7pPr>
            <a:lvl8pPr algn="l">
              <a:defRPr sz="2175" b="1">
                <a:solidFill>
                  <a:srgbClr val="F7F5FA"/>
                </a:solidFill>
                <a:latin typeface="Arial"/>
                <a:ea typeface="Arial"/>
                <a:cs typeface="Arial"/>
              </a:defRPr>
            </a:lvl8pPr>
            <a:lvl9pPr algn="l">
              <a:defRPr sz="2175" b="1">
                <a:solidFill>
                  <a:srgbClr val="F7F5FA"/>
                </a:solidFill>
                <a:latin typeface="Arial"/>
                <a:ea typeface="Arial"/>
                <a:cs typeface="Arial"/>
              </a:defRPr>
            </a:lvl9pPr>
          </a:lstStyle>
          <a:p xmlns:a="http://schemas.openxmlformats.org/drawingml/2006/main">
            <a:pPr algn="l">
              <a:defRPr sz="2175" b="1">
                <a:solidFill>
                  <a:srgbClr val="F7F5FA"/>
                </a:solidFill>
                <a:latin typeface="Arial"/>
                <a:ea typeface="Arial"/>
                <a:cs typeface="Arial"/>
              </a:defRPr>
            </a:pPr>
            <a:r>
              <a:rPr sz="2175" b="1">
                <a:solidFill>
                  <a:srgbClr val="F7F5FA"/>
                </a:solidFill>
                <a:latin typeface="Arial"/>
                <a:ea typeface="Arial"/>
                <a:cs typeface="Arial"/>
              </a:rPr>
              <a:t>RUNTIME</a:t>
            </a:r>
          </a:p>
        </p:txBody>
      </p:sp>
      <p:sp>
        <p:nvSpPr>
          <p:cNvPr id="25" name="term-detail-3">
            <a:extLst xmlns:a="http://schemas.openxmlformats.org/drawingml/2006/main">
              <a:ext uri="{FF2B5EF4-FFF2-40B4-BE49-F238E27FC236}">
                <a16:creationId xmlns:a16="http://schemas.microsoft.com/office/drawing/2014/main" id="{40FADD01-56F4-43DF-BEBF-A1E61BE40B6B}"/>
              </a:ext>
            </a:extLst>
          </p:cNvPr>
          <p:cNvSpPr>
            <a:spLocks xmlns:a="http://schemas.openxmlformats.org/drawingml/2006/main" noGrp="1"/>
          </p:cNvSpPr>
          <p:nvPr/>
        </p:nvSpPr>
        <p:spPr>
          <a:xfrm xmlns:a="http://schemas.openxmlformats.org/drawingml/2006/main">
            <a:off x="8991600" y="4448175"/>
            <a:ext cx="226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AA5B4"/>
                </a:solidFill>
                <a:latin typeface="Arial"/>
                <a:ea typeface="Arial"/>
                <a:cs typeface="Arial"/>
              </a:defRPr>
            </a:defPPr>
            <a:lvl1pPr algn="l">
              <a:defRPr sz="1575" b="0">
                <a:solidFill>
                  <a:srgbClr val="AAA5B4"/>
                </a:solidFill>
                <a:latin typeface="Arial"/>
                <a:ea typeface="Arial"/>
                <a:cs typeface="Arial"/>
              </a:defRPr>
            </a:lvl1pPr>
            <a:lvl2pPr algn="l">
              <a:defRPr sz="1575" b="0">
                <a:solidFill>
                  <a:srgbClr val="AAA5B4"/>
                </a:solidFill>
                <a:latin typeface="Arial"/>
                <a:ea typeface="Arial"/>
                <a:cs typeface="Arial"/>
              </a:defRPr>
            </a:lvl2pPr>
            <a:lvl3pPr algn="l">
              <a:defRPr sz="1575" b="0">
                <a:solidFill>
                  <a:srgbClr val="AAA5B4"/>
                </a:solidFill>
                <a:latin typeface="Arial"/>
                <a:ea typeface="Arial"/>
                <a:cs typeface="Arial"/>
              </a:defRPr>
            </a:lvl3pPr>
            <a:lvl4pPr algn="l">
              <a:defRPr sz="1575" b="0">
                <a:solidFill>
                  <a:srgbClr val="AAA5B4"/>
                </a:solidFill>
                <a:latin typeface="Arial"/>
                <a:ea typeface="Arial"/>
                <a:cs typeface="Arial"/>
              </a:defRPr>
            </a:lvl4pPr>
            <a:lvl5pPr algn="l">
              <a:defRPr sz="1575" b="0">
                <a:solidFill>
                  <a:srgbClr val="AAA5B4"/>
                </a:solidFill>
                <a:latin typeface="Arial"/>
                <a:ea typeface="Arial"/>
                <a:cs typeface="Arial"/>
              </a:defRPr>
            </a:lvl5pPr>
            <a:lvl6pPr algn="l">
              <a:defRPr sz="1575" b="0">
                <a:solidFill>
                  <a:srgbClr val="AAA5B4"/>
                </a:solidFill>
                <a:latin typeface="Arial"/>
                <a:ea typeface="Arial"/>
                <a:cs typeface="Arial"/>
              </a:defRPr>
            </a:lvl6pPr>
            <a:lvl7pPr algn="l">
              <a:defRPr sz="1575" b="0">
                <a:solidFill>
                  <a:srgbClr val="AAA5B4"/>
                </a:solidFill>
                <a:latin typeface="Arial"/>
                <a:ea typeface="Arial"/>
                <a:cs typeface="Arial"/>
              </a:defRPr>
            </a:lvl7pPr>
            <a:lvl8pPr algn="l">
              <a:defRPr sz="1575" b="0">
                <a:solidFill>
                  <a:srgbClr val="AAA5B4"/>
                </a:solidFill>
                <a:latin typeface="Arial"/>
                <a:ea typeface="Arial"/>
                <a:cs typeface="Arial"/>
              </a:defRPr>
            </a:lvl8pPr>
            <a:lvl9pPr algn="l">
              <a:defRPr sz="1575" b="0">
                <a:solidFill>
                  <a:srgbClr val="AAA5B4"/>
                </a:solidFill>
                <a:latin typeface="Arial"/>
                <a:ea typeface="Arial"/>
                <a:cs typeface="Arial"/>
              </a:defRPr>
            </a:lvl9pPr>
          </a:lstStyle>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Execution</a:t>
            </a:r>
          </a:p>
          <a:p xmlns:a="http://schemas.openxmlformats.org/drawingml/2006/main">
            <a:pPr algn="l">
              <a:defRPr sz="1575" b="0">
                <a:solidFill>
                  <a:srgbClr val="AAA5B4"/>
                </a:solidFill>
                <a:latin typeface="Arial"/>
                <a:ea typeface="Arial"/>
                <a:cs typeface="Arial"/>
              </a:defRPr>
            </a:pPr>
            <a:r>
              <a:rPr sz="1575" b="0">
                <a:solidFill>
                  <a:srgbClr val="AAA5B4"/>
                </a:solidFill>
                <a:latin typeface="Arial"/>
                <a:ea typeface="Arial"/>
                <a:cs typeface="Arial"/>
              </a:rPr>
              <a:t>time ceiling</a:t>
            </a:r>
          </a:p>
        </p:txBody>
      </p:sp>
      <p:sp>
        <p:nvSpPr>
          <p:cNvPr id="26" name="access-divider">
            <a:extLst xmlns:a="http://schemas.openxmlformats.org/drawingml/2006/main">
              <a:ext uri="{FF2B5EF4-FFF2-40B4-BE49-F238E27FC236}">
                <a16:creationId xmlns:a16="http://schemas.microsoft.com/office/drawing/2014/main" id="{0BC4655C-60B1-4774-BB3F-F1FE1C6ADA3B}"/>
              </a:ext>
            </a:extLst>
          </p:cNvPr>
          <p:cNvSpPr>
            <a:spLocks xmlns:a="http://schemas.openxmlformats.org/drawingml/2006/main" noGrp="1"/>
          </p:cNvSpPr>
          <p:nvPr/>
        </p:nvSpPr>
        <p:spPr>
          <a:xfrm xmlns:a="http://schemas.openxmlformats.org/drawingml/2006/main">
            <a:off x="762000" y="5362575"/>
            <a:ext cx="1064895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27" name="sdk-label">
            <a:extLst xmlns:a="http://schemas.openxmlformats.org/drawingml/2006/main">
              <a:ext uri="{FF2B5EF4-FFF2-40B4-BE49-F238E27FC236}">
                <a16:creationId xmlns:a16="http://schemas.microsoft.com/office/drawing/2014/main" id="{2956E57B-6FEE-4A15-9681-5983D9B53EAC}"/>
              </a:ext>
            </a:extLst>
          </p:cNvPr>
          <p:cNvSpPr>
            <a:spLocks xmlns:a="http://schemas.openxmlformats.org/drawingml/2006/main" noGrp="1"/>
          </p:cNvSpPr>
          <p:nvPr/>
        </p:nvSpPr>
        <p:spPr>
          <a:xfrm xmlns:a="http://schemas.openxmlformats.org/drawingml/2006/main">
            <a:off x="781050" y="55721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97282"/>
                </a:solidFill>
                <a:latin typeface="Arial"/>
                <a:ea typeface="Arial"/>
                <a:cs typeface="Arial"/>
              </a:defRPr>
            </a:defPPr>
            <a:lvl1pPr algn="l">
              <a:defRPr sz="1050" b="1">
                <a:solidFill>
                  <a:srgbClr val="797282"/>
                </a:solidFill>
                <a:latin typeface="Arial"/>
                <a:ea typeface="Arial"/>
                <a:cs typeface="Arial"/>
              </a:defRPr>
            </a:lvl1pPr>
            <a:lvl2pPr algn="l">
              <a:defRPr sz="1050" b="1">
                <a:solidFill>
                  <a:srgbClr val="797282"/>
                </a:solidFill>
                <a:latin typeface="Arial"/>
                <a:ea typeface="Arial"/>
                <a:cs typeface="Arial"/>
              </a:defRPr>
            </a:lvl2pPr>
            <a:lvl3pPr algn="l">
              <a:defRPr sz="1050" b="1">
                <a:solidFill>
                  <a:srgbClr val="797282"/>
                </a:solidFill>
                <a:latin typeface="Arial"/>
                <a:ea typeface="Arial"/>
                <a:cs typeface="Arial"/>
              </a:defRPr>
            </a:lvl3pPr>
            <a:lvl4pPr algn="l">
              <a:defRPr sz="1050" b="1">
                <a:solidFill>
                  <a:srgbClr val="797282"/>
                </a:solidFill>
                <a:latin typeface="Arial"/>
                <a:ea typeface="Arial"/>
                <a:cs typeface="Arial"/>
              </a:defRPr>
            </a:lvl4pPr>
            <a:lvl5pPr algn="l">
              <a:defRPr sz="1050" b="1">
                <a:solidFill>
                  <a:srgbClr val="797282"/>
                </a:solidFill>
                <a:latin typeface="Arial"/>
                <a:ea typeface="Arial"/>
                <a:cs typeface="Arial"/>
              </a:defRPr>
            </a:lvl5pPr>
            <a:lvl6pPr algn="l">
              <a:defRPr sz="1050" b="1">
                <a:solidFill>
                  <a:srgbClr val="797282"/>
                </a:solidFill>
                <a:latin typeface="Arial"/>
                <a:ea typeface="Arial"/>
                <a:cs typeface="Arial"/>
              </a:defRPr>
            </a:lvl6pPr>
            <a:lvl7pPr algn="l">
              <a:defRPr sz="1050" b="1">
                <a:solidFill>
                  <a:srgbClr val="797282"/>
                </a:solidFill>
                <a:latin typeface="Arial"/>
                <a:ea typeface="Arial"/>
                <a:cs typeface="Arial"/>
              </a:defRPr>
            </a:lvl7pPr>
            <a:lvl8pPr algn="l">
              <a:defRPr sz="1050" b="1">
                <a:solidFill>
                  <a:srgbClr val="797282"/>
                </a:solidFill>
                <a:latin typeface="Arial"/>
                <a:ea typeface="Arial"/>
                <a:cs typeface="Arial"/>
              </a:defRPr>
            </a:lvl8pPr>
            <a:lvl9pPr algn="l">
              <a:defRPr sz="1050" b="1">
                <a:solidFill>
                  <a:srgbClr val="797282"/>
                </a:solidFill>
                <a:latin typeface="Arial"/>
                <a:ea typeface="Arial"/>
                <a:cs typeface="Arial"/>
              </a:defRPr>
            </a:lvl9pPr>
          </a:lstStyle>
          <a:p xmlns:a="http://schemas.openxmlformats.org/drawingml/2006/main">
            <a:pPr algn="l">
              <a:defRPr sz="1050" b="1">
                <a:solidFill>
                  <a:srgbClr val="797282"/>
                </a:solidFill>
                <a:latin typeface="Arial"/>
                <a:ea typeface="Arial"/>
                <a:cs typeface="Arial"/>
              </a:defRPr>
            </a:pPr>
            <a:r>
              <a:rPr sz="1050" b="1">
                <a:solidFill>
                  <a:srgbClr val="797282"/>
                </a:solidFill>
                <a:latin typeface="Arial"/>
                <a:ea typeface="Arial"/>
                <a:cs typeface="Arial"/>
              </a:rPr>
              <a:t>AGENT CONNECTION</a:t>
            </a:r>
          </a:p>
        </p:txBody>
      </p:sp>
      <p:sp>
        <p:nvSpPr>
          <p:cNvPr id="28" name="sdk-value">
            <a:extLst xmlns:a="http://schemas.openxmlformats.org/drawingml/2006/main">
              <a:ext uri="{FF2B5EF4-FFF2-40B4-BE49-F238E27FC236}">
                <a16:creationId xmlns:a16="http://schemas.microsoft.com/office/drawing/2014/main" id="{E1FBE81F-9543-440A-A3F9-720DD831C1C8}"/>
              </a:ext>
            </a:extLst>
          </p:cNvPr>
          <p:cNvSpPr>
            <a:spLocks xmlns:a="http://schemas.openxmlformats.org/drawingml/2006/main" noGrp="1"/>
          </p:cNvSpPr>
          <p:nvPr/>
        </p:nvSpPr>
        <p:spPr>
          <a:xfrm xmlns:a="http://schemas.openxmlformats.org/drawingml/2006/main">
            <a:off x="781050" y="58388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7F5FA"/>
                </a:solidFill>
                <a:latin typeface="Arial"/>
                <a:ea typeface="Arial"/>
                <a:cs typeface="Arial"/>
              </a:defRPr>
            </a:defPPr>
            <a:lvl1pPr algn="l">
              <a:defRPr sz="1725" b="1">
                <a:solidFill>
                  <a:srgbClr val="F7F5FA"/>
                </a:solidFill>
                <a:latin typeface="Arial"/>
                <a:ea typeface="Arial"/>
                <a:cs typeface="Arial"/>
              </a:defRPr>
            </a:lvl1pPr>
            <a:lvl2pPr algn="l">
              <a:defRPr sz="1725" b="1">
                <a:solidFill>
                  <a:srgbClr val="F7F5FA"/>
                </a:solidFill>
                <a:latin typeface="Arial"/>
                <a:ea typeface="Arial"/>
                <a:cs typeface="Arial"/>
              </a:defRPr>
            </a:lvl2pPr>
            <a:lvl3pPr algn="l">
              <a:defRPr sz="1725" b="1">
                <a:solidFill>
                  <a:srgbClr val="F7F5FA"/>
                </a:solidFill>
                <a:latin typeface="Arial"/>
                <a:ea typeface="Arial"/>
                <a:cs typeface="Arial"/>
              </a:defRPr>
            </a:lvl3pPr>
            <a:lvl4pPr algn="l">
              <a:defRPr sz="1725" b="1">
                <a:solidFill>
                  <a:srgbClr val="F7F5FA"/>
                </a:solidFill>
                <a:latin typeface="Arial"/>
                <a:ea typeface="Arial"/>
                <a:cs typeface="Arial"/>
              </a:defRPr>
            </a:lvl4pPr>
            <a:lvl5pPr algn="l">
              <a:defRPr sz="1725" b="1">
                <a:solidFill>
                  <a:srgbClr val="F7F5FA"/>
                </a:solidFill>
                <a:latin typeface="Arial"/>
                <a:ea typeface="Arial"/>
                <a:cs typeface="Arial"/>
              </a:defRPr>
            </a:lvl5pPr>
            <a:lvl6pPr algn="l">
              <a:defRPr sz="1725" b="1">
                <a:solidFill>
                  <a:srgbClr val="F7F5FA"/>
                </a:solidFill>
                <a:latin typeface="Arial"/>
                <a:ea typeface="Arial"/>
                <a:cs typeface="Arial"/>
              </a:defRPr>
            </a:lvl6pPr>
            <a:lvl7pPr algn="l">
              <a:defRPr sz="1725" b="1">
                <a:solidFill>
                  <a:srgbClr val="F7F5FA"/>
                </a:solidFill>
                <a:latin typeface="Arial"/>
                <a:ea typeface="Arial"/>
                <a:cs typeface="Arial"/>
              </a:defRPr>
            </a:lvl7pPr>
            <a:lvl8pPr algn="l">
              <a:defRPr sz="1725" b="1">
                <a:solidFill>
                  <a:srgbClr val="F7F5FA"/>
                </a:solidFill>
                <a:latin typeface="Arial"/>
                <a:ea typeface="Arial"/>
                <a:cs typeface="Arial"/>
              </a:defRPr>
            </a:lvl8pPr>
            <a:lvl9pPr algn="l">
              <a:defRPr sz="1725" b="1">
                <a:solidFill>
                  <a:srgbClr val="F7F5FA"/>
                </a:solidFill>
                <a:latin typeface="Arial"/>
                <a:ea typeface="Arial"/>
                <a:cs typeface="Arial"/>
              </a:defRPr>
            </a:lvl9pPr>
          </a:lstStyle>
          <a:p xmlns:a="http://schemas.openxmlformats.org/drawingml/2006/main">
            <a:pPr algn="l">
              <a:defRPr sz="1725" b="1">
                <a:solidFill>
                  <a:srgbClr val="F7F5FA"/>
                </a:solidFill>
                <a:latin typeface="Arial"/>
                <a:ea typeface="Arial"/>
                <a:cs typeface="Arial"/>
              </a:defRPr>
            </a:pPr>
            <a:r>
              <a:rPr sz="1725" b="1">
                <a:solidFill>
                  <a:srgbClr val="F7F5FA"/>
                </a:solidFill>
                <a:latin typeface="Arial"/>
                <a:ea typeface="Arial"/>
                <a:cs typeface="Arial"/>
              </a:rPr>
              <a:t>Python SDK  /  MCP</a:t>
            </a:r>
          </a:p>
        </p:txBody>
      </p:sp>
      <p:sp>
        <p:nvSpPr>
          <p:cNvPr id="29" name="journal-label">
            <a:extLst xmlns:a="http://schemas.openxmlformats.org/drawingml/2006/main">
              <a:ext uri="{FF2B5EF4-FFF2-40B4-BE49-F238E27FC236}">
                <a16:creationId xmlns:a16="http://schemas.microsoft.com/office/drawing/2014/main" id="{06786792-3CC1-44FB-82E5-5358D1D8B2E7}"/>
              </a:ext>
            </a:extLst>
          </p:cNvPr>
          <p:cNvSpPr>
            <a:spLocks xmlns:a="http://schemas.openxmlformats.org/drawingml/2006/main" noGrp="1"/>
          </p:cNvSpPr>
          <p:nvPr/>
        </p:nvSpPr>
        <p:spPr>
          <a:xfrm xmlns:a="http://schemas.openxmlformats.org/drawingml/2006/main">
            <a:off x="4724400" y="5572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97282"/>
                </a:solidFill>
                <a:latin typeface="Arial"/>
                <a:ea typeface="Arial"/>
                <a:cs typeface="Arial"/>
              </a:defRPr>
            </a:defPPr>
            <a:lvl1pPr algn="l">
              <a:defRPr sz="1050" b="1">
                <a:solidFill>
                  <a:srgbClr val="797282"/>
                </a:solidFill>
                <a:latin typeface="Arial"/>
                <a:ea typeface="Arial"/>
                <a:cs typeface="Arial"/>
              </a:defRPr>
            </a:lvl1pPr>
            <a:lvl2pPr algn="l">
              <a:defRPr sz="1050" b="1">
                <a:solidFill>
                  <a:srgbClr val="797282"/>
                </a:solidFill>
                <a:latin typeface="Arial"/>
                <a:ea typeface="Arial"/>
                <a:cs typeface="Arial"/>
              </a:defRPr>
            </a:lvl2pPr>
            <a:lvl3pPr algn="l">
              <a:defRPr sz="1050" b="1">
                <a:solidFill>
                  <a:srgbClr val="797282"/>
                </a:solidFill>
                <a:latin typeface="Arial"/>
                <a:ea typeface="Arial"/>
                <a:cs typeface="Arial"/>
              </a:defRPr>
            </a:lvl3pPr>
            <a:lvl4pPr algn="l">
              <a:defRPr sz="1050" b="1">
                <a:solidFill>
                  <a:srgbClr val="797282"/>
                </a:solidFill>
                <a:latin typeface="Arial"/>
                <a:ea typeface="Arial"/>
                <a:cs typeface="Arial"/>
              </a:defRPr>
            </a:lvl4pPr>
            <a:lvl5pPr algn="l">
              <a:defRPr sz="1050" b="1">
                <a:solidFill>
                  <a:srgbClr val="797282"/>
                </a:solidFill>
                <a:latin typeface="Arial"/>
                <a:ea typeface="Arial"/>
                <a:cs typeface="Arial"/>
              </a:defRPr>
            </a:lvl5pPr>
            <a:lvl6pPr algn="l">
              <a:defRPr sz="1050" b="1">
                <a:solidFill>
                  <a:srgbClr val="797282"/>
                </a:solidFill>
                <a:latin typeface="Arial"/>
                <a:ea typeface="Arial"/>
                <a:cs typeface="Arial"/>
              </a:defRPr>
            </a:lvl6pPr>
            <a:lvl7pPr algn="l">
              <a:defRPr sz="1050" b="1">
                <a:solidFill>
                  <a:srgbClr val="797282"/>
                </a:solidFill>
                <a:latin typeface="Arial"/>
                <a:ea typeface="Arial"/>
                <a:cs typeface="Arial"/>
              </a:defRPr>
            </a:lvl7pPr>
            <a:lvl8pPr algn="l">
              <a:defRPr sz="1050" b="1">
                <a:solidFill>
                  <a:srgbClr val="797282"/>
                </a:solidFill>
                <a:latin typeface="Arial"/>
                <a:ea typeface="Arial"/>
                <a:cs typeface="Arial"/>
              </a:defRPr>
            </a:lvl8pPr>
            <a:lvl9pPr algn="l">
              <a:defRPr sz="1050" b="1">
                <a:solidFill>
                  <a:srgbClr val="797282"/>
                </a:solidFill>
                <a:latin typeface="Arial"/>
                <a:ea typeface="Arial"/>
                <a:cs typeface="Arial"/>
              </a:defRPr>
            </a:lvl9pPr>
          </a:lstStyle>
          <a:p xmlns:a="http://schemas.openxmlformats.org/drawingml/2006/main">
            <a:pPr algn="l">
              <a:defRPr sz="1050" b="1">
                <a:solidFill>
                  <a:srgbClr val="797282"/>
                </a:solidFill>
                <a:latin typeface="Arial"/>
                <a:ea typeface="Arial"/>
                <a:cs typeface="Arial"/>
              </a:defRPr>
            </a:pPr>
            <a:r>
              <a:rPr sz="1050" b="1">
                <a:solidFill>
                  <a:srgbClr val="797282"/>
                </a:solidFill>
                <a:latin typeface="Arial"/>
                <a:ea typeface="Arial"/>
                <a:cs typeface="Arial"/>
              </a:rPr>
              <a:t>RECOVERY JOURNAL</a:t>
            </a:r>
          </a:p>
        </p:txBody>
      </p:sp>
      <p:sp>
        <p:nvSpPr>
          <p:cNvPr id="30" name="journal-value">
            <a:extLst xmlns:a="http://schemas.openxmlformats.org/drawingml/2006/main">
              <a:ext uri="{FF2B5EF4-FFF2-40B4-BE49-F238E27FC236}">
                <a16:creationId xmlns:a16="http://schemas.microsoft.com/office/drawing/2014/main" id="{F39A46BE-977F-42E1-B407-9C8F23E38E3E}"/>
              </a:ext>
            </a:extLst>
          </p:cNvPr>
          <p:cNvSpPr>
            <a:spLocks xmlns:a="http://schemas.openxmlformats.org/drawingml/2006/main" noGrp="1"/>
          </p:cNvSpPr>
          <p:nvPr/>
        </p:nvSpPr>
        <p:spPr>
          <a:xfrm xmlns:a="http://schemas.openxmlformats.org/drawingml/2006/main">
            <a:off x="4724400" y="5838825"/>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7F5FA"/>
                </a:solidFill>
                <a:latin typeface="Arial"/>
                <a:ea typeface="Arial"/>
                <a:cs typeface="Arial"/>
              </a:defRPr>
            </a:defPPr>
            <a:lvl1pPr algn="l">
              <a:defRPr sz="1650" b="0">
                <a:solidFill>
                  <a:srgbClr val="F7F5FA"/>
                </a:solidFill>
                <a:latin typeface="Arial"/>
                <a:ea typeface="Arial"/>
                <a:cs typeface="Arial"/>
              </a:defRPr>
            </a:lvl1pPr>
            <a:lvl2pPr algn="l">
              <a:defRPr sz="1650" b="0">
                <a:solidFill>
                  <a:srgbClr val="F7F5FA"/>
                </a:solidFill>
                <a:latin typeface="Arial"/>
                <a:ea typeface="Arial"/>
                <a:cs typeface="Arial"/>
              </a:defRPr>
            </a:lvl2pPr>
            <a:lvl3pPr algn="l">
              <a:defRPr sz="1650" b="0">
                <a:solidFill>
                  <a:srgbClr val="F7F5FA"/>
                </a:solidFill>
                <a:latin typeface="Arial"/>
                <a:ea typeface="Arial"/>
                <a:cs typeface="Arial"/>
              </a:defRPr>
            </a:lvl3pPr>
            <a:lvl4pPr algn="l">
              <a:defRPr sz="1650" b="0">
                <a:solidFill>
                  <a:srgbClr val="F7F5FA"/>
                </a:solidFill>
                <a:latin typeface="Arial"/>
                <a:ea typeface="Arial"/>
                <a:cs typeface="Arial"/>
              </a:defRPr>
            </a:lvl4pPr>
            <a:lvl5pPr algn="l">
              <a:defRPr sz="1650" b="0">
                <a:solidFill>
                  <a:srgbClr val="F7F5FA"/>
                </a:solidFill>
                <a:latin typeface="Arial"/>
                <a:ea typeface="Arial"/>
                <a:cs typeface="Arial"/>
              </a:defRPr>
            </a:lvl5pPr>
            <a:lvl6pPr algn="l">
              <a:defRPr sz="1650" b="0">
                <a:solidFill>
                  <a:srgbClr val="F7F5FA"/>
                </a:solidFill>
                <a:latin typeface="Arial"/>
                <a:ea typeface="Arial"/>
                <a:cs typeface="Arial"/>
              </a:defRPr>
            </a:lvl6pPr>
            <a:lvl7pPr algn="l">
              <a:defRPr sz="1650" b="0">
                <a:solidFill>
                  <a:srgbClr val="F7F5FA"/>
                </a:solidFill>
                <a:latin typeface="Arial"/>
                <a:ea typeface="Arial"/>
                <a:cs typeface="Arial"/>
              </a:defRPr>
            </a:lvl7pPr>
            <a:lvl8pPr algn="l">
              <a:defRPr sz="1650" b="0">
                <a:solidFill>
                  <a:srgbClr val="F7F5FA"/>
                </a:solidFill>
                <a:latin typeface="Arial"/>
                <a:ea typeface="Arial"/>
                <a:cs typeface="Arial"/>
              </a:defRPr>
            </a:lvl8pPr>
            <a:lvl9pPr algn="l">
              <a:defRPr sz="1650" b="0">
                <a:solidFill>
                  <a:srgbClr val="F7F5FA"/>
                </a:solidFill>
                <a:latin typeface="Arial"/>
                <a:ea typeface="Arial"/>
                <a:cs typeface="Arial"/>
              </a:defRPr>
            </a:lvl9pPr>
          </a:lstStyle>
          <a:p xmlns:a="http://schemas.openxmlformats.org/drawingml/2006/main">
            <a:pPr algn="l">
              <a:defRPr sz="1650" b="0">
                <a:solidFill>
                  <a:srgbClr val="F7F5FA"/>
                </a:solidFill>
                <a:latin typeface="Arial"/>
                <a:ea typeface="Arial"/>
                <a:cs typeface="Arial"/>
              </a:defRPr>
            </a:pPr>
            <a:r>
              <a:rPr sz="1650" b="0">
                <a:solidFill>
                  <a:srgbClr val="F7F5FA"/>
                </a:solidFill>
                <a:latin typeface="Arial"/>
                <a:ea typeface="Arial"/>
                <a:cs typeface="Arial"/>
              </a:rPr>
              <a:t>Accepted steps resume without blind re-admission.</a:t>
            </a:r>
          </a:p>
        </p:txBody>
      </p:sp>
    </p:spTree>
    <p:extLst>
      <p:ext uri="{BB962C8B-B14F-4D97-AF65-F5344CB8AC3E}">
        <p14:creationId xmlns:p14="http://schemas.microsoft.com/office/powerpoint/2010/main" val="221571550"/>
      </p:ext>
    </p:extLst>
  </p:cSld>
</p:sld>
</file>

<file path=ppt/slides/slide5.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5FBB6F2B-E4FC-4585-AF20-CE75328585FC}"/>
              </a:ext>
            </a:extLst>
          </p:cNvPr>
          <p:cNvPicPr>
            <a:picLocks xmlns:a="http://schemas.openxmlformats.org/drawingml/2006/main" noChangeAspect="1"/>
          </p:cNvPicPr>
          <p:nvPr/>
        </p:nvPicPr>
        <p:blipFill>
          <a:blip xmlns:r="http://schemas.openxmlformats.org/officeDocument/2006/relationships" xmlns:a="http://schemas.openxmlformats.org/drawingml/2006/main" r:embed="R214a399b3bc24413"/>
          <a:stretch xmlns:a="http://schemas.openxmlformats.org/drawingml/2006/main"/>
        </p:blipFill>
        <p:spPr>
          <a:xfrm xmlns:a="http://schemas.openxmlformats.org/drawingml/2006/main">
            <a:off x="685800" y="352425"/>
            <a:ext cx="295275" cy="2952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A888544-FD94-466D-9158-F3F7E045C50A}"/>
              </a:ext>
            </a:extLst>
          </p:cNvPr>
          <p:cNvSpPr>
            <a:spLocks xmlns:a="http://schemas.openxmlformats.org/drawingml/2006/main" noGrp="1"/>
          </p:cNvSpPr>
          <p:nvPr/>
        </p:nvSpPr>
        <p:spPr>
          <a:xfrm xmlns:a="http://schemas.openxmlformats.org/drawingml/2006/main">
            <a:off x="1085850" y="371475"/>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7F5FA"/>
                </a:solidFill>
                <a:latin typeface="Arial"/>
                <a:ea typeface="Arial"/>
                <a:cs typeface="Arial"/>
              </a:defRPr>
            </a:defPPr>
            <a:lvl1pPr algn="l">
              <a:defRPr sz="1125" b="1">
                <a:solidFill>
                  <a:srgbClr val="F7F5FA"/>
                </a:solidFill>
                <a:latin typeface="Arial"/>
                <a:ea typeface="Arial"/>
                <a:cs typeface="Arial"/>
              </a:defRPr>
            </a:lvl1pPr>
            <a:lvl2pPr algn="l">
              <a:defRPr sz="1125" b="1">
                <a:solidFill>
                  <a:srgbClr val="F7F5FA"/>
                </a:solidFill>
                <a:latin typeface="Arial"/>
                <a:ea typeface="Arial"/>
                <a:cs typeface="Arial"/>
              </a:defRPr>
            </a:lvl2pPr>
            <a:lvl3pPr algn="l">
              <a:defRPr sz="1125" b="1">
                <a:solidFill>
                  <a:srgbClr val="F7F5FA"/>
                </a:solidFill>
                <a:latin typeface="Arial"/>
                <a:ea typeface="Arial"/>
                <a:cs typeface="Arial"/>
              </a:defRPr>
            </a:lvl3pPr>
            <a:lvl4pPr algn="l">
              <a:defRPr sz="1125" b="1">
                <a:solidFill>
                  <a:srgbClr val="F7F5FA"/>
                </a:solidFill>
                <a:latin typeface="Arial"/>
                <a:ea typeface="Arial"/>
                <a:cs typeface="Arial"/>
              </a:defRPr>
            </a:lvl4pPr>
            <a:lvl5pPr algn="l">
              <a:defRPr sz="1125" b="1">
                <a:solidFill>
                  <a:srgbClr val="F7F5FA"/>
                </a:solidFill>
                <a:latin typeface="Arial"/>
                <a:ea typeface="Arial"/>
                <a:cs typeface="Arial"/>
              </a:defRPr>
            </a:lvl5pPr>
            <a:lvl6pPr algn="l">
              <a:defRPr sz="1125" b="1">
                <a:solidFill>
                  <a:srgbClr val="F7F5FA"/>
                </a:solidFill>
                <a:latin typeface="Arial"/>
                <a:ea typeface="Arial"/>
                <a:cs typeface="Arial"/>
              </a:defRPr>
            </a:lvl6pPr>
            <a:lvl7pPr algn="l">
              <a:defRPr sz="1125" b="1">
                <a:solidFill>
                  <a:srgbClr val="F7F5FA"/>
                </a:solidFill>
                <a:latin typeface="Arial"/>
                <a:ea typeface="Arial"/>
                <a:cs typeface="Arial"/>
              </a:defRPr>
            </a:lvl7pPr>
            <a:lvl8pPr algn="l">
              <a:defRPr sz="1125" b="1">
                <a:solidFill>
                  <a:srgbClr val="F7F5FA"/>
                </a:solidFill>
                <a:latin typeface="Arial"/>
                <a:ea typeface="Arial"/>
                <a:cs typeface="Arial"/>
              </a:defRPr>
            </a:lvl8pPr>
            <a:lvl9pPr algn="l">
              <a:defRPr sz="1125" b="1">
                <a:solidFill>
                  <a:srgbClr val="F7F5FA"/>
                </a:solidFill>
                <a:latin typeface="Arial"/>
                <a:ea typeface="Arial"/>
                <a:cs typeface="Arial"/>
              </a:defRPr>
            </a:lvl9pPr>
          </a:lstStyle>
          <a:p xmlns:a="http://schemas.openxmlformats.org/drawingml/2006/main">
            <a:pPr algn="l">
              <a:defRPr sz="1125" b="1">
                <a:solidFill>
                  <a:srgbClr val="F7F5FA"/>
                </a:solidFill>
                <a:latin typeface="Arial"/>
                <a:ea typeface="Arial"/>
                <a:cs typeface="Arial"/>
              </a:defRPr>
            </a:pPr>
            <a:r>
              <a:rPr sz="1125" b="1">
                <a:solidFill>
                  <a:srgbClr val="F7F5FA"/>
                </a:solidFill>
                <a:latin typeface="Arial"/>
                <a:ea typeface="Arial"/>
                <a:cs typeface="Arial"/>
              </a:rPr>
              <a:t>APERTURE</a:t>
            </a:r>
          </a:p>
        </p:txBody>
      </p:sp>
      <p:sp>
        <p:nvSpPr>
          <p:cNvPr id="3" name="chapter">
            <a:extLst xmlns:a="http://schemas.openxmlformats.org/drawingml/2006/main">
              <a:ext uri="{FF2B5EF4-FFF2-40B4-BE49-F238E27FC236}">
                <a16:creationId xmlns:a16="http://schemas.microsoft.com/office/drawing/2014/main" id="{83D0D987-E137-402D-B40E-F2D518EA997B}"/>
              </a:ext>
            </a:extLst>
          </p:cNvPr>
          <p:cNvSpPr>
            <a:spLocks xmlns:a="http://schemas.openxmlformats.org/drawingml/2006/main" noGrp="1"/>
          </p:cNvSpPr>
          <p:nvPr/>
        </p:nvSpPr>
        <p:spPr>
          <a:xfrm xmlns:a="http://schemas.openxmlformats.org/drawingml/2006/main">
            <a:off x="8334375" y="371475"/>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97282"/>
                </a:solidFill>
                <a:latin typeface="Arial"/>
                <a:ea typeface="Arial"/>
                <a:cs typeface="Arial"/>
              </a:defRPr>
            </a:defPPr>
            <a:lvl1pPr algn="r">
              <a:defRPr sz="975" b="1">
                <a:solidFill>
                  <a:srgbClr val="797282"/>
                </a:solidFill>
                <a:latin typeface="Arial"/>
                <a:ea typeface="Arial"/>
                <a:cs typeface="Arial"/>
              </a:defRPr>
            </a:lvl1pPr>
            <a:lvl2pPr algn="r">
              <a:defRPr sz="975" b="1">
                <a:solidFill>
                  <a:srgbClr val="797282"/>
                </a:solidFill>
                <a:latin typeface="Arial"/>
                <a:ea typeface="Arial"/>
                <a:cs typeface="Arial"/>
              </a:defRPr>
            </a:lvl2pPr>
            <a:lvl3pPr algn="r">
              <a:defRPr sz="975" b="1">
                <a:solidFill>
                  <a:srgbClr val="797282"/>
                </a:solidFill>
                <a:latin typeface="Arial"/>
                <a:ea typeface="Arial"/>
                <a:cs typeface="Arial"/>
              </a:defRPr>
            </a:lvl3pPr>
            <a:lvl4pPr algn="r">
              <a:defRPr sz="975" b="1">
                <a:solidFill>
                  <a:srgbClr val="797282"/>
                </a:solidFill>
                <a:latin typeface="Arial"/>
                <a:ea typeface="Arial"/>
                <a:cs typeface="Arial"/>
              </a:defRPr>
            </a:lvl4pPr>
            <a:lvl5pPr algn="r">
              <a:defRPr sz="975" b="1">
                <a:solidFill>
                  <a:srgbClr val="797282"/>
                </a:solidFill>
                <a:latin typeface="Arial"/>
                <a:ea typeface="Arial"/>
                <a:cs typeface="Arial"/>
              </a:defRPr>
            </a:lvl5pPr>
            <a:lvl6pPr algn="r">
              <a:defRPr sz="975" b="1">
                <a:solidFill>
                  <a:srgbClr val="797282"/>
                </a:solidFill>
                <a:latin typeface="Arial"/>
                <a:ea typeface="Arial"/>
                <a:cs typeface="Arial"/>
              </a:defRPr>
            </a:lvl6pPr>
            <a:lvl7pPr algn="r">
              <a:defRPr sz="975" b="1">
                <a:solidFill>
                  <a:srgbClr val="797282"/>
                </a:solidFill>
                <a:latin typeface="Arial"/>
                <a:ea typeface="Arial"/>
                <a:cs typeface="Arial"/>
              </a:defRPr>
            </a:lvl7pPr>
            <a:lvl8pPr algn="r">
              <a:defRPr sz="975" b="1">
                <a:solidFill>
                  <a:srgbClr val="797282"/>
                </a:solidFill>
                <a:latin typeface="Arial"/>
                <a:ea typeface="Arial"/>
                <a:cs typeface="Arial"/>
              </a:defRPr>
            </a:lvl8pPr>
            <a:lvl9pPr algn="r">
              <a:defRPr sz="975" b="1">
                <a:solidFill>
                  <a:srgbClr val="797282"/>
                </a:solidFill>
                <a:latin typeface="Arial"/>
                <a:ea typeface="Arial"/>
                <a:cs typeface="Arial"/>
              </a:defRPr>
            </a:lvl9pPr>
          </a:lstStyle>
          <a:p xmlns:a="http://schemas.openxmlformats.org/drawingml/2006/main">
            <a:pPr algn="r">
              <a:defRPr sz="975" b="1">
                <a:solidFill>
                  <a:srgbClr val="797282"/>
                </a:solidFill>
                <a:latin typeface="Arial"/>
                <a:ea typeface="Arial"/>
                <a:cs typeface="Arial"/>
              </a:defRPr>
            </a:pPr>
            <a:r>
              <a:rPr sz="975" b="1">
                <a:solidFill>
                  <a:srgbClr val="797282"/>
                </a:solidFill>
                <a:latin typeface="Arial"/>
                <a:ea typeface="Arial"/>
                <a:cs typeface="Arial"/>
              </a:rPr>
              <a:t>SENTINEL + COMPUTE</a:t>
            </a:r>
          </a:p>
        </p:txBody>
      </p:sp>
      <p:sp>
        <p:nvSpPr>
          <p:cNvPr id="4" name="footer-rule">
            <a:extLst xmlns:a="http://schemas.openxmlformats.org/drawingml/2006/main">
              <a:ext uri="{FF2B5EF4-FFF2-40B4-BE49-F238E27FC236}">
                <a16:creationId xmlns:a16="http://schemas.microsoft.com/office/drawing/2014/main" id="{8F82A2F6-9B27-4199-B790-3C3F226808BC}"/>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5" name="folio">
            <a:extLst xmlns:a="http://schemas.openxmlformats.org/drawingml/2006/main">
              <a:ext uri="{FF2B5EF4-FFF2-40B4-BE49-F238E27FC236}">
                <a16:creationId xmlns:a16="http://schemas.microsoft.com/office/drawing/2014/main" id="{2A06D60E-7663-4BA1-BEA8-150AC1DD4A96}"/>
              </a:ext>
            </a:extLst>
          </p:cNvPr>
          <p:cNvSpPr>
            <a:spLocks xmlns:a="http://schemas.openxmlformats.org/drawingml/2006/main" noGrp="1"/>
          </p:cNvSpPr>
          <p:nvPr/>
        </p:nvSpPr>
        <p:spPr>
          <a:xfrm xmlns:a="http://schemas.openxmlformats.org/drawingml/2006/main">
            <a:off x="10477500" y="65722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97282"/>
                </a:solidFill>
                <a:latin typeface="Arial"/>
                <a:ea typeface="Arial"/>
                <a:cs typeface="Arial"/>
              </a:defRPr>
            </a:defPPr>
            <a:lvl1pPr algn="r">
              <a:defRPr sz="900" b="0">
                <a:solidFill>
                  <a:srgbClr val="797282"/>
                </a:solidFill>
                <a:latin typeface="Arial"/>
                <a:ea typeface="Arial"/>
                <a:cs typeface="Arial"/>
              </a:defRPr>
            </a:lvl1pPr>
            <a:lvl2pPr algn="r">
              <a:defRPr sz="900" b="0">
                <a:solidFill>
                  <a:srgbClr val="797282"/>
                </a:solidFill>
                <a:latin typeface="Arial"/>
                <a:ea typeface="Arial"/>
                <a:cs typeface="Arial"/>
              </a:defRPr>
            </a:lvl2pPr>
            <a:lvl3pPr algn="r">
              <a:defRPr sz="900" b="0">
                <a:solidFill>
                  <a:srgbClr val="797282"/>
                </a:solidFill>
                <a:latin typeface="Arial"/>
                <a:ea typeface="Arial"/>
                <a:cs typeface="Arial"/>
              </a:defRPr>
            </a:lvl3pPr>
            <a:lvl4pPr algn="r">
              <a:defRPr sz="900" b="0">
                <a:solidFill>
                  <a:srgbClr val="797282"/>
                </a:solidFill>
                <a:latin typeface="Arial"/>
                <a:ea typeface="Arial"/>
                <a:cs typeface="Arial"/>
              </a:defRPr>
            </a:lvl4pPr>
            <a:lvl5pPr algn="r">
              <a:defRPr sz="900" b="0">
                <a:solidFill>
                  <a:srgbClr val="797282"/>
                </a:solidFill>
                <a:latin typeface="Arial"/>
                <a:ea typeface="Arial"/>
                <a:cs typeface="Arial"/>
              </a:defRPr>
            </a:lvl5pPr>
            <a:lvl6pPr algn="r">
              <a:defRPr sz="900" b="0">
                <a:solidFill>
                  <a:srgbClr val="797282"/>
                </a:solidFill>
                <a:latin typeface="Arial"/>
                <a:ea typeface="Arial"/>
                <a:cs typeface="Arial"/>
              </a:defRPr>
            </a:lvl6pPr>
            <a:lvl7pPr algn="r">
              <a:defRPr sz="900" b="0">
                <a:solidFill>
                  <a:srgbClr val="797282"/>
                </a:solidFill>
                <a:latin typeface="Arial"/>
                <a:ea typeface="Arial"/>
                <a:cs typeface="Arial"/>
              </a:defRPr>
            </a:lvl7pPr>
            <a:lvl8pPr algn="r">
              <a:defRPr sz="900" b="0">
                <a:solidFill>
                  <a:srgbClr val="797282"/>
                </a:solidFill>
                <a:latin typeface="Arial"/>
                <a:ea typeface="Arial"/>
                <a:cs typeface="Arial"/>
              </a:defRPr>
            </a:lvl8pPr>
            <a:lvl9pPr algn="r">
              <a:defRPr sz="900" b="0">
                <a:solidFill>
                  <a:srgbClr val="797282"/>
                </a:solidFill>
                <a:latin typeface="Arial"/>
                <a:ea typeface="Arial"/>
                <a:cs typeface="Arial"/>
              </a:defRPr>
            </a:lvl9pPr>
          </a:lstStyle>
          <a:p xmlns:a="http://schemas.openxmlformats.org/drawingml/2006/main">
            <a:pPr algn="r">
              <a:defRPr sz="900" b="0">
                <a:solidFill>
                  <a:srgbClr val="797282"/>
                </a:solidFill>
                <a:latin typeface="Arial"/>
                <a:ea typeface="Arial"/>
                <a:cs typeface="Arial"/>
              </a:defRPr>
            </a:pPr>
            <a:r>
              <a:rPr sz="900" b="0">
                <a:solidFill>
                  <a:srgbClr val="797282"/>
                </a:solidFill>
                <a:latin typeface="Arial"/>
                <a:ea typeface="Arial"/>
                <a:cs typeface="Arial"/>
              </a:rPr>
              <a:t>05 / 08</a:t>
            </a:r>
          </a:p>
        </p:txBody>
      </p:sp>
      <p:sp>
        <p:nvSpPr>
          <p:cNvPr id="6" name="slide-title">
            <a:extLst xmlns:a="http://schemas.openxmlformats.org/drawingml/2006/main">
              <a:ext uri="{FF2B5EF4-FFF2-40B4-BE49-F238E27FC236}">
                <a16:creationId xmlns:a16="http://schemas.microsoft.com/office/drawing/2014/main" id="{8C3610BA-7EC4-45D3-BF3F-78BF7B9AA151}"/>
              </a:ext>
            </a:extLst>
          </p:cNvPr>
          <p:cNvSpPr>
            <a:spLocks xmlns:a="http://schemas.openxmlformats.org/drawingml/2006/main" noGrp="1"/>
          </p:cNvSpPr>
          <p:nvPr/>
        </p:nvSpPr>
        <p:spPr>
          <a:xfrm xmlns:a="http://schemas.openxmlformats.org/drawingml/2006/main">
            <a:off x="685800" y="990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975" b="1">
                <a:solidFill>
                  <a:srgbClr val="F7F5FA"/>
                </a:solidFill>
                <a:latin typeface="Arial"/>
                <a:ea typeface="Arial"/>
                <a:cs typeface="Arial"/>
              </a:defRPr>
            </a:defPPr>
            <a:lvl1pPr algn="l">
              <a:defRPr sz="3975" b="1">
                <a:solidFill>
                  <a:srgbClr val="F7F5FA"/>
                </a:solidFill>
                <a:latin typeface="Arial"/>
                <a:ea typeface="Arial"/>
                <a:cs typeface="Arial"/>
              </a:defRPr>
            </a:lvl1pPr>
            <a:lvl2pPr algn="l">
              <a:defRPr sz="3975" b="1">
                <a:solidFill>
                  <a:srgbClr val="F7F5FA"/>
                </a:solidFill>
                <a:latin typeface="Arial"/>
                <a:ea typeface="Arial"/>
                <a:cs typeface="Arial"/>
              </a:defRPr>
            </a:lvl2pPr>
            <a:lvl3pPr algn="l">
              <a:defRPr sz="3975" b="1">
                <a:solidFill>
                  <a:srgbClr val="F7F5FA"/>
                </a:solidFill>
                <a:latin typeface="Arial"/>
                <a:ea typeface="Arial"/>
                <a:cs typeface="Arial"/>
              </a:defRPr>
            </a:lvl3pPr>
            <a:lvl4pPr algn="l">
              <a:defRPr sz="3975" b="1">
                <a:solidFill>
                  <a:srgbClr val="F7F5FA"/>
                </a:solidFill>
                <a:latin typeface="Arial"/>
                <a:ea typeface="Arial"/>
                <a:cs typeface="Arial"/>
              </a:defRPr>
            </a:lvl4pPr>
            <a:lvl5pPr algn="l">
              <a:defRPr sz="3975" b="1">
                <a:solidFill>
                  <a:srgbClr val="F7F5FA"/>
                </a:solidFill>
                <a:latin typeface="Arial"/>
                <a:ea typeface="Arial"/>
                <a:cs typeface="Arial"/>
              </a:defRPr>
            </a:lvl5pPr>
            <a:lvl6pPr algn="l">
              <a:defRPr sz="3975" b="1">
                <a:solidFill>
                  <a:srgbClr val="F7F5FA"/>
                </a:solidFill>
                <a:latin typeface="Arial"/>
                <a:ea typeface="Arial"/>
                <a:cs typeface="Arial"/>
              </a:defRPr>
            </a:lvl6pPr>
            <a:lvl7pPr algn="l">
              <a:defRPr sz="3975" b="1">
                <a:solidFill>
                  <a:srgbClr val="F7F5FA"/>
                </a:solidFill>
                <a:latin typeface="Arial"/>
                <a:ea typeface="Arial"/>
                <a:cs typeface="Arial"/>
              </a:defRPr>
            </a:lvl7pPr>
            <a:lvl8pPr algn="l">
              <a:defRPr sz="3975" b="1">
                <a:solidFill>
                  <a:srgbClr val="F7F5FA"/>
                </a:solidFill>
                <a:latin typeface="Arial"/>
                <a:ea typeface="Arial"/>
                <a:cs typeface="Arial"/>
              </a:defRPr>
            </a:lvl8pPr>
            <a:lvl9pPr algn="l">
              <a:defRPr sz="3975" b="1">
                <a:solidFill>
                  <a:srgbClr val="F7F5FA"/>
                </a:solidFill>
                <a:latin typeface="Arial"/>
                <a:ea typeface="Arial"/>
                <a:cs typeface="Arial"/>
              </a:defRPr>
            </a:lvl9pPr>
          </a:lstStyle>
          <a:p xmlns:a="http://schemas.openxmlformats.org/drawingml/2006/main">
            <a:pPr algn="l">
              <a:defRPr sz="3975" b="1">
                <a:solidFill>
                  <a:srgbClr val="F7F5FA"/>
                </a:solidFill>
                <a:latin typeface="Arial"/>
                <a:ea typeface="Arial"/>
                <a:cs typeface="Arial"/>
              </a:defRPr>
            </a:pPr>
            <a:r>
              <a:rPr sz="3975" b="1">
                <a:solidFill>
                  <a:srgbClr val="F7F5FA"/>
                </a:solidFill>
                <a:latin typeface="Arial"/>
                <a:ea typeface="Arial"/>
                <a:cs typeface="Arial"/>
              </a:rPr>
              <a:t>AI Sentinel review can accompany compute</a:t>
            </a:r>
          </a:p>
        </p:txBody>
      </p:sp>
      <p:sp>
        <p:nvSpPr>
          <p:cNvPr id="7" name="slide-deck">
            <a:extLst xmlns:a="http://schemas.openxmlformats.org/drawingml/2006/main">
              <a:ext uri="{FF2B5EF4-FFF2-40B4-BE49-F238E27FC236}">
                <a16:creationId xmlns:a16="http://schemas.microsoft.com/office/drawing/2014/main" id="{E4551188-47C8-4152-9493-2E2451B23481}"/>
              </a:ext>
            </a:extLst>
          </p:cNvPr>
          <p:cNvSpPr>
            <a:spLocks xmlns:a="http://schemas.openxmlformats.org/drawingml/2006/main" noGrp="1"/>
          </p:cNvSpPr>
          <p:nvPr/>
        </p:nvSpPr>
        <p:spPr>
          <a:xfrm xmlns:a="http://schemas.openxmlformats.org/drawingml/2006/main">
            <a:off x="704850" y="176212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AA5B4"/>
                </a:solidFill>
                <a:latin typeface="Arial"/>
                <a:ea typeface="Arial"/>
                <a:cs typeface="Arial"/>
              </a:defRPr>
            </a:defPPr>
            <a:lvl1pPr algn="l">
              <a:defRPr sz="1650" b="0">
                <a:solidFill>
                  <a:srgbClr val="AAA5B4"/>
                </a:solidFill>
                <a:latin typeface="Arial"/>
                <a:ea typeface="Arial"/>
                <a:cs typeface="Arial"/>
              </a:defRPr>
            </a:lvl1pPr>
            <a:lvl2pPr algn="l">
              <a:defRPr sz="1650" b="0">
                <a:solidFill>
                  <a:srgbClr val="AAA5B4"/>
                </a:solidFill>
                <a:latin typeface="Arial"/>
                <a:ea typeface="Arial"/>
                <a:cs typeface="Arial"/>
              </a:defRPr>
            </a:lvl2pPr>
            <a:lvl3pPr algn="l">
              <a:defRPr sz="1650" b="0">
                <a:solidFill>
                  <a:srgbClr val="AAA5B4"/>
                </a:solidFill>
                <a:latin typeface="Arial"/>
                <a:ea typeface="Arial"/>
                <a:cs typeface="Arial"/>
              </a:defRPr>
            </a:lvl3pPr>
            <a:lvl4pPr algn="l">
              <a:defRPr sz="1650" b="0">
                <a:solidFill>
                  <a:srgbClr val="AAA5B4"/>
                </a:solidFill>
                <a:latin typeface="Arial"/>
                <a:ea typeface="Arial"/>
                <a:cs typeface="Arial"/>
              </a:defRPr>
            </a:lvl4pPr>
            <a:lvl5pPr algn="l">
              <a:defRPr sz="1650" b="0">
                <a:solidFill>
                  <a:srgbClr val="AAA5B4"/>
                </a:solidFill>
                <a:latin typeface="Arial"/>
                <a:ea typeface="Arial"/>
                <a:cs typeface="Arial"/>
              </a:defRPr>
            </a:lvl5pPr>
            <a:lvl6pPr algn="l">
              <a:defRPr sz="1650" b="0">
                <a:solidFill>
                  <a:srgbClr val="AAA5B4"/>
                </a:solidFill>
                <a:latin typeface="Arial"/>
                <a:ea typeface="Arial"/>
                <a:cs typeface="Arial"/>
              </a:defRPr>
            </a:lvl6pPr>
            <a:lvl7pPr algn="l">
              <a:defRPr sz="1650" b="0">
                <a:solidFill>
                  <a:srgbClr val="AAA5B4"/>
                </a:solidFill>
                <a:latin typeface="Arial"/>
                <a:ea typeface="Arial"/>
                <a:cs typeface="Arial"/>
              </a:defRPr>
            </a:lvl7pPr>
            <a:lvl8pPr algn="l">
              <a:defRPr sz="1650" b="0">
                <a:solidFill>
                  <a:srgbClr val="AAA5B4"/>
                </a:solidFill>
                <a:latin typeface="Arial"/>
                <a:ea typeface="Arial"/>
                <a:cs typeface="Arial"/>
              </a:defRPr>
            </a:lvl8pPr>
            <a:lvl9pPr algn="l">
              <a:defRPr sz="1650" b="0">
                <a:solidFill>
                  <a:srgbClr val="AAA5B4"/>
                </a:solidFill>
                <a:latin typeface="Arial"/>
                <a:ea typeface="Arial"/>
                <a:cs typeface="Arial"/>
              </a:defRPr>
            </a:lvl9pPr>
          </a:lstStyle>
          <a:p xmlns:a="http://schemas.openxmlformats.org/drawingml/2006/main">
            <a:pPr algn="l">
              <a:defRPr sz="1650" b="0">
                <a:solidFill>
                  <a:srgbClr val="AAA5B4"/>
                </a:solidFill>
                <a:latin typeface="Arial"/>
                <a:ea typeface="Arial"/>
                <a:cs typeface="Arial"/>
              </a:defRPr>
            </a:pPr>
            <a:r>
              <a:rPr sz="1650" b="0">
                <a:solidFill>
                  <a:srgbClr val="AAA5B4"/>
                </a:solidFill>
                <a:latin typeface="Arial"/>
                <a:ea typeface="Arial"/>
                <a:cs typeface="Arial"/>
              </a:rPr>
              <a:t>A source review can accompany the compute task without replacing owner approval.</a:t>
            </a:r>
          </a:p>
        </p:txBody>
      </p:sp>
      <p:sp>
        <p:nvSpPr>
          <p:cNvPr id="8" name="sentinel-flow-line">
            <a:extLst xmlns:a="http://schemas.openxmlformats.org/drawingml/2006/main">
              <a:ext uri="{FF2B5EF4-FFF2-40B4-BE49-F238E27FC236}">
                <a16:creationId xmlns:a16="http://schemas.microsoft.com/office/drawing/2014/main" id="{E92B7E2F-FC2C-4A25-99AE-E033B9431855}"/>
              </a:ext>
            </a:extLst>
          </p:cNvPr>
          <p:cNvSpPr>
            <a:spLocks xmlns:a="http://schemas.openxmlformats.org/drawingml/2006/main" noGrp="1"/>
          </p:cNvSpPr>
          <p:nvPr/>
        </p:nvSpPr>
        <p:spPr>
          <a:xfrm xmlns:a="http://schemas.openxmlformats.org/drawingml/2006/main">
            <a:off x="990600" y="3190875"/>
            <a:ext cx="9963150" cy="0"/>
          </a:xfrm>
          <a:prstGeom xmlns:a="http://schemas.openxmlformats.org/drawingml/2006/main" prst="line">
            <a:avLst/>
          </a:prstGeom>
          <a:noFill xmlns:a="http://schemas.openxmlformats.org/drawingml/2006/main"/>
          <a:ln xmlns:a="http://schemas.openxmlformats.org/drawingml/2006/main" w="19050">
            <a:solidFill>
              <a:srgbClr val="393442"/>
            </a:solidFill>
            <a:prstDash val="solid"/>
          </a:ln>
        </p:spPr>
      </p:sp>
      <p:sp>
        <p:nvSpPr>
          <p:cNvPr id="9" name="sentinel-step-dot-0">
            <a:extLst xmlns:a="http://schemas.openxmlformats.org/drawingml/2006/main">
              <a:ext uri="{FF2B5EF4-FFF2-40B4-BE49-F238E27FC236}">
                <a16:creationId xmlns:a16="http://schemas.microsoft.com/office/drawing/2014/main" id="{B7458875-BFDB-4DA2-8664-8D1C339DBC90}"/>
              </a:ext>
            </a:extLst>
          </p:cNvPr>
          <p:cNvSpPr>
            <a:spLocks xmlns:a="http://schemas.openxmlformats.org/drawingml/2006/main" noGrp="1"/>
          </p:cNvSpPr>
          <p:nvPr/>
        </p:nvSpPr>
        <p:spPr>
          <a:xfrm xmlns:a="http://schemas.openxmlformats.org/drawingml/2006/main">
            <a:off x="781050" y="3076575"/>
            <a:ext cx="228600" cy="228600"/>
          </a:xfrm>
          <a:prstGeom xmlns:a="http://schemas.openxmlformats.org/drawingml/2006/main" prst="ellipse">
            <a:avLst/>
          </a:prstGeom>
          <a:solidFill xmlns:a="http://schemas.openxmlformats.org/drawingml/2006/main">
            <a:srgbClr val="F7F5FA"/>
          </a:solidFill>
          <a:ln xmlns:a="http://schemas.openxmlformats.org/drawingml/2006/main" w="0">
            <a:noFill/>
            <a:prstDash val="solid"/>
          </a:ln>
        </p:spPr>
      </p:sp>
      <p:sp>
        <p:nvSpPr>
          <p:cNvPr id="10" name="sentinel-tag-0">
            <a:extLst xmlns:a="http://schemas.openxmlformats.org/drawingml/2006/main">
              <a:ext uri="{FF2B5EF4-FFF2-40B4-BE49-F238E27FC236}">
                <a16:creationId xmlns:a16="http://schemas.microsoft.com/office/drawing/2014/main" id="{3F6DB3E6-0DC5-413F-93B2-FDDDE029155A}"/>
              </a:ext>
            </a:extLst>
          </p:cNvPr>
          <p:cNvSpPr>
            <a:spLocks xmlns:a="http://schemas.openxmlformats.org/drawingml/2006/main" noGrp="1"/>
          </p:cNvSpPr>
          <p:nvPr/>
        </p:nvSpPr>
        <p:spPr>
          <a:xfrm xmlns:a="http://schemas.openxmlformats.org/drawingml/2006/main">
            <a:off x="781050" y="353377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7F5FA"/>
                </a:solidFill>
                <a:latin typeface="Arial"/>
                <a:ea typeface="Arial"/>
                <a:cs typeface="Arial"/>
              </a:defRPr>
            </a:defPPr>
            <a:lvl1pPr algn="l">
              <a:defRPr sz="1050" b="1">
                <a:solidFill>
                  <a:srgbClr val="F7F5FA"/>
                </a:solidFill>
                <a:latin typeface="Arial"/>
                <a:ea typeface="Arial"/>
                <a:cs typeface="Arial"/>
              </a:defRPr>
            </a:lvl1pPr>
            <a:lvl2pPr algn="l">
              <a:defRPr sz="1050" b="1">
                <a:solidFill>
                  <a:srgbClr val="F7F5FA"/>
                </a:solidFill>
                <a:latin typeface="Arial"/>
                <a:ea typeface="Arial"/>
                <a:cs typeface="Arial"/>
              </a:defRPr>
            </a:lvl2pPr>
            <a:lvl3pPr algn="l">
              <a:defRPr sz="1050" b="1">
                <a:solidFill>
                  <a:srgbClr val="F7F5FA"/>
                </a:solidFill>
                <a:latin typeface="Arial"/>
                <a:ea typeface="Arial"/>
                <a:cs typeface="Arial"/>
              </a:defRPr>
            </a:lvl3pPr>
            <a:lvl4pPr algn="l">
              <a:defRPr sz="1050" b="1">
                <a:solidFill>
                  <a:srgbClr val="F7F5FA"/>
                </a:solidFill>
                <a:latin typeface="Arial"/>
                <a:ea typeface="Arial"/>
                <a:cs typeface="Arial"/>
              </a:defRPr>
            </a:lvl4pPr>
            <a:lvl5pPr algn="l">
              <a:defRPr sz="1050" b="1">
                <a:solidFill>
                  <a:srgbClr val="F7F5FA"/>
                </a:solidFill>
                <a:latin typeface="Arial"/>
                <a:ea typeface="Arial"/>
                <a:cs typeface="Arial"/>
              </a:defRPr>
            </a:lvl5pPr>
            <a:lvl6pPr algn="l">
              <a:defRPr sz="1050" b="1">
                <a:solidFill>
                  <a:srgbClr val="F7F5FA"/>
                </a:solidFill>
                <a:latin typeface="Arial"/>
                <a:ea typeface="Arial"/>
                <a:cs typeface="Arial"/>
              </a:defRPr>
            </a:lvl6pPr>
            <a:lvl7pPr algn="l">
              <a:defRPr sz="1050" b="1">
                <a:solidFill>
                  <a:srgbClr val="F7F5FA"/>
                </a:solidFill>
                <a:latin typeface="Arial"/>
                <a:ea typeface="Arial"/>
                <a:cs typeface="Arial"/>
              </a:defRPr>
            </a:lvl7pPr>
            <a:lvl8pPr algn="l">
              <a:defRPr sz="1050" b="1">
                <a:solidFill>
                  <a:srgbClr val="F7F5FA"/>
                </a:solidFill>
                <a:latin typeface="Arial"/>
                <a:ea typeface="Arial"/>
                <a:cs typeface="Arial"/>
              </a:defRPr>
            </a:lvl8pPr>
            <a:lvl9pPr algn="l">
              <a:defRPr sz="1050" b="1">
                <a:solidFill>
                  <a:srgbClr val="F7F5FA"/>
                </a:solidFill>
                <a:latin typeface="Arial"/>
                <a:ea typeface="Arial"/>
                <a:cs typeface="Arial"/>
              </a:defRPr>
            </a:lvl9pPr>
          </a:lstStyle>
          <a:p xmlns:a="http://schemas.openxmlformats.org/drawingml/2006/main">
            <a:pPr algn="l">
              <a:defRPr sz="1050" b="1">
                <a:solidFill>
                  <a:srgbClr val="F7F5FA"/>
                </a:solidFill>
                <a:latin typeface="Arial"/>
                <a:ea typeface="Arial"/>
                <a:cs typeface="Arial"/>
              </a:defRPr>
            </a:pPr>
            <a:r>
              <a:rPr sz="1050" b="1">
                <a:solidFill>
                  <a:srgbClr val="F7F5FA"/>
                </a:solidFill>
                <a:latin typeface="Arial"/>
                <a:ea typeface="Arial"/>
                <a:cs typeface="Arial"/>
              </a:rPr>
              <a:t>SOURCE</a:t>
            </a:r>
          </a:p>
        </p:txBody>
      </p:sp>
      <p:sp>
        <p:nvSpPr>
          <p:cNvPr id="11" name="sentinel-body-0">
            <a:extLst xmlns:a="http://schemas.openxmlformats.org/drawingml/2006/main">
              <a:ext uri="{FF2B5EF4-FFF2-40B4-BE49-F238E27FC236}">
                <a16:creationId xmlns:a16="http://schemas.microsoft.com/office/drawing/2014/main" id="{E9643E4B-1C04-4348-B095-52480BF64BD9}"/>
              </a:ext>
            </a:extLst>
          </p:cNvPr>
          <p:cNvSpPr>
            <a:spLocks xmlns:a="http://schemas.openxmlformats.org/drawingml/2006/main" noGrp="1"/>
          </p:cNvSpPr>
          <p:nvPr/>
        </p:nvSpPr>
        <p:spPr>
          <a:xfrm xmlns:a="http://schemas.openxmlformats.org/drawingml/2006/main">
            <a:off x="781050" y="3905250"/>
            <a:ext cx="1952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7F5FA"/>
                </a:solidFill>
                <a:latin typeface="Arial"/>
                <a:ea typeface="Arial"/>
                <a:cs typeface="Arial"/>
              </a:defRPr>
            </a:defPPr>
            <a:lvl1pPr algn="l">
              <a:defRPr sz="1575" b="1">
                <a:solidFill>
                  <a:srgbClr val="F7F5FA"/>
                </a:solidFill>
                <a:latin typeface="Arial"/>
                <a:ea typeface="Arial"/>
                <a:cs typeface="Arial"/>
              </a:defRPr>
            </a:lvl1pPr>
            <a:lvl2pPr algn="l">
              <a:defRPr sz="1575" b="1">
                <a:solidFill>
                  <a:srgbClr val="F7F5FA"/>
                </a:solidFill>
                <a:latin typeface="Arial"/>
                <a:ea typeface="Arial"/>
                <a:cs typeface="Arial"/>
              </a:defRPr>
            </a:lvl2pPr>
            <a:lvl3pPr algn="l">
              <a:defRPr sz="1575" b="1">
                <a:solidFill>
                  <a:srgbClr val="F7F5FA"/>
                </a:solidFill>
                <a:latin typeface="Arial"/>
                <a:ea typeface="Arial"/>
                <a:cs typeface="Arial"/>
              </a:defRPr>
            </a:lvl3pPr>
            <a:lvl4pPr algn="l">
              <a:defRPr sz="1575" b="1">
                <a:solidFill>
                  <a:srgbClr val="F7F5FA"/>
                </a:solidFill>
                <a:latin typeface="Arial"/>
                <a:ea typeface="Arial"/>
                <a:cs typeface="Arial"/>
              </a:defRPr>
            </a:lvl4pPr>
            <a:lvl5pPr algn="l">
              <a:defRPr sz="1575" b="1">
                <a:solidFill>
                  <a:srgbClr val="F7F5FA"/>
                </a:solidFill>
                <a:latin typeface="Arial"/>
                <a:ea typeface="Arial"/>
                <a:cs typeface="Arial"/>
              </a:defRPr>
            </a:lvl5pPr>
            <a:lvl6pPr algn="l">
              <a:defRPr sz="1575" b="1">
                <a:solidFill>
                  <a:srgbClr val="F7F5FA"/>
                </a:solidFill>
                <a:latin typeface="Arial"/>
                <a:ea typeface="Arial"/>
                <a:cs typeface="Arial"/>
              </a:defRPr>
            </a:lvl6pPr>
            <a:lvl7pPr algn="l">
              <a:defRPr sz="1575" b="1">
                <a:solidFill>
                  <a:srgbClr val="F7F5FA"/>
                </a:solidFill>
                <a:latin typeface="Arial"/>
                <a:ea typeface="Arial"/>
                <a:cs typeface="Arial"/>
              </a:defRPr>
            </a:lvl7pPr>
            <a:lvl8pPr algn="l">
              <a:defRPr sz="1575" b="1">
                <a:solidFill>
                  <a:srgbClr val="F7F5FA"/>
                </a:solidFill>
                <a:latin typeface="Arial"/>
                <a:ea typeface="Arial"/>
                <a:cs typeface="Arial"/>
              </a:defRPr>
            </a:lvl8pPr>
            <a:lvl9pPr algn="l">
              <a:defRPr sz="1575" b="1">
                <a:solidFill>
                  <a:srgbClr val="F7F5FA"/>
                </a:solidFill>
                <a:latin typeface="Arial"/>
                <a:ea typeface="Arial"/>
                <a:cs typeface="Arial"/>
              </a:defRPr>
            </a:lvl9pPr>
          </a:lstStyle>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Exact Python</a:t>
            </a:r>
          </a:p>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source hash</a:t>
            </a:r>
          </a:p>
        </p:txBody>
      </p:sp>
      <p:sp>
        <p:nvSpPr>
          <p:cNvPr id="12" name="sentinel-step-dot-1">
            <a:extLst xmlns:a="http://schemas.openxmlformats.org/drawingml/2006/main">
              <a:ext uri="{FF2B5EF4-FFF2-40B4-BE49-F238E27FC236}">
                <a16:creationId xmlns:a16="http://schemas.microsoft.com/office/drawing/2014/main" id="{0B5885B6-EA15-45FE-91B9-52928D7CB75B}"/>
              </a:ext>
            </a:extLst>
          </p:cNvPr>
          <p:cNvSpPr>
            <a:spLocks xmlns:a="http://schemas.openxmlformats.org/drawingml/2006/main" noGrp="1"/>
          </p:cNvSpPr>
          <p:nvPr/>
        </p:nvSpPr>
        <p:spPr>
          <a:xfrm xmlns:a="http://schemas.openxmlformats.org/drawingml/2006/main">
            <a:off x="2914650" y="3076575"/>
            <a:ext cx="228600" cy="228600"/>
          </a:xfrm>
          <a:prstGeom xmlns:a="http://schemas.openxmlformats.org/drawingml/2006/main" prst="ellipse">
            <a:avLst/>
          </a:prstGeom>
          <a:solidFill xmlns:a="http://schemas.openxmlformats.org/drawingml/2006/main">
            <a:srgbClr val="82E5F4"/>
          </a:solidFill>
          <a:ln xmlns:a="http://schemas.openxmlformats.org/drawingml/2006/main" w="0">
            <a:noFill/>
            <a:prstDash val="solid"/>
          </a:ln>
        </p:spPr>
      </p:sp>
      <p:sp>
        <p:nvSpPr>
          <p:cNvPr id="13" name="sentinel-tag-1">
            <a:extLst xmlns:a="http://schemas.openxmlformats.org/drawingml/2006/main">
              <a:ext uri="{FF2B5EF4-FFF2-40B4-BE49-F238E27FC236}">
                <a16:creationId xmlns:a16="http://schemas.microsoft.com/office/drawing/2014/main" id="{B7F2CA8F-3C21-4DB9-B164-13398C9F1EB9}"/>
              </a:ext>
            </a:extLst>
          </p:cNvPr>
          <p:cNvSpPr>
            <a:spLocks xmlns:a="http://schemas.openxmlformats.org/drawingml/2006/main" noGrp="1"/>
          </p:cNvSpPr>
          <p:nvPr/>
        </p:nvSpPr>
        <p:spPr>
          <a:xfrm xmlns:a="http://schemas.openxmlformats.org/drawingml/2006/main">
            <a:off x="2914650" y="353377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82E5F4"/>
                </a:solidFill>
                <a:latin typeface="Arial"/>
                <a:ea typeface="Arial"/>
                <a:cs typeface="Arial"/>
              </a:defRPr>
            </a:defPPr>
            <a:lvl1pPr algn="l">
              <a:defRPr sz="1050" b="1">
                <a:solidFill>
                  <a:srgbClr val="82E5F4"/>
                </a:solidFill>
                <a:latin typeface="Arial"/>
                <a:ea typeface="Arial"/>
                <a:cs typeface="Arial"/>
              </a:defRPr>
            </a:lvl1pPr>
            <a:lvl2pPr algn="l">
              <a:defRPr sz="1050" b="1">
                <a:solidFill>
                  <a:srgbClr val="82E5F4"/>
                </a:solidFill>
                <a:latin typeface="Arial"/>
                <a:ea typeface="Arial"/>
                <a:cs typeface="Arial"/>
              </a:defRPr>
            </a:lvl2pPr>
            <a:lvl3pPr algn="l">
              <a:defRPr sz="1050" b="1">
                <a:solidFill>
                  <a:srgbClr val="82E5F4"/>
                </a:solidFill>
                <a:latin typeface="Arial"/>
                <a:ea typeface="Arial"/>
                <a:cs typeface="Arial"/>
              </a:defRPr>
            </a:lvl3pPr>
            <a:lvl4pPr algn="l">
              <a:defRPr sz="1050" b="1">
                <a:solidFill>
                  <a:srgbClr val="82E5F4"/>
                </a:solidFill>
                <a:latin typeface="Arial"/>
                <a:ea typeface="Arial"/>
                <a:cs typeface="Arial"/>
              </a:defRPr>
            </a:lvl4pPr>
            <a:lvl5pPr algn="l">
              <a:defRPr sz="1050" b="1">
                <a:solidFill>
                  <a:srgbClr val="82E5F4"/>
                </a:solidFill>
                <a:latin typeface="Arial"/>
                <a:ea typeface="Arial"/>
                <a:cs typeface="Arial"/>
              </a:defRPr>
            </a:lvl5pPr>
            <a:lvl6pPr algn="l">
              <a:defRPr sz="1050" b="1">
                <a:solidFill>
                  <a:srgbClr val="82E5F4"/>
                </a:solidFill>
                <a:latin typeface="Arial"/>
                <a:ea typeface="Arial"/>
                <a:cs typeface="Arial"/>
              </a:defRPr>
            </a:lvl6pPr>
            <a:lvl7pPr algn="l">
              <a:defRPr sz="1050" b="1">
                <a:solidFill>
                  <a:srgbClr val="82E5F4"/>
                </a:solidFill>
                <a:latin typeface="Arial"/>
                <a:ea typeface="Arial"/>
                <a:cs typeface="Arial"/>
              </a:defRPr>
            </a:lvl7pPr>
            <a:lvl8pPr algn="l">
              <a:defRPr sz="1050" b="1">
                <a:solidFill>
                  <a:srgbClr val="82E5F4"/>
                </a:solidFill>
                <a:latin typeface="Arial"/>
                <a:ea typeface="Arial"/>
                <a:cs typeface="Arial"/>
              </a:defRPr>
            </a:lvl8pPr>
            <a:lvl9pPr algn="l">
              <a:defRPr sz="1050" b="1">
                <a:solidFill>
                  <a:srgbClr val="82E5F4"/>
                </a:solidFill>
                <a:latin typeface="Arial"/>
                <a:ea typeface="Arial"/>
                <a:cs typeface="Arial"/>
              </a:defRPr>
            </a:lvl9pPr>
          </a:lstStyle>
          <a:p xmlns:a="http://schemas.openxmlformats.org/drawingml/2006/main">
            <a:pPr algn="l">
              <a:defRPr sz="1050" b="1">
                <a:solidFill>
                  <a:srgbClr val="82E5F4"/>
                </a:solidFill>
                <a:latin typeface="Arial"/>
                <a:ea typeface="Arial"/>
                <a:cs typeface="Arial"/>
              </a:defRPr>
            </a:pPr>
            <a:r>
              <a:rPr sz="1050" b="1">
                <a:solidFill>
                  <a:srgbClr val="82E5F4"/>
                </a:solidFill>
                <a:latin typeface="Arial"/>
                <a:ea typeface="Arial"/>
                <a:cs typeface="Arial"/>
              </a:rPr>
              <a:t>AI SENTINEL</a:t>
            </a:r>
          </a:p>
        </p:txBody>
      </p:sp>
      <p:sp>
        <p:nvSpPr>
          <p:cNvPr id="14" name="sentinel-body-1">
            <a:extLst xmlns:a="http://schemas.openxmlformats.org/drawingml/2006/main">
              <a:ext uri="{FF2B5EF4-FFF2-40B4-BE49-F238E27FC236}">
                <a16:creationId xmlns:a16="http://schemas.microsoft.com/office/drawing/2014/main" id="{DF135D61-ABB5-42CE-8953-8D3964ACB66E}"/>
              </a:ext>
            </a:extLst>
          </p:cNvPr>
          <p:cNvSpPr>
            <a:spLocks xmlns:a="http://schemas.openxmlformats.org/drawingml/2006/main" noGrp="1"/>
          </p:cNvSpPr>
          <p:nvPr/>
        </p:nvSpPr>
        <p:spPr>
          <a:xfrm xmlns:a="http://schemas.openxmlformats.org/drawingml/2006/main">
            <a:off x="2914650" y="3905250"/>
            <a:ext cx="1952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7F5FA"/>
                </a:solidFill>
                <a:latin typeface="Arial"/>
                <a:ea typeface="Arial"/>
                <a:cs typeface="Arial"/>
              </a:defRPr>
            </a:defPPr>
            <a:lvl1pPr algn="l">
              <a:defRPr sz="1575" b="1">
                <a:solidFill>
                  <a:srgbClr val="F7F5FA"/>
                </a:solidFill>
                <a:latin typeface="Arial"/>
                <a:ea typeface="Arial"/>
                <a:cs typeface="Arial"/>
              </a:defRPr>
            </a:lvl1pPr>
            <a:lvl2pPr algn="l">
              <a:defRPr sz="1575" b="1">
                <a:solidFill>
                  <a:srgbClr val="F7F5FA"/>
                </a:solidFill>
                <a:latin typeface="Arial"/>
                <a:ea typeface="Arial"/>
                <a:cs typeface="Arial"/>
              </a:defRPr>
            </a:lvl2pPr>
            <a:lvl3pPr algn="l">
              <a:defRPr sz="1575" b="1">
                <a:solidFill>
                  <a:srgbClr val="F7F5FA"/>
                </a:solidFill>
                <a:latin typeface="Arial"/>
                <a:ea typeface="Arial"/>
                <a:cs typeface="Arial"/>
              </a:defRPr>
            </a:lvl3pPr>
            <a:lvl4pPr algn="l">
              <a:defRPr sz="1575" b="1">
                <a:solidFill>
                  <a:srgbClr val="F7F5FA"/>
                </a:solidFill>
                <a:latin typeface="Arial"/>
                <a:ea typeface="Arial"/>
                <a:cs typeface="Arial"/>
              </a:defRPr>
            </a:lvl4pPr>
            <a:lvl5pPr algn="l">
              <a:defRPr sz="1575" b="1">
                <a:solidFill>
                  <a:srgbClr val="F7F5FA"/>
                </a:solidFill>
                <a:latin typeface="Arial"/>
                <a:ea typeface="Arial"/>
                <a:cs typeface="Arial"/>
              </a:defRPr>
            </a:lvl5pPr>
            <a:lvl6pPr algn="l">
              <a:defRPr sz="1575" b="1">
                <a:solidFill>
                  <a:srgbClr val="F7F5FA"/>
                </a:solidFill>
                <a:latin typeface="Arial"/>
                <a:ea typeface="Arial"/>
                <a:cs typeface="Arial"/>
              </a:defRPr>
            </a:lvl6pPr>
            <a:lvl7pPr algn="l">
              <a:defRPr sz="1575" b="1">
                <a:solidFill>
                  <a:srgbClr val="F7F5FA"/>
                </a:solidFill>
                <a:latin typeface="Arial"/>
                <a:ea typeface="Arial"/>
                <a:cs typeface="Arial"/>
              </a:defRPr>
            </a:lvl7pPr>
            <a:lvl8pPr algn="l">
              <a:defRPr sz="1575" b="1">
                <a:solidFill>
                  <a:srgbClr val="F7F5FA"/>
                </a:solidFill>
                <a:latin typeface="Arial"/>
                <a:ea typeface="Arial"/>
                <a:cs typeface="Arial"/>
              </a:defRPr>
            </a:lvl8pPr>
            <a:lvl9pPr algn="l">
              <a:defRPr sz="1575" b="1">
                <a:solidFill>
                  <a:srgbClr val="F7F5FA"/>
                </a:solidFill>
                <a:latin typeface="Arial"/>
                <a:ea typeface="Arial"/>
                <a:cs typeface="Arial"/>
              </a:defRPr>
            </a:lvl9pPr>
          </a:lstStyle>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Optional Gemini</a:t>
            </a:r>
          </a:p>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source review</a:t>
            </a:r>
          </a:p>
        </p:txBody>
      </p:sp>
      <p:sp>
        <p:nvSpPr>
          <p:cNvPr id="15" name="sentinel-step-dot-2">
            <a:extLst xmlns:a="http://schemas.openxmlformats.org/drawingml/2006/main">
              <a:ext uri="{FF2B5EF4-FFF2-40B4-BE49-F238E27FC236}">
                <a16:creationId xmlns:a16="http://schemas.microsoft.com/office/drawing/2014/main" id="{93645C05-654B-4762-A154-37E07E6A936F}"/>
              </a:ext>
            </a:extLst>
          </p:cNvPr>
          <p:cNvSpPr>
            <a:spLocks xmlns:a="http://schemas.openxmlformats.org/drawingml/2006/main" noGrp="1"/>
          </p:cNvSpPr>
          <p:nvPr/>
        </p:nvSpPr>
        <p:spPr>
          <a:xfrm xmlns:a="http://schemas.openxmlformats.org/drawingml/2006/main">
            <a:off x="5048250" y="3076575"/>
            <a:ext cx="228600" cy="228600"/>
          </a:xfrm>
          <a:prstGeom xmlns:a="http://schemas.openxmlformats.org/drawingml/2006/main" prst="ellipse">
            <a:avLst/>
          </a:prstGeom>
          <a:solidFill xmlns:a="http://schemas.openxmlformats.org/drawingml/2006/main">
            <a:srgbClr val="C8B2FF"/>
          </a:solidFill>
          <a:ln xmlns:a="http://schemas.openxmlformats.org/drawingml/2006/main" w="0">
            <a:noFill/>
            <a:prstDash val="solid"/>
          </a:ln>
        </p:spPr>
      </p:sp>
      <p:sp>
        <p:nvSpPr>
          <p:cNvPr id="16" name="sentinel-tag-2">
            <a:extLst xmlns:a="http://schemas.openxmlformats.org/drawingml/2006/main">
              <a:ext uri="{FF2B5EF4-FFF2-40B4-BE49-F238E27FC236}">
                <a16:creationId xmlns:a16="http://schemas.microsoft.com/office/drawing/2014/main" id="{257F894F-E12C-4EB3-9320-613AC52755C3}"/>
              </a:ext>
            </a:extLst>
          </p:cNvPr>
          <p:cNvSpPr>
            <a:spLocks xmlns:a="http://schemas.openxmlformats.org/drawingml/2006/main" noGrp="1"/>
          </p:cNvSpPr>
          <p:nvPr/>
        </p:nvSpPr>
        <p:spPr>
          <a:xfrm xmlns:a="http://schemas.openxmlformats.org/drawingml/2006/main">
            <a:off x="5048250" y="353377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B2FF"/>
                </a:solidFill>
                <a:latin typeface="Arial"/>
                <a:ea typeface="Arial"/>
                <a:cs typeface="Arial"/>
              </a:defRPr>
            </a:defPPr>
            <a:lvl1pPr algn="l">
              <a:defRPr sz="1050" b="1">
                <a:solidFill>
                  <a:srgbClr val="C8B2FF"/>
                </a:solidFill>
                <a:latin typeface="Arial"/>
                <a:ea typeface="Arial"/>
                <a:cs typeface="Arial"/>
              </a:defRPr>
            </a:lvl1pPr>
            <a:lvl2pPr algn="l">
              <a:defRPr sz="1050" b="1">
                <a:solidFill>
                  <a:srgbClr val="C8B2FF"/>
                </a:solidFill>
                <a:latin typeface="Arial"/>
                <a:ea typeface="Arial"/>
                <a:cs typeface="Arial"/>
              </a:defRPr>
            </a:lvl2pPr>
            <a:lvl3pPr algn="l">
              <a:defRPr sz="1050" b="1">
                <a:solidFill>
                  <a:srgbClr val="C8B2FF"/>
                </a:solidFill>
                <a:latin typeface="Arial"/>
                <a:ea typeface="Arial"/>
                <a:cs typeface="Arial"/>
              </a:defRPr>
            </a:lvl3pPr>
            <a:lvl4pPr algn="l">
              <a:defRPr sz="1050" b="1">
                <a:solidFill>
                  <a:srgbClr val="C8B2FF"/>
                </a:solidFill>
                <a:latin typeface="Arial"/>
                <a:ea typeface="Arial"/>
                <a:cs typeface="Arial"/>
              </a:defRPr>
            </a:lvl4pPr>
            <a:lvl5pPr algn="l">
              <a:defRPr sz="1050" b="1">
                <a:solidFill>
                  <a:srgbClr val="C8B2FF"/>
                </a:solidFill>
                <a:latin typeface="Arial"/>
                <a:ea typeface="Arial"/>
                <a:cs typeface="Arial"/>
              </a:defRPr>
            </a:lvl5pPr>
            <a:lvl6pPr algn="l">
              <a:defRPr sz="1050" b="1">
                <a:solidFill>
                  <a:srgbClr val="C8B2FF"/>
                </a:solidFill>
                <a:latin typeface="Arial"/>
                <a:ea typeface="Arial"/>
                <a:cs typeface="Arial"/>
              </a:defRPr>
            </a:lvl6pPr>
            <a:lvl7pPr algn="l">
              <a:defRPr sz="1050" b="1">
                <a:solidFill>
                  <a:srgbClr val="C8B2FF"/>
                </a:solidFill>
                <a:latin typeface="Arial"/>
                <a:ea typeface="Arial"/>
                <a:cs typeface="Arial"/>
              </a:defRPr>
            </a:lvl7pPr>
            <a:lvl8pPr algn="l">
              <a:defRPr sz="1050" b="1">
                <a:solidFill>
                  <a:srgbClr val="C8B2FF"/>
                </a:solidFill>
                <a:latin typeface="Arial"/>
                <a:ea typeface="Arial"/>
                <a:cs typeface="Arial"/>
              </a:defRPr>
            </a:lvl8pPr>
            <a:lvl9pPr algn="l">
              <a:defRPr sz="1050" b="1">
                <a:solidFill>
                  <a:srgbClr val="C8B2FF"/>
                </a:solidFill>
                <a:latin typeface="Arial"/>
                <a:ea typeface="Arial"/>
                <a:cs typeface="Arial"/>
              </a:defRPr>
            </a:lvl9pPr>
          </a:lstStyle>
          <a:p xmlns:a="http://schemas.openxmlformats.org/drawingml/2006/main">
            <a:pPr algn="l">
              <a:defRPr sz="1050" b="1">
                <a:solidFill>
                  <a:srgbClr val="C8B2FF"/>
                </a:solidFill>
                <a:latin typeface="Arial"/>
                <a:ea typeface="Arial"/>
                <a:cs typeface="Arial"/>
              </a:defRPr>
            </a:pPr>
            <a:r>
              <a:rPr sz="1050" b="1">
                <a:solidFill>
                  <a:srgbClr val="C8B2FF"/>
                </a:solidFill>
                <a:latin typeface="Arial"/>
                <a:ea typeface="Arial"/>
                <a:cs typeface="Arial"/>
              </a:rPr>
              <a:t>MANIFEST</a:t>
            </a:r>
          </a:p>
        </p:txBody>
      </p:sp>
      <p:sp>
        <p:nvSpPr>
          <p:cNvPr id="17" name="sentinel-body-2">
            <a:extLst xmlns:a="http://schemas.openxmlformats.org/drawingml/2006/main">
              <a:ext uri="{FF2B5EF4-FFF2-40B4-BE49-F238E27FC236}">
                <a16:creationId xmlns:a16="http://schemas.microsoft.com/office/drawing/2014/main" id="{A2DD9519-C5AA-4A5F-A903-8F94125431D8}"/>
              </a:ext>
            </a:extLst>
          </p:cNvPr>
          <p:cNvSpPr>
            <a:spLocks xmlns:a="http://schemas.openxmlformats.org/drawingml/2006/main" noGrp="1"/>
          </p:cNvSpPr>
          <p:nvPr/>
        </p:nvSpPr>
        <p:spPr>
          <a:xfrm xmlns:a="http://schemas.openxmlformats.org/drawingml/2006/main">
            <a:off x="5048250" y="3905250"/>
            <a:ext cx="1952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7F5FA"/>
                </a:solidFill>
                <a:latin typeface="Arial"/>
                <a:ea typeface="Arial"/>
                <a:cs typeface="Arial"/>
              </a:defRPr>
            </a:defPPr>
            <a:lvl1pPr algn="l">
              <a:defRPr sz="1575" b="1">
                <a:solidFill>
                  <a:srgbClr val="F7F5FA"/>
                </a:solidFill>
                <a:latin typeface="Arial"/>
                <a:ea typeface="Arial"/>
                <a:cs typeface="Arial"/>
              </a:defRPr>
            </a:lvl1pPr>
            <a:lvl2pPr algn="l">
              <a:defRPr sz="1575" b="1">
                <a:solidFill>
                  <a:srgbClr val="F7F5FA"/>
                </a:solidFill>
                <a:latin typeface="Arial"/>
                <a:ea typeface="Arial"/>
                <a:cs typeface="Arial"/>
              </a:defRPr>
            </a:lvl2pPr>
            <a:lvl3pPr algn="l">
              <a:defRPr sz="1575" b="1">
                <a:solidFill>
                  <a:srgbClr val="F7F5FA"/>
                </a:solidFill>
                <a:latin typeface="Arial"/>
                <a:ea typeface="Arial"/>
                <a:cs typeface="Arial"/>
              </a:defRPr>
            </a:lvl3pPr>
            <a:lvl4pPr algn="l">
              <a:defRPr sz="1575" b="1">
                <a:solidFill>
                  <a:srgbClr val="F7F5FA"/>
                </a:solidFill>
                <a:latin typeface="Arial"/>
                <a:ea typeface="Arial"/>
                <a:cs typeface="Arial"/>
              </a:defRPr>
            </a:lvl4pPr>
            <a:lvl5pPr algn="l">
              <a:defRPr sz="1575" b="1">
                <a:solidFill>
                  <a:srgbClr val="F7F5FA"/>
                </a:solidFill>
                <a:latin typeface="Arial"/>
                <a:ea typeface="Arial"/>
                <a:cs typeface="Arial"/>
              </a:defRPr>
            </a:lvl5pPr>
            <a:lvl6pPr algn="l">
              <a:defRPr sz="1575" b="1">
                <a:solidFill>
                  <a:srgbClr val="F7F5FA"/>
                </a:solidFill>
                <a:latin typeface="Arial"/>
                <a:ea typeface="Arial"/>
                <a:cs typeface="Arial"/>
              </a:defRPr>
            </a:lvl6pPr>
            <a:lvl7pPr algn="l">
              <a:defRPr sz="1575" b="1">
                <a:solidFill>
                  <a:srgbClr val="F7F5FA"/>
                </a:solidFill>
                <a:latin typeface="Arial"/>
                <a:ea typeface="Arial"/>
                <a:cs typeface="Arial"/>
              </a:defRPr>
            </a:lvl7pPr>
            <a:lvl8pPr algn="l">
              <a:defRPr sz="1575" b="1">
                <a:solidFill>
                  <a:srgbClr val="F7F5FA"/>
                </a:solidFill>
                <a:latin typeface="Arial"/>
                <a:ea typeface="Arial"/>
                <a:cs typeface="Arial"/>
              </a:defRPr>
            </a:lvl8pPr>
            <a:lvl9pPr algn="l">
              <a:defRPr sz="1575" b="1">
                <a:solidFill>
                  <a:srgbClr val="F7F5FA"/>
                </a:solidFill>
                <a:latin typeface="Arial"/>
                <a:ea typeface="Arial"/>
                <a:cs typeface="Arial"/>
              </a:defRPr>
            </a:lvl9pPr>
          </a:lstStyle>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Signed review</a:t>
            </a:r>
          </a:p>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receipt linked</a:t>
            </a:r>
          </a:p>
        </p:txBody>
      </p:sp>
      <p:sp>
        <p:nvSpPr>
          <p:cNvPr id="18" name="sentinel-step-dot-3">
            <a:extLst xmlns:a="http://schemas.openxmlformats.org/drawingml/2006/main">
              <a:ext uri="{FF2B5EF4-FFF2-40B4-BE49-F238E27FC236}">
                <a16:creationId xmlns:a16="http://schemas.microsoft.com/office/drawing/2014/main" id="{31367874-96F6-43C5-B936-D97C4BA7A1E4}"/>
              </a:ext>
            </a:extLst>
          </p:cNvPr>
          <p:cNvSpPr>
            <a:spLocks xmlns:a="http://schemas.openxmlformats.org/drawingml/2006/main" noGrp="1"/>
          </p:cNvSpPr>
          <p:nvPr/>
        </p:nvSpPr>
        <p:spPr>
          <a:xfrm xmlns:a="http://schemas.openxmlformats.org/drawingml/2006/main">
            <a:off x="7181850" y="3076575"/>
            <a:ext cx="228600" cy="228600"/>
          </a:xfrm>
          <a:prstGeom xmlns:a="http://schemas.openxmlformats.org/drawingml/2006/main" prst="ellipse">
            <a:avLst/>
          </a:prstGeom>
          <a:solidFill xmlns:a="http://schemas.openxmlformats.org/drawingml/2006/main">
            <a:srgbClr val="F7F5FA"/>
          </a:solidFill>
          <a:ln xmlns:a="http://schemas.openxmlformats.org/drawingml/2006/main" w="0">
            <a:noFill/>
            <a:prstDash val="solid"/>
          </a:ln>
        </p:spPr>
      </p:sp>
      <p:sp>
        <p:nvSpPr>
          <p:cNvPr id="19" name="sentinel-tag-3">
            <a:extLst xmlns:a="http://schemas.openxmlformats.org/drawingml/2006/main">
              <a:ext uri="{FF2B5EF4-FFF2-40B4-BE49-F238E27FC236}">
                <a16:creationId xmlns:a16="http://schemas.microsoft.com/office/drawing/2014/main" id="{773F26A9-A691-4206-BD6D-902160E85DAF}"/>
              </a:ext>
            </a:extLst>
          </p:cNvPr>
          <p:cNvSpPr>
            <a:spLocks xmlns:a="http://schemas.openxmlformats.org/drawingml/2006/main" noGrp="1"/>
          </p:cNvSpPr>
          <p:nvPr/>
        </p:nvSpPr>
        <p:spPr>
          <a:xfrm xmlns:a="http://schemas.openxmlformats.org/drawingml/2006/main">
            <a:off x="7181850" y="353377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7F5FA"/>
                </a:solidFill>
                <a:latin typeface="Arial"/>
                <a:ea typeface="Arial"/>
                <a:cs typeface="Arial"/>
              </a:defRPr>
            </a:defPPr>
            <a:lvl1pPr algn="l">
              <a:defRPr sz="1050" b="1">
                <a:solidFill>
                  <a:srgbClr val="F7F5FA"/>
                </a:solidFill>
                <a:latin typeface="Arial"/>
                <a:ea typeface="Arial"/>
                <a:cs typeface="Arial"/>
              </a:defRPr>
            </a:lvl1pPr>
            <a:lvl2pPr algn="l">
              <a:defRPr sz="1050" b="1">
                <a:solidFill>
                  <a:srgbClr val="F7F5FA"/>
                </a:solidFill>
                <a:latin typeface="Arial"/>
                <a:ea typeface="Arial"/>
                <a:cs typeface="Arial"/>
              </a:defRPr>
            </a:lvl2pPr>
            <a:lvl3pPr algn="l">
              <a:defRPr sz="1050" b="1">
                <a:solidFill>
                  <a:srgbClr val="F7F5FA"/>
                </a:solidFill>
                <a:latin typeface="Arial"/>
                <a:ea typeface="Arial"/>
                <a:cs typeface="Arial"/>
              </a:defRPr>
            </a:lvl3pPr>
            <a:lvl4pPr algn="l">
              <a:defRPr sz="1050" b="1">
                <a:solidFill>
                  <a:srgbClr val="F7F5FA"/>
                </a:solidFill>
                <a:latin typeface="Arial"/>
                <a:ea typeface="Arial"/>
                <a:cs typeface="Arial"/>
              </a:defRPr>
            </a:lvl4pPr>
            <a:lvl5pPr algn="l">
              <a:defRPr sz="1050" b="1">
                <a:solidFill>
                  <a:srgbClr val="F7F5FA"/>
                </a:solidFill>
                <a:latin typeface="Arial"/>
                <a:ea typeface="Arial"/>
                <a:cs typeface="Arial"/>
              </a:defRPr>
            </a:lvl5pPr>
            <a:lvl6pPr algn="l">
              <a:defRPr sz="1050" b="1">
                <a:solidFill>
                  <a:srgbClr val="F7F5FA"/>
                </a:solidFill>
                <a:latin typeface="Arial"/>
                <a:ea typeface="Arial"/>
                <a:cs typeface="Arial"/>
              </a:defRPr>
            </a:lvl6pPr>
            <a:lvl7pPr algn="l">
              <a:defRPr sz="1050" b="1">
                <a:solidFill>
                  <a:srgbClr val="F7F5FA"/>
                </a:solidFill>
                <a:latin typeface="Arial"/>
                <a:ea typeface="Arial"/>
                <a:cs typeface="Arial"/>
              </a:defRPr>
            </a:lvl7pPr>
            <a:lvl8pPr algn="l">
              <a:defRPr sz="1050" b="1">
                <a:solidFill>
                  <a:srgbClr val="F7F5FA"/>
                </a:solidFill>
                <a:latin typeface="Arial"/>
                <a:ea typeface="Arial"/>
                <a:cs typeface="Arial"/>
              </a:defRPr>
            </a:lvl8pPr>
            <a:lvl9pPr algn="l">
              <a:defRPr sz="1050" b="1">
                <a:solidFill>
                  <a:srgbClr val="F7F5FA"/>
                </a:solidFill>
                <a:latin typeface="Arial"/>
                <a:ea typeface="Arial"/>
                <a:cs typeface="Arial"/>
              </a:defRPr>
            </a:lvl9pPr>
          </a:lstStyle>
          <a:p xmlns:a="http://schemas.openxmlformats.org/drawingml/2006/main">
            <a:pPr algn="l">
              <a:defRPr sz="1050" b="1">
                <a:solidFill>
                  <a:srgbClr val="F7F5FA"/>
                </a:solidFill>
                <a:latin typeface="Arial"/>
                <a:ea typeface="Arial"/>
                <a:cs typeface="Arial"/>
              </a:defRPr>
            </a:pPr>
            <a:r>
              <a:rPr sz="1050" b="1">
                <a:solidFill>
                  <a:srgbClr val="F7F5FA"/>
                </a:solidFill>
                <a:latin typeface="Arial"/>
                <a:ea typeface="Arial"/>
                <a:cs typeface="Arial"/>
              </a:rPr>
              <a:t>OWNER</a:t>
            </a:r>
          </a:p>
        </p:txBody>
      </p:sp>
      <p:sp>
        <p:nvSpPr>
          <p:cNvPr id="20" name="sentinel-body-3">
            <a:extLst xmlns:a="http://schemas.openxmlformats.org/drawingml/2006/main">
              <a:ext uri="{FF2B5EF4-FFF2-40B4-BE49-F238E27FC236}">
                <a16:creationId xmlns:a16="http://schemas.microsoft.com/office/drawing/2014/main" id="{BE1EFF97-9897-4ED0-BB80-70497024A900}"/>
              </a:ext>
            </a:extLst>
          </p:cNvPr>
          <p:cNvSpPr>
            <a:spLocks xmlns:a="http://schemas.openxmlformats.org/drawingml/2006/main" noGrp="1"/>
          </p:cNvSpPr>
          <p:nvPr/>
        </p:nvSpPr>
        <p:spPr>
          <a:xfrm xmlns:a="http://schemas.openxmlformats.org/drawingml/2006/main">
            <a:off x="7181850" y="3905250"/>
            <a:ext cx="1952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7F5FA"/>
                </a:solidFill>
                <a:latin typeface="Arial"/>
                <a:ea typeface="Arial"/>
                <a:cs typeface="Arial"/>
              </a:defRPr>
            </a:defPPr>
            <a:lvl1pPr algn="l">
              <a:defRPr sz="1575" b="1">
                <a:solidFill>
                  <a:srgbClr val="F7F5FA"/>
                </a:solidFill>
                <a:latin typeface="Arial"/>
                <a:ea typeface="Arial"/>
                <a:cs typeface="Arial"/>
              </a:defRPr>
            </a:lvl1pPr>
            <a:lvl2pPr algn="l">
              <a:defRPr sz="1575" b="1">
                <a:solidFill>
                  <a:srgbClr val="F7F5FA"/>
                </a:solidFill>
                <a:latin typeface="Arial"/>
                <a:ea typeface="Arial"/>
                <a:cs typeface="Arial"/>
              </a:defRPr>
            </a:lvl2pPr>
            <a:lvl3pPr algn="l">
              <a:defRPr sz="1575" b="1">
                <a:solidFill>
                  <a:srgbClr val="F7F5FA"/>
                </a:solidFill>
                <a:latin typeface="Arial"/>
                <a:ea typeface="Arial"/>
                <a:cs typeface="Arial"/>
              </a:defRPr>
            </a:lvl3pPr>
            <a:lvl4pPr algn="l">
              <a:defRPr sz="1575" b="1">
                <a:solidFill>
                  <a:srgbClr val="F7F5FA"/>
                </a:solidFill>
                <a:latin typeface="Arial"/>
                <a:ea typeface="Arial"/>
                <a:cs typeface="Arial"/>
              </a:defRPr>
            </a:lvl4pPr>
            <a:lvl5pPr algn="l">
              <a:defRPr sz="1575" b="1">
                <a:solidFill>
                  <a:srgbClr val="F7F5FA"/>
                </a:solidFill>
                <a:latin typeface="Arial"/>
                <a:ea typeface="Arial"/>
                <a:cs typeface="Arial"/>
              </a:defRPr>
            </a:lvl5pPr>
            <a:lvl6pPr algn="l">
              <a:defRPr sz="1575" b="1">
                <a:solidFill>
                  <a:srgbClr val="F7F5FA"/>
                </a:solidFill>
                <a:latin typeface="Arial"/>
                <a:ea typeface="Arial"/>
                <a:cs typeface="Arial"/>
              </a:defRPr>
            </a:lvl6pPr>
            <a:lvl7pPr algn="l">
              <a:defRPr sz="1575" b="1">
                <a:solidFill>
                  <a:srgbClr val="F7F5FA"/>
                </a:solidFill>
                <a:latin typeface="Arial"/>
                <a:ea typeface="Arial"/>
                <a:cs typeface="Arial"/>
              </a:defRPr>
            </a:lvl7pPr>
            <a:lvl8pPr algn="l">
              <a:defRPr sz="1575" b="1">
                <a:solidFill>
                  <a:srgbClr val="F7F5FA"/>
                </a:solidFill>
                <a:latin typeface="Arial"/>
                <a:ea typeface="Arial"/>
                <a:cs typeface="Arial"/>
              </a:defRPr>
            </a:lvl8pPr>
            <a:lvl9pPr algn="l">
              <a:defRPr sz="1575" b="1">
                <a:solidFill>
                  <a:srgbClr val="F7F5FA"/>
                </a:solidFill>
                <a:latin typeface="Arial"/>
                <a:ea typeface="Arial"/>
                <a:cs typeface="Arial"/>
              </a:defRPr>
            </a:lvl9pPr>
          </a:lstStyle>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Separate signed</a:t>
            </a:r>
          </a:p>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compute quote</a:t>
            </a:r>
          </a:p>
        </p:txBody>
      </p:sp>
      <p:sp>
        <p:nvSpPr>
          <p:cNvPr id="21" name="sentinel-step-dot-4">
            <a:extLst xmlns:a="http://schemas.openxmlformats.org/drawingml/2006/main">
              <a:ext uri="{FF2B5EF4-FFF2-40B4-BE49-F238E27FC236}">
                <a16:creationId xmlns:a16="http://schemas.microsoft.com/office/drawing/2014/main" id="{76A23F96-5CC8-463D-9CE2-A40E49CA896B}"/>
              </a:ext>
            </a:extLst>
          </p:cNvPr>
          <p:cNvSpPr>
            <a:spLocks xmlns:a="http://schemas.openxmlformats.org/drawingml/2006/main" noGrp="1"/>
          </p:cNvSpPr>
          <p:nvPr/>
        </p:nvSpPr>
        <p:spPr>
          <a:xfrm xmlns:a="http://schemas.openxmlformats.org/drawingml/2006/main">
            <a:off x="9315450" y="3076575"/>
            <a:ext cx="228600" cy="228600"/>
          </a:xfrm>
          <a:prstGeom xmlns:a="http://schemas.openxmlformats.org/drawingml/2006/main" prst="ellipse">
            <a:avLst/>
          </a:prstGeom>
          <a:solidFill xmlns:a="http://schemas.openxmlformats.org/drawingml/2006/main">
            <a:srgbClr val="62DDB0"/>
          </a:solidFill>
          <a:ln xmlns:a="http://schemas.openxmlformats.org/drawingml/2006/main" w="0">
            <a:noFill/>
            <a:prstDash val="solid"/>
          </a:ln>
        </p:spPr>
      </p:sp>
      <p:sp>
        <p:nvSpPr>
          <p:cNvPr id="22" name="sentinel-tag-4">
            <a:extLst xmlns:a="http://schemas.openxmlformats.org/drawingml/2006/main">
              <a:ext uri="{FF2B5EF4-FFF2-40B4-BE49-F238E27FC236}">
                <a16:creationId xmlns:a16="http://schemas.microsoft.com/office/drawing/2014/main" id="{D1D50583-4D18-4C1C-A948-112572C63D64}"/>
              </a:ext>
            </a:extLst>
          </p:cNvPr>
          <p:cNvSpPr>
            <a:spLocks xmlns:a="http://schemas.openxmlformats.org/drawingml/2006/main" noGrp="1"/>
          </p:cNvSpPr>
          <p:nvPr/>
        </p:nvSpPr>
        <p:spPr>
          <a:xfrm xmlns:a="http://schemas.openxmlformats.org/drawingml/2006/main">
            <a:off x="9315450" y="353377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2DDB0"/>
                </a:solidFill>
                <a:latin typeface="Arial"/>
                <a:ea typeface="Arial"/>
                <a:cs typeface="Arial"/>
              </a:defRPr>
            </a:defPPr>
            <a:lvl1pPr algn="l">
              <a:defRPr sz="1050" b="1">
                <a:solidFill>
                  <a:srgbClr val="62DDB0"/>
                </a:solidFill>
                <a:latin typeface="Arial"/>
                <a:ea typeface="Arial"/>
                <a:cs typeface="Arial"/>
              </a:defRPr>
            </a:lvl1pPr>
            <a:lvl2pPr algn="l">
              <a:defRPr sz="1050" b="1">
                <a:solidFill>
                  <a:srgbClr val="62DDB0"/>
                </a:solidFill>
                <a:latin typeface="Arial"/>
                <a:ea typeface="Arial"/>
                <a:cs typeface="Arial"/>
              </a:defRPr>
            </a:lvl2pPr>
            <a:lvl3pPr algn="l">
              <a:defRPr sz="1050" b="1">
                <a:solidFill>
                  <a:srgbClr val="62DDB0"/>
                </a:solidFill>
                <a:latin typeface="Arial"/>
                <a:ea typeface="Arial"/>
                <a:cs typeface="Arial"/>
              </a:defRPr>
            </a:lvl3pPr>
            <a:lvl4pPr algn="l">
              <a:defRPr sz="1050" b="1">
                <a:solidFill>
                  <a:srgbClr val="62DDB0"/>
                </a:solidFill>
                <a:latin typeface="Arial"/>
                <a:ea typeface="Arial"/>
                <a:cs typeface="Arial"/>
              </a:defRPr>
            </a:lvl4pPr>
            <a:lvl5pPr algn="l">
              <a:defRPr sz="1050" b="1">
                <a:solidFill>
                  <a:srgbClr val="62DDB0"/>
                </a:solidFill>
                <a:latin typeface="Arial"/>
                <a:ea typeface="Arial"/>
                <a:cs typeface="Arial"/>
              </a:defRPr>
            </a:lvl5pPr>
            <a:lvl6pPr algn="l">
              <a:defRPr sz="1050" b="1">
                <a:solidFill>
                  <a:srgbClr val="62DDB0"/>
                </a:solidFill>
                <a:latin typeface="Arial"/>
                <a:ea typeface="Arial"/>
                <a:cs typeface="Arial"/>
              </a:defRPr>
            </a:lvl6pPr>
            <a:lvl7pPr algn="l">
              <a:defRPr sz="1050" b="1">
                <a:solidFill>
                  <a:srgbClr val="62DDB0"/>
                </a:solidFill>
                <a:latin typeface="Arial"/>
                <a:ea typeface="Arial"/>
                <a:cs typeface="Arial"/>
              </a:defRPr>
            </a:lvl7pPr>
            <a:lvl8pPr algn="l">
              <a:defRPr sz="1050" b="1">
                <a:solidFill>
                  <a:srgbClr val="62DDB0"/>
                </a:solidFill>
                <a:latin typeface="Arial"/>
                <a:ea typeface="Arial"/>
                <a:cs typeface="Arial"/>
              </a:defRPr>
            </a:lvl8pPr>
            <a:lvl9pPr algn="l">
              <a:defRPr sz="1050" b="1">
                <a:solidFill>
                  <a:srgbClr val="62DDB0"/>
                </a:solidFill>
                <a:latin typeface="Arial"/>
                <a:ea typeface="Arial"/>
                <a:cs typeface="Arial"/>
              </a:defRPr>
            </a:lvl9pPr>
          </a:lstStyle>
          <a:p xmlns:a="http://schemas.openxmlformats.org/drawingml/2006/main">
            <a:pPr algn="l">
              <a:defRPr sz="1050" b="1">
                <a:solidFill>
                  <a:srgbClr val="62DDB0"/>
                </a:solidFill>
                <a:latin typeface="Arial"/>
                <a:ea typeface="Arial"/>
                <a:cs typeface="Arial"/>
              </a:defRPr>
            </a:pPr>
            <a:r>
              <a:rPr sz="1050" b="1">
                <a:solidFill>
                  <a:srgbClr val="62DDB0"/>
                </a:solidFill>
                <a:latin typeface="Arial"/>
                <a:ea typeface="Arial"/>
                <a:cs typeface="Arial"/>
              </a:rPr>
              <a:t>WORKER</a:t>
            </a:r>
          </a:p>
        </p:txBody>
      </p:sp>
      <p:sp>
        <p:nvSpPr>
          <p:cNvPr id="23" name="sentinel-body-4">
            <a:extLst xmlns:a="http://schemas.openxmlformats.org/drawingml/2006/main">
              <a:ext uri="{FF2B5EF4-FFF2-40B4-BE49-F238E27FC236}">
                <a16:creationId xmlns:a16="http://schemas.microsoft.com/office/drawing/2014/main" id="{4469201E-2800-4D7F-BA05-A16BBDED8247}"/>
              </a:ext>
            </a:extLst>
          </p:cNvPr>
          <p:cNvSpPr>
            <a:spLocks xmlns:a="http://schemas.openxmlformats.org/drawingml/2006/main" noGrp="1"/>
          </p:cNvSpPr>
          <p:nvPr/>
        </p:nvSpPr>
        <p:spPr>
          <a:xfrm xmlns:a="http://schemas.openxmlformats.org/drawingml/2006/main">
            <a:off x="9315450" y="3905250"/>
            <a:ext cx="1952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7F5FA"/>
                </a:solidFill>
                <a:latin typeface="Arial"/>
                <a:ea typeface="Arial"/>
                <a:cs typeface="Arial"/>
              </a:defRPr>
            </a:defPPr>
            <a:lvl1pPr algn="l">
              <a:defRPr sz="1575" b="1">
                <a:solidFill>
                  <a:srgbClr val="F7F5FA"/>
                </a:solidFill>
                <a:latin typeface="Arial"/>
                <a:ea typeface="Arial"/>
                <a:cs typeface="Arial"/>
              </a:defRPr>
            </a:lvl1pPr>
            <a:lvl2pPr algn="l">
              <a:defRPr sz="1575" b="1">
                <a:solidFill>
                  <a:srgbClr val="F7F5FA"/>
                </a:solidFill>
                <a:latin typeface="Arial"/>
                <a:ea typeface="Arial"/>
                <a:cs typeface="Arial"/>
              </a:defRPr>
            </a:lvl2pPr>
            <a:lvl3pPr algn="l">
              <a:defRPr sz="1575" b="1">
                <a:solidFill>
                  <a:srgbClr val="F7F5FA"/>
                </a:solidFill>
                <a:latin typeface="Arial"/>
                <a:ea typeface="Arial"/>
                <a:cs typeface="Arial"/>
              </a:defRPr>
            </a:lvl3pPr>
            <a:lvl4pPr algn="l">
              <a:defRPr sz="1575" b="1">
                <a:solidFill>
                  <a:srgbClr val="F7F5FA"/>
                </a:solidFill>
                <a:latin typeface="Arial"/>
                <a:ea typeface="Arial"/>
                <a:cs typeface="Arial"/>
              </a:defRPr>
            </a:lvl4pPr>
            <a:lvl5pPr algn="l">
              <a:defRPr sz="1575" b="1">
                <a:solidFill>
                  <a:srgbClr val="F7F5FA"/>
                </a:solidFill>
                <a:latin typeface="Arial"/>
                <a:ea typeface="Arial"/>
                <a:cs typeface="Arial"/>
              </a:defRPr>
            </a:lvl5pPr>
            <a:lvl6pPr algn="l">
              <a:defRPr sz="1575" b="1">
                <a:solidFill>
                  <a:srgbClr val="F7F5FA"/>
                </a:solidFill>
                <a:latin typeface="Arial"/>
                <a:ea typeface="Arial"/>
                <a:cs typeface="Arial"/>
              </a:defRPr>
            </a:lvl6pPr>
            <a:lvl7pPr algn="l">
              <a:defRPr sz="1575" b="1">
                <a:solidFill>
                  <a:srgbClr val="F7F5FA"/>
                </a:solidFill>
                <a:latin typeface="Arial"/>
                <a:ea typeface="Arial"/>
                <a:cs typeface="Arial"/>
              </a:defRPr>
            </a:lvl7pPr>
            <a:lvl8pPr algn="l">
              <a:defRPr sz="1575" b="1">
                <a:solidFill>
                  <a:srgbClr val="F7F5FA"/>
                </a:solidFill>
                <a:latin typeface="Arial"/>
                <a:ea typeface="Arial"/>
                <a:cs typeface="Arial"/>
              </a:defRPr>
            </a:lvl8pPr>
            <a:lvl9pPr algn="l">
              <a:defRPr sz="1575" b="1">
                <a:solidFill>
                  <a:srgbClr val="F7F5FA"/>
                </a:solidFill>
                <a:latin typeface="Arial"/>
                <a:ea typeface="Arial"/>
                <a:cs typeface="Arial"/>
              </a:defRPr>
            </a:lvl9pPr>
          </a:lstStyle>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CPU run +</a:t>
            </a:r>
          </a:p>
          <a:p xmlns:a="http://schemas.openxmlformats.org/drawingml/2006/main">
            <a:pPr algn="l">
              <a:defRPr sz="1575" b="1">
                <a:solidFill>
                  <a:srgbClr val="F7F5FA"/>
                </a:solidFill>
                <a:latin typeface="Arial"/>
                <a:ea typeface="Arial"/>
                <a:cs typeface="Arial"/>
              </a:defRPr>
            </a:pPr>
            <a:r>
              <a:rPr sz="1575" b="1">
                <a:solidFill>
                  <a:srgbClr val="F7F5FA"/>
                </a:solidFill>
                <a:latin typeface="Arial"/>
                <a:ea typeface="Arial"/>
                <a:cs typeface="Arial"/>
              </a:rPr>
              <a:t>file hashes</a:t>
            </a:r>
          </a:p>
        </p:txBody>
      </p:sp>
      <p:sp>
        <p:nvSpPr>
          <p:cNvPr id="24" name="authority-divider">
            <a:extLst xmlns:a="http://schemas.openxmlformats.org/drawingml/2006/main">
              <a:ext uri="{FF2B5EF4-FFF2-40B4-BE49-F238E27FC236}">
                <a16:creationId xmlns:a16="http://schemas.microsoft.com/office/drawing/2014/main" id="{7E75D92D-F60F-4179-A21A-1ACDC1B56D88}"/>
              </a:ext>
            </a:extLst>
          </p:cNvPr>
          <p:cNvSpPr>
            <a:spLocks xmlns:a="http://schemas.openxmlformats.org/drawingml/2006/main" noGrp="1"/>
          </p:cNvSpPr>
          <p:nvPr/>
        </p:nvSpPr>
        <p:spPr>
          <a:xfrm xmlns:a="http://schemas.openxmlformats.org/drawingml/2006/main">
            <a:off x="762000" y="5172075"/>
            <a:ext cx="106680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25" name="advisory">
            <a:extLst xmlns:a="http://schemas.openxmlformats.org/drawingml/2006/main">
              <a:ext uri="{FF2B5EF4-FFF2-40B4-BE49-F238E27FC236}">
                <a16:creationId xmlns:a16="http://schemas.microsoft.com/office/drawing/2014/main" id="{FA48C950-95F5-435D-ACC2-D371BBAB6FCC}"/>
              </a:ext>
            </a:extLst>
          </p:cNvPr>
          <p:cNvSpPr>
            <a:spLocks xmlns:a="http://schemas.openxmlformats.org/drawingml/2006/main" noGrp="1"/>
          </p:cNvSpPr>
          <p:nvPr/>
        </p:nvSpPr>
        <p:spPr>
          <a:xfrm xmlns:a="http://schemas.openxmlformats.org/drawingml/2006/main">
            <a:off x="781050" y="5467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82E5F4"/>
                </a:solidFill>
                <a:latin typeface="Arial"/>
                <a:ea typeface="Arial"/>
                <a:cs typeface="Arial"/>
              </a:defRPr>
            </a:defPPr>
            <a:lvl1pPr algn="l">
              <a:defRPr sz="1425" b="1">
                <a:solidFill>
                  <a:srgbClr val="82E5F4"/>
                </a:solidFill>
                <a:latin typeface="Arial"/>
                <a:ea typeface="Arial"/>
                <a:cs typeface="Arial"/>
              </a:defRPr>
            </a:lvl1pPr>
            <a:lvl2pPr algn="l">
              <a:defRPr sz="1425" b="1">
                <a:solidFill>
                  <a:srgbClr val="82E5F4"/>
                </a:solidFill>
                <a:latin typeface="Arial"/>
                <a:ea typeface="Arial"/>
                <a:cs typeface="Arial"/>
              </a:defRPr>
            </a:lvl2pPr>
            <a:lvl3pPr algn="l">
              <a:defRPr sz="1425" b="1">
                <a:solidFill>
                  <a:srgbClr val="82E5F4"/>
                </a:solidFill>
                <a:latin typeface="Arial"/>
                <a:ea typeface="Arial"/>
                <a:cs typeface="Arial"/>
              </a:defRPr>
            </a:lvl3pPr>
            <a:lvl4pPr algn="l">
              <a:defRPr sz="1425" b="1">
                <a:solidFill>
                  <a:srgbClr val="82E5F4"/>
                </a:solidFill>
                <a:latin typeface="Arial"/>
                <a:ea typeface="Arial"/>
                <a:cs typeface="Arial"/>
              </a:defRPr>
            </a:lvl4pPr>
            <a:lvl5pPr algn="l">
              <a:defRPr sz="1425" b="1">
                <a:solidFill>
                  <a:srgbClr val="82E5F4"/>
                </a:solidFill>
                <a:latin typeface="Arial"/>
                <a:ea typeface="Arial"/>
                <a:cs typeface="Arial"/>
              </a:defRPr>
            </a:lvl5pPr>
            <a:lvl6pPr algn="l">
              <a:defRPr sz="1425" b="1">
                <a:solidFill>
                  <a:srgbClr val="82E5F4"/>
                </a:solidFill>
                <a:latin typeface="Arial"/>
                <a:ea typeface="Arial"/>
                <a:cs typeface="Arial"/>
              </a:defRPr>
            </a:lvl6pPr>
            <a:lvl7pPr algn="l">
              <a:defRPr sz="1425" b="1">
                <a:solidFill>
                  <a:srgbClr val="82E5F4"/>
                </a:solidFill>
                <a:latin typeface="Arial"/>
                <a:ea typeface="Arial"/>
                <a:cs typeface="Arial"/>
              </a:defRPr>
            </a:lvl7pPr>
            <a:lvl8pPr algn="l">
              <a:defRPr sz="1425" b="1">
                <a:solidFill>
                  <a:srgbClr val="82E5F4"/>
                </a:solidFill>
                <a:latin typeface="Arial"/>
                <a:ea typeface="Arial"/>
                <a:cs typeface="Arial"/>
              </a:defRPr>
            </a:lvl8pPr>
            <a:lvl9pPr algn="l">
              <a:defRPr sz="1425" b="1">
                <a:solidFill>
                  <a:srgbClr val="82E5F4"/>
                </a:solidFill>
                <a:latin typeface="Arial"/>
                <a:ea typeface="Arial"/>
                <a:cs typeface="Arial"/>
              </a:defRPr>
            </a:lvl9pPr>
          </a:lstStyle>
          <a:p xmlns:a="http://schemas.openxmlformats.org/drawingml/2006/main">
            <a:pPr algn="l">
              <a:defRPr sz="1425" b="1">
                <a:solidFill>
                  <a:srgbClr val="82E5F4"/>
                </a:solidFill>
                <a:latin typeface="Arial"/>
                <a:ea typeface="Arial"/>
                <a:cs typeface="Arial"/>
              </a:defRPr>
            </a:pPr>
            <a:r>
              <a:rPr sz="1425" b="1">
                <a:solidFill>
                  <a:srgbClr val="82E5F4"/>
                </a:solidFill>
                <a:latin typeface="Arial"/>
                <a:ea typeface="Arial"/>
                <a:cs typeface="Arial"/>
              </a:rPr>
              <a:t>REVIEW INFORMS</a:t>
            </a:r>
          </a:p>
        </p:txBody>
      </p:sp>
      <p:sp>
        <p:nvSpPr>
          <p:cNvPr id="26" name="approval">
            <a:extLst xmlns:a="http://schemas.openxmlformats.org/drawingml/2006/main">
              <a:ext uri="{FF2B5EF4-FFF2-40B4-BE49-F238E27FC236}">
                <a16:creationId xmlns:a16="http://schemas.microsoft.com/office/drawing/2014/main" id="{03C4CFEF-B661-4D23-B044-AD780A40E881}"/>
              </a:ext>
            </a:extLst>
          </p:cNvPr>
          <p:cNvSpPr>
            <a:spLocks xmlns:a="http://schemas.openxmlformats.org/drawingml/2006/main" noGrp="1"/>
          </p:cNvSpPr>
          <p:nvPr/>
        </p:nvSpPr>
        <p:spPr>
          <a:xfrm xmlns:a="http://schemas.openxmlformats.org/drawingml/2006/main">
            <a:off x="4876800" y="5467350"/>
            <a:ext cx="652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C8B2FF"/>
                </a:solidFill>
                <a:latin typeface="Arial"/>
                <a:ea typeface="Arial"/>
                <a:cs typeface="Arial"/>
              </a:defRPr>
            </a:defPPr>
            <a:lvl1pPr algn="l">
              <a:defRPr sz="1425" b="1">
                <a:solidFill>
                  <a:srgbClr val="C8B2FF"/>
                </a:solidFill>
                <a:latin typeface="Arial"/>
                <a:ea typeface="Arial"/>
                <a:cs typeface="Arial"/>
              </a:defRPr>
            </a:lvl1pPr>
            <a:lvl2pPr algn="l">
              <a:defRPr sz="1425" b="1">
                <a:solidFill>
                  <a:srgbClr val="C8B2FF"/>
                </a:solidFill>
                <a:latin typeface="Arial"/>
                <a:ea typeface="Arial"/>
                <a:cs typeface="Arial"/>
              </a:defRPr>
            </a:lvl2pPr>
            <a:lvl3pPr algn="l">
              <a:defRPr sz="1425" b="1">
                <a:solidFill>
                  <a:srgbClr val="C8B2FF"/>
                </a:solidFill>
                <a:latin typeface="Arial"/>
                <a:ea typeface="Arial"/>
                <a:cs typeface="Arial"/>
              </a:defRPr>
            </a:lvl3pPr>
            <a:lvl4pPr algn="l">
              <a:defRPr sz="1425" b="1">
                <a:solidFill>
                  <a:srgbClr val="C8B2FF"/>
                </a:solidFill>
                <a:latin typeface="Arial"/>
                <a:ea typeface="Arial"/>
                <a:cs typeface="Arial"/>
              </a:defRPr>
            </a:lvl4pPr>
            <a:lvl5pPr algn="l">
              <a:defRPr sz="1425" b="1">
                <a:solidFill>
                  <a:srgbClr val="C8B2FF"/>
                </a:solidFill>
                <a:latin typeface="Arial"/>
                <a:ea typeface="Arial"/>
                <a:cs typeface="Arial"/>
              </a:defRPr>
            </a:lvl5pPr>
            <a:lvl6pPr algn="l">
              <a:defRPr sz="1425" b="1">
                <a:solidFill>
                  <a:srgbClr val="C8B2FF"/>
                </a:solidFill>
                <a:latin typeface="Arial"/>
                <a:ea typeface="Arial"/>
                <a:cs typeface="Arial"/>
              </a:defRPr>
            </a:lvl6pPr>
            <a:lvl7pPr algn="l">
              <a:defRPr sz="1425" b="1">
                <a:solidFill>
                  <a:srgbClr val="C8B2FF"/>
                </a:solidFill>
                <a:latin typeface="Arial"/>
                <a:ea typeface="Arial"/>
                <a:cs typeface="Arial"/>
              </a:defRPr>
            </a:lvl7pPr>
            <a:lvl8pPr algn="l">
              <a:defRPr sz="1425" b="1">
                <a:solidFill>
                  <a:srgbClr val="C8B2FF"/>
                </a:solidFill>
                <a:latin typeface="Arial"/>
                <a:ea typeface="Arial"/>
                <a:cs typeface="Arial"/>
              </a:defRPr>
            </a:lvl8pPr>
            <a:lvl9pPr algn="l">
              <a:defRPr sz="1425" b="1">
                <a:solidFill>
                  <a:srgbClr val="C8B2FF"/>
                </a:solidFill>
                <a:latin typeface="Arial"/>
                <a:ea typeface="Arial"/>
                <a:cs typeface="Arial"/>
              </a:defRPr>
            </a:lvl9pPr>
          </a:lstStyle>
          <a:p xmlns:a="http://schemas.openxmlformats.org/drawingml/2006/main">
            <a:pPr algn="l">
              <a:defRPr sz="1425" b="1">
                <a:solidFill>
                  <a:srgbClr val="C8B2FF"/>
                </a:solidFill>
                <a:latin typeface="Arial"/>
                <a:ea typeface="Arial"/>
                <a:cs typeface="Arial"/>
              </a:defRPr>
            </a:pPr>
            <a:r>
              <a:rPr sz="1425" b="1">
                <a:solidFill>
                  <a:srgbClr val="C8B2FF"/>
                </a:solidFill>
                <a:latin typeface="Arial"/>
                <a:ea typeface="Arial"/>
                <a:cs typeface="Arial"/>
              </a:rPr>
              <a:t>OWNER SIGNATURE AUTHORIZES EXECUTION</a:t>
            </a:r>
          </a:p>
        </p:txBody>
      </p:sp>
    </p:spTree>
    <p:extLst>
      <p:ext uri="{BB962C8B-B14F-4D97-AF65-F5344CB8AC3E}">
        <p14:creationId xmlns:p14="http://schemas.microsoft.com/office/powerpoint/2010/main" val="2122937621"/>
      </p:ext>
    </p:extLst>
  </p:cSld>
</p:sld>
</file>

<file path=ppt/slides/slide6.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756C73D8-1A68-4D5E-B049-562CD42456B1}"/>
              </a:ext>
            </a:extLst>
          </p:cNvPr>
          <p:cNvPicPr>
            <a:picLocks xmlns:a="http://schemas.openxmlformats.org/drawingml/2006/main" noChangeAspect="1"/>
          </p:cNvPicPr>
          <p:nvPr/>
        </p:nvPicPr>
        <p:blipFill>
          <a:blip xmlns:r="http://schemas.openxmlformats.org/officeDocument/2006/relationships" xmlns:a="http://schemas.openxmlformats.org/drawingml/2006/main" r:embed="R4d217accd3894442"/>
          <a:stretch xmlns:a="http://schemas.openxmlformats.org/drawingml/2006/main"/>
        </p:blipFill>
        <p:spPr>
          <a:xfrm xmlns:a="http://schemas.openxmlformats.org/drawingml/2006/main">
            <a:off x="685800" y="352425"/>
            <a:ext cx="295275" cy="2952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8D7736F6-F5B3-4A4A-AD35-70CB0575ACAB}"/>
              </a:ext>
            </a:extLst>
          </p:cNvPr>
          <p:cNvSpPr>
            <a:spLocks xmlns:a="http://schemas.openxmlformats.org/drawingml/2006/main" noGrp="1"/>
          </p:cNvSpPr>
          <p:nvPr/>
        </p:nvSpPr>
        <p:spPr>
          <a:xfrm xmlns:a="http://schemas.openxmlformats.org/drawingml/2006/main">
            <a:off x="1085850" y="371475"/>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7F5FA"/>
                </a:solidFill>
                <a:latin typeface="Arial"/>
                <a:ea typeface="Arial"/>
                <a:cs typeface="Arial"/>
              </a:defRPr>
            </a:defPPr>
            <a:lvl1pPr algn="l">
              <a:defRPr sz="1125" b="1">
                <a:solidFill>
                  <a:srgbClr val="F7F5FA"/>
                </a:solidFill>
                <a:latin typeface="Arial"/>
                <a:ea typeface="Arial"/>
                <a:cs typeface="Arial"/>
              </a:defRPr>
            </a:lvl1pPr>
            <a:lvl2pPr algn="l">
              <a:defRPr sz="1125" b="1">
                <a:solidFill>
                  <a:srgbClr val="F7F5FA"/>
                </a:solidFill>
                <a:latin typeface="Arial"/>
                <a:ea typeface="Arial"/>
                <a:cs typeface="Arial"/>
              </a:defRPr>
            </a:lvl2pPr>
            <a:lvl3pPr algn="l">
              <a:defRPr sz="1125" b="1">
                <a:solidFill>
                  <a:srgbClr val="F7F5FA"/>
                </a:solidFill>
                <a:latin typeface="Arial"/>
                <a:ea typeface="Arial"/>
                <a:cs typeface="Arial"/>
              </a:defRPr>
            </a:lvl3pPr>
            <a:lvl4pPr algn="l">
              <a:defRPr sz="1125" b="1">
                <a:solidFill>
                  <a:srgbClr val="F7F5FA"/>
                </a:solidFill>
                <a:latin typeface="Arial"/>
                <a:ea typeface="Arial"/>
                <a:cs typeface="Arial"/>
              </a:defRPr>
            </a:lvl4pPr>
            <a:lvl5pPr algn="l">
              <a:defRPr sz="1125" b="1">
                <a:solidFill>
                  <a:srgbClr val="F7F5FA"/>
                </a:solidFill>
                <a:latin typeface="Arial"/>
                <a:ea typeface="Arial"/>
                <a:cs typeface="Arial"/>
              </a:defRPr>
            </a:lvl5pPr>
            <a:lvl6pPr algn="l">
              <a:defRPr sz="1125" b="1">
                <a:solidFill>
                  <a:srgbClr val="F7F5FA"/>
                </a:solidFill>
                <a:latin typeface="Arial"/>
                <a:ea typeface="Arial"/>
                <a:cs typeface="Arial"/>
              </a:defRPr>
            </a:lvl6pPr>
            <a:lvl7pPr algn="l">
              <a:defRPr sz="1125" b="1">
                <a:solidFill>
                  <a:srgbClr val="F7F5FA"/>
                </a:solidFill>
                <a:latin typeface="Arial"/>
                <a:ea typeface="Arial"/>
                <a:cs typeface="Arial"/>
              </a:defRPr>
            </a:lvl7pPr>
            <a:lvl8pPr algn="l">
              <a:defRPr sz="1125" b="1">
                <a:solidFill>
                  <a:srgbClr val="F7F5FA"/>
                </a:solidFill>
                <a:latin typeface="Arial"/>
                <a:ea typeface="Arial"/>
                <a:cs typeface="Arial"/>
              </a:defRPr>
            </a:lvl8pPr>
            <a:lvl9pPr algn="l">
              <a:defRPr sz="1125" b="1">
                <a:solidFill>
                  <a:srgbClr val="F7F5FA"/>
                </a:solidFill>
                <a:latin typeface="Arial"/>
                <a:ea typeface="Arial"/>
                <a:cs typeface="Arial"/>
              </a:defRPr>
            </a:lvl9pPr>
          </a:lstStyle>
          <a:p xmlns:a="http://schemas.openxmlformats.org/drawingml/2006/main">
            <a:pPr algn="l">
              <a:defRPr sz="1125" b="1">
                <a:solidFill>
                  <a:srgbClr val="F7F5FA"/>
                </a:solidFill>
                <a:latin typeface="Arial"/>
                <a:ea typeface="Arial"/>
                <a:cs typeface="Arial"/>
              </a:defRPr>
            </a:pPr>
            <a:r>
              <a:rPr sz="1125" b="1">
                <a:solidFill>
                  <a:srgbClr val="F7F5FA"/>
                </a:solidFill>
                <a:latin typeface="Arial"/>
                <a:ea typeface="Arial"/>
                <a:cs typeface="Arial"/>
              </a:rPr>
              <a:t>APERTURE</a:t>
            </a:r>
          </a:p>
        </p:txBody>
      </p:sp>
      <p:sp>
        <p:nvSpPr>
          <p:cNvPr id="3" name="chapter">
            <a:extLst xmlns:a="http://schemas.openxmlformats.org/drawingml/2006/main">
              <a:ext uri="{FF2B5EF4-FFF2-40B4-BE49-F238E27FC236}">
                <a16:creationId xmlns:a16="http://schemas.microsoft.com/office/drawing/2014/main" id="{CC93DE3B-E5C5-4267-A8B4-98103E18F2A1}"/>
              </a:ext>
            </a:extLst>
          </p:cNvPr>
          <p:cNvSpPr>
            <a:spLocks xmlns:a="http://schemas.openxmlformats.org/drawingml/2006/main" noGrp="1"/>
          </p:cNvSpPr>
          <p:nvPr/>
        </p:nvSpPr>
        <p:spPr>
          <a:xfrm xmlns:a="http://schemas.openxmlformats.org/drawingml/2006/main">
            <a:off x="8334375" y="371475"/>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97282"/>
                </a:solidFill>
                <a:latin typeface="Arial"/>
                <a:ea typeface="Arial"/>
                <a:cs typeface="Arial"/>
              </a:defRPr>
            </a:defPPr>
            <a:lvl1pPr algn="r">
              <a:defRPr sz="975" b="1">
                <a:solidFill>
                  <a:srgbClr val="797282"/>
                </a:solidFill>
                <a:latin typeface="Arial"/>
                <a:ea typeface="Arial"/>
                <a:cs typeface="Arial"/>
              </a:defRPr>
            </a:lvl1pPr>
            <a:lvl2pPr algn="r">
              <a:defRPr sz="975" b="1">
                <a:solidFill>
                  <a:srgbClr val="797282"/>
                </a:solidFill>
                <a:latin typeface="Arial"/>
                <a:ea typeface="Arial"/>
                <a:cs typeface="Arial"/>
              </a:defRPr>
            </a:lvl2pPr>
            <a:lvl3pPr algn="r">
              <a:defRPr sz="975" b="1">
                <a:solidFill>
                  <a:srgbClr val="797282"/>
                </a:solidFill>
                <a:latin typeface="Arial"/>
                <a:ea typeface="Arial"/>
                <a:cs typeface="Arial"/>
              </a:defRPr>
            </a:lvl3pPr>
            <a:lvl4pPr algn="r">
              <a:defRPr sz="975" b="1">
                <a:solidFill>
                  <a:srgbClr val="797282"/>
                </a:solidFill>
                <a:latin typeface="Arial"/>
                <a:ea typeface="Arial"/>
                <a:cs typeface="Arial"/>
              </a:defRPr>
            </a:lvl4pPr>
            <a:lvl5pPr algn="r">
              <a:defRPr sz="975" b="1">
                <a:solidFill>
                  <a:srgbClr val="797282"/>
                </a:solidFill>
                <a:latin typeface="Arial"/>
                <a:ea typeface="Arial"/>
                <a:cs typeface="Arial"/>
              </a:defRPr>
            </a:lvl5pPr>
            <a:lvl6pPr algn="r">
              <a:defRPr sz="975" b="1">
                <a:solidFill>
                  <a:srgbClr val="797282"/>
                </a:solidFill>
                <a:latin typeface="Arial"/>
                <a:ea typeface="Arial"/>
                <a:cs typeface="Arial"/>
              </a:defRPr>
            </a:lvl6pPr>
            <a:lvl7pPr algn="r">
              <a:defRPr sz="975" b="1">
                <a:solidFill>
                  <a:srgbClr val="797282"/>
                </a:solidFill>
                <a:latin typeface="Arial"/>
                <a:ea typeface="Arial"/>
                <a:cs typeface="Arial"/>
              </a:defRPr>
            </a:lvl7pPr>
            <a:lvl8pPr algn="r">
              <a:defRPr sz="975" b="1">
                <a:solidFill>
                  <a:srgbClr val="797282"/>
                </a:solidFill>
                <a:latin typeface="Arial"/>
                <a:ea typeface="Arial"/>
                <a:cs typeface="Arial"/>
              </a:defRPr>
            </a:lvl8pPr>
            <a:lvl9pPr algn="r">
              <a:defRPr sz="975" b="1">
                <a:solidFill>
                  <a:srgbClr val="797282"/>
                </a:solidFill>
                <a:latin typeface="Arial"/>
                <a:ea typeface="Arial"/>
                <a:cs typeface="Arial"/>
              </a:defRPr>
            </a:lvl9pPr>
          </a:lstStyle>
          <a:p xmlns:a="http://schemas.openxmlformats.org/drawingml/2006/main">
            <a:pPr algn="r">
              <a:defRPr sz="975" b="1">
                <a:solidFill>
                  <a:srgbClr val="797282"/>
                </a:solidFill>
                <a:latin typeface="Arial"/>
                <a:ea typeface="Arial"/>
                <a:cs typeface="Arial"/>
              </a:defRPr>
            </a:pPr>
            <a:r>
              <a:rPr sz="975" b="1">
                <a:solidFill>
                  <a:srgbClr val="797282"/>
                </a:solidFill>
                <a:latin typeface="Arial"/>
                <a:ea typeface="Arial"/>
                <a:cs typeface="Arial"/>
              </a:rPr>
              <a:t>SOLANA SETTLEMENT</a:t>
            </a:r>
          </a:p>
        </p:txBody>
      </p:sp>
      <p:sp>
        <p:nvSpPr>
          <p:cNvPr id="4" name="footer-rule">
            <a:extLst xmlns:a="http://schemas.openxmlformats.org/drawingml/2006/main">
              <a:ext uri="{FF2B5EF4-FFF2-40B4-BE49-F238E27FC236}">
                <a16:creationId xmlns:a16="http://schemas.microsoft.com/office/drawing/2014/main" id="{7404547D-9594-4C4E-A0A4-C4D276FA42CD}"/>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5" name="folio">
            <a:extLst xmlns:a="http://schemas.openxmlformats.org/drawingml/2006/main">
              <a:ext uri="{FF2B5EF4-FFF2-40B4-BE49-F238E27FC236}">
                <a16:creationId xmlns:a16="http://schemas.microsoft.com/office/drawing/2014/main" id="{9ACA6FAD-F164-44F4-8977-BCAFD10243D8}"/>
              </a:ext>
            </a:extLst>
          </p:cNvPr>
          <p:cNvSpPr>
            <a:spLocks xmlns:a="http://schemas.openxmlformats.org/drawingml/2006/main" noGrp="1"/>
          </p:cNvSpPr>
          <p:nvPr/>
        </p:nvSpPr>
        <p:spPr>
          <a:xfrm xmlns:a="http://schemas.openxmlformats.org/drawingml/2006/main">
            <a:off x="10477500" y="65722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97282"/>
                </a:solidFill>
                <a:latin typeface="Arial"/>
                <a:ea typeface="Arial"/>
                <a:cs typeface="Arial"/>
              </a:defRPr>
            </a:defPPr>
            <a:lvl1pPr algn="r">
              <a:defRPr sz="900" b="0">
                <a:solidFill>
                  <a:srgbClr val="797282"/>
                </a:solidFill>
                <a:latin typeface="Arial"/>
                <a:ea typeface="Arial"/>
                <a:cs typeface="Arial"/>
              </a:defRPr>
            </a:lvl1pPr>
            <a:lvl2pPr algn="r">
              <a:defRPr sz="900" b="0">
                <a:solidFill>
                  <a:srgbClr val="797282"/>
                </a:solidFill>
                <a:latin typeface="Arial"/>
                <a:ea typeface="Arial"/>
                <a:cs typeface="Arial"/>
              </a:defRPr>
            </a:lvl2pPr>
            <a:lvl3pPr algn="r">
              <a:defRPr sz="900" b="0">
                <a:solidFill>
                  <a:srgbClr val="797282"/>
                </a:solidFill>
                <a:latin typeface="Arial"/>
                <a:ea typeface="Arial"/>
                <a:cs typeface="Arial"/>
              </a:defRPr>
            </a:lvl3pPr>
            <a:lvl4pPr algn="r">
              <a:defRPr sz="900" b="0">
                <a:solidFill>
                  <a:srgbClr val="797282"/>
                </a:solidFill>
                <a:latin typeface="Arial"/>
                <a:ea typeface="Arial"/>
                <a:cs typeface="Arial"/>
              </a:defRPr>
            </a:lvl4pPr>
            <a:lvl5pPr algn="r">
              <a:defRPr sz="900" b="0">
                <a:solidFill>
                  <a:srgbClr val="797282"/>
                </a:solidFill>
                <a:latin typeface="Arial"/>
                <a:ea typeface="Arial"/>
                <a:cs typeface="Arial"/>
              </a:defRPr>
            </a:lvl5pPr>
            <a:lvl6pPr algn="r">
              <a:defRPr sz="900" b="0">
                <a:solidFill>
                  <a:srgbClr val="797282"/>
                </a:solidFill>
                <a:latin typeface="Arial"/>
                <a:ea typeface="Arial"/>
                <a:cs typeface="Arial"/>
              </a:defRPr>
            </a:lvl6pPr>
            <a:lvl7pPr algn="r">
              <a:defRPr sz="900" b="0">
                <a:solidFill>
                  <a:srgbClr val="797282"/>
                </a:solidFill>
                <a:latin typeface="Arial"/>
                <a:ea typeface="Arial"/>
                <a:cs typeface="Arial"/>
              </a:defRPr>
            </a:lvl7pPr>
            <a:lvl8pPr algn="r">
              <a:defRPr sz="900" b="0">
                <a:solidFill>
                  <a:srgbClr val="797282"/>
                </a:solidFill>
                <a:latin typeface="Arial"/>
                <a:ea typeface="Arial"/>
                <a:cs typeface="Arial"/>
              </a:defRPr>
            </a:lvl8pPr>
            <a:lvl9pPr algn="r">
              <a:defRPr sz="900" b="0">
                <a:solidFill>
                  <a:srgbClr val="797282"/>
                </a:solidFill>
                <a:latin typeface="Arial"/>
                <a:ea typeface="Arial"/>
                <a:cs typeface="Arial"/>
              </a:defRPr>
            </a:lvl9pPr>
          </a:lstStyle>
          <a:p xmlns:a="http://schemas.openxmlformats.org/drawingml/2006/main">
            <a:pPr algn="r">
              <a:defRPr sz="900" b="0">
                <a:solidFill>
                  <a:srgbClr val="797282"/>
                </a:solidFill>
                <a:latin typeface="Arial"/>
                <a:ea typeface="Arial"/>
                <a:cs typeface="Arial"/>
              </a:defRPr>
            </a:pPr>
            <a:r>
              <a:rPr sz="900" b="0">
                <a:solidFill>
                  <a:srgbClr val="797282"/>
                </a:solidFill>
                <a:latin typeface="Arial"/>
                <a:ea typeface="Arial"/>
                <a:cs typeface="Arial"/>
              </a:rPr>
              <a:t>06 / 08</a:t>
            </a:r>
          </a:p>
        </p:txBody>
      </p:sp>
      <p:sp>
        <p:nvSpPr>
          <p:cNvPr id="6" name="slide-title">
            <a:extLst xmlns:a="http://schemas.openxmlformats.org/drawingml/2006/main">
              <a:ext uri="{FF2B5EF4-FFF2-40B4-BE49-F238E27FC236}">
                <a16:creationId xmlns:a16="http://schemas.microsoft.com/office/drawing/2014/main" id="{2574CFE7-B456-4FE3-942B-8E645D2C7D7D}"/>
              </a:ext>
            </a:extLst>
          </p:cNvPr>
          <p:cNvSpPr>
            <a:spLocks xmlns:a="http://schemas.openxmlformats.org/drawingml/2006/main" noGrp="1"/>
          </p:cNvSpPr>
          <p:nvPr/>
        </p:nvSpPr>
        <p:spPr>
          <a:xfrm xmlns:a="http://schemas.openxmlformats.org/drawingml/2006/main">
            <a:off x="685800" y="990600"/>
            <a:ext cx="1085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7F5FA"/>
                </a:solidFill>
                <a:latin typeface="Arial"/>
                <a:ea typeface="Arial"/>
                <a:cs typeface="Arial"/>
              </a:defRPr>
            </a:defPPr>
            <a:lvl1pPr algn="l">
              <a:defRPr sz="3600" b="1">
                <a:solidFill>
                  <a:srgbClr val="F7F5FA"/>
                </a:solidFill>
                <a:latin typeface="Arial"/>
                <a:ea typeface="Arial"/>
                <a:cs typeface="Arial"/>
              </a:defRPr>
            </a:lvl1pPr>
            <a:lvl2pPr algn="l">
              <a:defRPr sz="3600" b="1">
                <a:solidFill>
                  <a:srgbClr val="F7F5FA"/>
                </a:solidFill>
                <a:latin typeface="Arial"/>
                <a:ea typeface="Arial"/>
                <a:cs typeface="Arial"/>
              </a:defRPr>
            </a:lvl2pPr>
            <a:lvl3pPr algn="l">
              <a:defRPr sz="3600" b="1">
                <a:solidFill>
                  <a:srgbClr val="F7F5FA"/>
                </a:solidFill>
                <a:latin typeface="Arial"/>
                <a:ea typeface="Arial"/>
                <a:cs typeface="Arial"/>
              </a:defRPr>
            </a:lvl3pPr>
            <a:lvl4pPr algn="l">
              <a:defRPr sz="3600" b="1">
                <a:solidFill>
                  <a:srgbClr val="F7F5FA"/>
                </a:solidFill>
                <a:latin typeface="Arial"/>
                <a:ea typeface="Arial"/>
                <a:cs typeface="Arial"/>
              </a:defRPr>
            </a:lvl4pPr>
            <a:lvl5pPr algn="l">
              <a:defRPr sz="3600" b="1">
                <a:solidFill>
                  <a:srgbClr val="F7F5FA"/>
                </a:solidFill>
                <a:latin typeface="Arial"/>
                <a:ea typeface="Arial"/>
                <a:cs typeface="Arial"/>
              </a:defRPr>
            </a:lvl5pPr>
            <a:lvl6pPr algn="l">
              <a:defRPr sz="3600" b="1">
                <a:solidFill>
                  <a:srgbClr val="F7F5FA"/>
                </a:solidFill>
                <a:latin typeface="Arial"/>
                <a:ea typeface="Arial"/>
                <a:cs typeface="Arial"/>
              </a:defRPr>
            </a:lvl6pPr>
            <a:lvl7pPr algn="l">
              <a:defRPr sz="3600" b="1">
                <a:solidFill>
                  <a:srgbClr val="F7F5FA"/>
                </a:solidFill>
                <a:latin typeface="Arial"/>
                <a:ea typeface="Arial"/>
                <a:cs typeface="Arial"/>
              </a:defRPr>
            </a:lvl7pPr>
            <a:lvl8pPr algn="l">
              <a:defRPr sz="3600" b="1">
                <a:solidFill>
                  <a:srgbClr val="F7F5FA"/>
                </a:solidFill>
                <a:latin typeface="Arial"/>
                <a:ea typeface="Arial"/>
                <a:cs typeface="Arial"/>
              </a:defRPr>
            </a:lvl8pPr>
            <a:lvl9pPr algn="l">
              <a:defRPr sz="3600" b="1">
                <a:solidFill>
                  <a:srgbClr val="F7F5FA"/>
                </a:solidFill>
                <a:latin typeface="Arial"/>
                <a:ea typeface="Arial"/>
                <a:cs typeface="Arial"/>
              </a:defRPr>
            </a:lvl9pPr>
          </a:lstStyle>
          <a:p xmlns:a="http://schemas.openxmlformats.org/drawingml/2006/main">
            <a:pPr algn="l">
              <a:defRPr sz="3600" b="1">
                <a:solidFill>
                  <a:srgbClr val="F7F5FA"/>
                </a:solidFill>
                <a:latin typeface="Arial"/>
                <a:ea typeface="Arial"/>
                <a:cs typeface="Arial"/>
              </a:defRPr>
            </a:pPr>
            <a:r>
              <a:rPr sz="3600" b="1">
                <a:solidFill>
                  <a:srgbClr val="F7F5FA"/>
                </a:solidFill>
                <a:latin typeface="Arial"/>
                <a:ea typeface="Arial"/>
                <a:cs typeface="Arial"/>
              </a:rPr>
              <a:t>Solana source defines capped worker settlement</a:t>
            </a:r>
          </a:p>
        </p:txBody>
      </p:sp>
      <p:sp>
        <p:nvSpPr>
          <p:cNvPr id="7" name="slide-deck">
            <a:extLst xmlns:a="http://schemas.openxmlformats.org/drawingml/2006/main">
              <a:ext uri="{FF2B5EF4-FFF2-40B4-BE49-F238E27FC236}">
                <a16:creationId xmlns:a16="http://schemas.microsoft.com/office/drawing/2014/main" id="{55D04006-5E10-4A8A-A626-183EB4CCF303}"/>
              </a:ext>
            </a:extLst>
          </p:cNvPr>
          <p:cNvSpPr>
            <a:spLocks xmlns:a="http://schemas.openxmlformats.org/drawingml/2006/main" noGrp="1"/>
          </p:cNvSpPr>
          <p:nvPr/>
        </p:nvSpPr>
        <p:spPr>
          <a:xfrm xmlns:a="http://schemas.openxmlformats.org/drawingml/2006/main">
            <a:off x="704850" y="176212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AA5B4"/>
                </a:solidFill>
                <a:latin typeface="Arial"/>
                <a:ea typeface="Arial"/>
                <a:cs typeface="Arial"/>
              </a:defRPr>
            </a:defPPr>
            <a:lvl1pPr algn="l">
              <a:defRPr sz="1650" b="0">
                <a:solidFill>
                  <a:srgbClr val="AAA5B4"/>
                </a:solidFill>
                <a:latin typeface="Arial"/>
                <a:ea typeface="Arial"/>
                <a:cs typeface="Arial"/>
              </a:defRPr>
            </a:lvl1pPr>
            <a:lvl2pPr algn="l">
              <a:defRPr sz="1650" b="0">
                <a:solidFill>
                  <a:srgbClr val="AAA5B4"/>
                </a:solidFill>
                <a:latin typeface="Arial"/>
                <a:ea typeface="Arial"/>
                <a:cs typeface="Arial"/>
              </a:defRPr>
            </a:lvl2pPr>
            <a:lvl3pPr algn="l">
              <a:defRPr sz="1650" b="0">
                <a:solidFill>
                  <a:srgbClr val="AAA5B4"/>
                </a:solidFill>
                <a:latin typeface="Arial"/>
                <a:ea typeface="Arial"/>
                <a:cs typeface="Arial"/>
              </a:defRPr>
            </a:lvl3pPr>
            <a:lvl4pPr algn="l">
              <a:defRPr sz="1650" b="0">
                <a:solidFill>
                  <a:srgbClr val="AAA5B4"/>
                </a:solidFill>
                <a:latin typeface="Arial"/>
                <a:ea typeface="Arial"/>
                <a:cs typeface="Arial"/>
              </a:defRPr>
            </a:lvl4pPr>
            <a:lvl5pPr algn="l">
              <a:defRPr sz="1650" b="0">
                <a:solidFill>
                  <a:srgbClr val="AAA5B4"/>
                </a:solidFill>
                <a:latin typeface="Arial"/>
                <a:ea typeface="Arial"/>
                <a:cs typeface="Arial"/>
              </a:defRPr>
            </a:lvl5pPr>
            <a:lvl6pPr algn="l">
              <a:defRPr sz="1650" b="0">
                <a:solidFill>
                  <a:srgbClr val="AAA5B4"/>
                </a:solidFill>
                <a:latin typeface="Arial"/>
                <a:ea typeface="Arial"/>
                <a:cs typeface="Arial"/>
              </a:defRPr>
            </a:lvl6pPr>
            <a:lvl7pPr algn="l">
              <a:defRPr sz="1650" b="0">
                <a:solidFill>
                  <a:srgbClr val="AAA5B4"/>
                </a:solidFill>
                <a:latin typeface="Arial"/>
                <a:ea typeface="Arial"/>
                <a:cs typeface="Arial"/>
              </a:defRPr>
            </a:lvl7pPr>
            <a:lvl8pPr algn="l">
              <a:defRPr sz="1650" b="0">
                <a:solidFill>
                  <a:srgbClr val="AAA5B4"/>
                </a:solidFill>
                <a:latin typeface="Arial"/>
                <a:ea typeface="Arial"/>
                <a:cs typeface="Arial"/>
              </a:defRPr>
            </a:lvl8pPr>
            <a:lvl9pPr algn="l">
              <a:defRPr sz="1650" b="0">
                <a:solidFill>
                  <a:srgbClr val="AAA5B4"/>
                </a:solidFill>
                <a:latin typeface="Arial"/>
                <a:ea typeface="Arial"/>
                <a:cs typeface="Arial"/>
              </a:defRPr>
            </a:lvl9pPr>
          </a:lstStyle>
          <a:p xmlns:a="http://schemas.openxmlformats.org/drawingml/2006/main">
            <a:pPr algn="l">
              <a:defRPr sz="1650" b="0">
                <a:solidFill>
                  <a:srgbClr val="AAA5B4"/>
                </a:solidFill>
                <a:latin typeface="Arial"/>
                <a:ea typeface="Arial"/>
                <a:cs typeface="Arial"/>
              </a:defRPr>
            </a:pPr>
            <a:r>
              <a:rPr sz="1650" b="0">
                <a:solidFill>
                  <a:srgbClr val="AAA5B4"/>
                </a:solidFill>
                <a:latin typeface="Arial"/>
                <a:ea typeface="Arial"/>
                <a:cs typeface="Arial"/>
              </a:rPr>
              <a:t>The protocol binds a funded channel, a bounded task and a named payout recipient.</a:t>
            </a:r>
          </a:p>
        </p:txBody>
      </p:sp>
      <p:sp>
        <p:nvSpPr>
          <p:cNvPr id="8" name="solana-status">
            <a:extLst xmlns:a="http://schemas.openxmlformats.org/drawingml/2006/main">
              <a:ext uri="{FF2B5EF4-FFF2-40B4-BE49-F238E27FC236}">
                <a16:creationId xmlns:a16="http://schemas.microsoft.com/office/drawing/2014/main" id="{81146ACD-8D3E-4E9B-BE1E-302DAC28358C}"/>
              </a:ext>
            </a:extLst>
          </p:cNvPr>
          <p:cNvSpPr>
            <a:spLocks xmlns:a="http://schemas.openxmlformats.org/drawingml/2006/main" noGrp="1"/>
          </p:cNvSpPr>
          <p:nvPr/>
        </p:nvSpPr>
        <p:spPr>
          <a:xfrm xmlns:a="http://schemas.openxmlformats.org/drawingml/2006/main">
            <a:off x="762000" y="24765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UPDATED CONTRACT SOURCE</a:t>
            </a:r>
          </a:p>
        </p:txBody>
      </p:sp>
      <p:sp>
        <p:nvSpPr>
          <p:cNvPr id="9" name="settlement-line">
            <a:extLst xmlns:a="http://schemas.openxmlformats.org/drawingml/2006/main">
              <a:ext uri="{FF2B5EF4-FFF2-40B4-BE49-F238E27FC236}">
                <a16:creationId xmlns:a16="http://schemas.microsoft.com/office/drawing/2014/main" id="{E9F876F4-B6C8-4238-938E-051E2D076309}"/>
              </a:ext>
            </a:extLst>
          </p:cNvPr>
          <p:cNvSpPr>
            <a:spLocks xmlns:a="http://schemas.openxmlformats.org/drawingml/2006/main" noGrp="1"/>
          </p:cNvSpPr>
          <p:nvPr/>
        </p:nvSpPr>
        <p:spPr>
          <a:xfrm xmlns:a="http://schemas.openxmlformats.org/drawingml/2006/main">
            <a:off x="857250" y="3371850"/>
            <a:ext cx="10134600" cy="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10" name="settlement-dot-0">
            <a:extLst xmlns:a="http://schemas.openxmlformats.org/drawingml/2006/main">
              <a:ext uri="{FF2B5EF4-FFF2-40B4-BE49-F238E27FC236}">
                <a16:creationId xmlns:a16="http://schemas.microsoft.com/office/drawing/2014/main" id="{2D577022-B8A5-4B79-8E64-CCE16DA0C0F0}"/>
              </a:ext>
            </a:extLst>
          </p:cNvPr>
          <p:cNvSpPr>
            <a:spLocks xmlns:a="http://schemas.openxmlformats.org/drawingml/2006/main" noGrp="1"/>
          </p:cNvSpPr>
          <p:nvPr/>
        </p:nvSpPr>
        <p:spPr>
          <a:xfrm xmlns:a="http://schemas.openxmlformats.org/drawingml/2006/main">
            <a:off x="781050" y="3305175"/>
            <a:ext cx="133350" cy="133350"/>
          </a:xfrm>
          <a:prstGeom xmlns:a="http://schemas.openxmlformats.org/drawingml/2006/main" prst="ellipse">
            <a:avLst/>
          </a:prstGeom>
          <a:solidFill xmlns:a="http://schemas.openxmlformats.org/drawingml/2006/main">
            <a:srgbClr val="393442"/>
          </a:solidFill>
          <a:ln xmlns:a="http://schemas.openxmlformats.org/drawingml/2006/main" w="0">
            <a:noFill/>
            <a:prstDash val="solid"/>
          </a:ln>
        </p:spPr>
      </p:sp>
      <p:sp>
        <p:nvSpPr>
          <p:cNvPr id="11" name="settlement-index-0">
            <a:extLst xmlns:a="http://schemas.openxmlformats.org/drawingml/2006/main">
              <a:ext uri="{FF2B5EF4-FFF2-40B4-BE49-F238E27FC236}">
                <a16:creationId xmlns:a16="http://schemas.microsoft.com/office/drawing/2014/main" id="{539E6748-AB2B-4E30-B08D-0CA8DF50FB8D}"/>
              </a:ext>
            </a:extLst>
          </p:cNvPr>
          <p:cNvSpPr>
            <a:spLocks xmlns:a="http://schemas.openxmlformats.org/drawingml/2006/main" noGrp="1"/>
          </p:cNvSpPr>
          <p:nvPr/>
        </p:nvSpPr>
        <p:spPr>
          <a:xfrm xmlns:a="http://schemas.openxmlformats.org/drawingml/2006/main">
            <a:off x="781050" y="3667125"/>
            <a:ext cx="53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B2FF"/>
                </a:solidFill>
                <a:latin typeface="Arial"/>
                <a:ea typeface="Arial"/>
                <a:cs typeface="Arial"/>
              </a:defRPr>
            </a:defPPr>
            <a:lvl1pPr algn="l">
              <a:defRPr sz="1050" b="1">
                <a:solidFill>
                  <a:srgbClr val="C8B2FF"/>
                </a:solidFill>
                <a:latin typeface="Arial"/>
                <a:ea typeface="Arial"/>
                <a:cs typeface="Arial"/>
              </a:defRPr>
            </a:lvl1pPr>
            <a:lvl2pPr algn="l">
              <a:defRPr sz="1050" b="1">
                <a:solidFill>
                  <a:srgbClr val="C8B2FF"/>
                </a:solidFill>
                <a:latin typeface="Arial"/>
                <a:ea typeface="Arial"/>
                <a:cs typeface="Arial"/>
              </a:defRPr>
            </a:lvl2pPr>
            <a:lvl3pPr algn="l">
              <a:defRPr sz="1050" b="1">
                <a:solidFill>
                  <a:srgbClr val="C8B2FF"/>
                </a:solidFill>
                <a:latin typeface="Arial"/>
                <a:ea typeface="Arial"/>
                <a:cs typeface="Arial"/>
              </a:defRPr>
            </a:lvl3pPr>
            <a:lvl4pPr algn="l">
              <a:defRPr sz="1050" b="1">
                <a:solidFill>
                  <a:srgbClr val="C8B2FF"/>
                </a:solidFill>
                <a:latin typeface="Arial"/>
                <a:ea typeface="Arial"/>
                <a:cs typeface="Arial"/>
              </a:defRPr>
            </a:lvl4pPr>
            <a:lvl5pPr algn="l">
              <a:defRPr sz="1050" b="1">
                <a:solidFill>
                  <a:srgbClr val="C8B2FF"/>
                </a:solidFill>
                <a:latin typeface="Arial"/>
                <a:ea typeface="Arial"/>
                <a:cs typeface="Arial"/>
              </a:defRPr>
            </a:lvl5pPr>
            <a:lvl6pPr algn="l">
              <a:defRPr sz="1050" b="1">
                <a:solidFill>
                  <a:srgbClr val="C8B2FF"/>
                </a:solidFill>
                <a:latin typeface="Arial"/>
                <a:ea typeface="Arial"/>
                <a:cs typeface="Arial"/>
              </a:defRPr>
            </a:lvl6pPr>
            <a:lvl7pPr algn="l">
              <a:defRPr sz="1050" b="1">
                <a:solidFill>
                  <a:srgbClr val="C8B2FF"/>
                </a:solidFill>
                <a:latin typeface="Arial"/>
                <a:ea typeface="Arial"/>
                <a:cs typeface="Arial"/>
              </a:defRPr>
            </a:lvl7pPr>
            <a:lvl8pPr algn="l">
              <a:defRPr sz="1050" b="1">
                <a:solidFill>
                  <a:srgbClr val="C8B2FF"/>
                </a:solidFill>
                <a:latin typeface="Arial"/>
                <a:ea typeface="Arial"/>
                <a:cs typeface="Arial"/>
              </a:defRPr>
            </a:lvl8pPr>
            <a:lvl9pPr algn="l">
              <a:defRPr sz="1050" b="1">
                <a:solidFill>
                  <a:srgbClr val="C8B2FF"/>
                </a:solidFill>
                <a:latin typeface="Arial"/>
                <a:ea typeface="Arial"/>
                <a:cs typeface="Arial"/>
              </a:defRPr>
            </a:lvl9pPr>
          </a:lstStyle>
          <a:p xmlns:a="http://schemas.openxmlformats.org/drawingml/2006/main">
            <a:pPr algn="l">
              <a:defRPr sz="1050" b="1">
                <a:solidFill>
                  <a:srgbClr val="C8B2FF"/>
                </a:solidFill>
                <a:latin typeface="Arial"/>
                <a:ea typeface="Arial"/>
                <a:cs typeface="Arial"/>
              </a:defRPr>
            </a:pPr>
            <a:r>
              <a:rPr sz="1050" b="1">
                <a:solidFill>
                  <a:srgbClr val="C8B2FF"/>
                </a:solidFill>
                <a:latin typeface="Arial"/>
                <a:ea typeface="Arial"/>
                <a:cs typeface="Arial"/>
              </a:rPr>
              <a:t>01</a:t>
            </a:r>
          </a:p>
        </p:txBody>
      </p:sp>
      <p:sp>
        <p:nvSpPr>
          <p:cNvPr id="12" name="settlement-title-0">
            <a:extLst xmlns:a="http://schemas.openxmlformats.org/drawingml/2006/main">
              <a:ext uri="{FF2B5EF4-FFF2-40B4-BE49-F238E27FC236}">
                <a16:creationId xmlns:a16="http://schemas.microsoft.com/office/drawing/2014/main" id="{7F8BF280-A80E-44D5-A71C-590C2DE6104E}"/>
              </a:ext>
            </a:extLst>
          </p:cNvPr>
          <p:cNvSpPr>
            <a:spLocks xmlns:a="http://schemas.openxmlformats.org/drawingml/2006/main" noGrp="1"/>
          </p:cNvSpPr>
          <p:nvPr/>
        </p:nvSpPr>
        <p:spPr>
          <a:xfrm xmlns:a="http://schemas.openxmlformats.org/drawingml/2006/main">
            <a:off x="781050" y="40005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7F5FA"/>
                </a:solidFill>
                <a:latin typeface="Arial"/>
                <a:ea typeface="Arial"/>
                <a:cs typeface="Arial"/>
              </a:defRPr>
            </a:defPPr>
            <a:lvl1pPr algn="l">
              <a:defRPr sz="1875" b="1">
                <a:solidFill>
                  <a:srgbClr val="F7F5FA"/>
                </a:solidFill>
                <a:latin typeface="Arial"/>
                <a:ea typeface="Arial"/>
                <a:cs typeface="Arial"/>
              </a:defRPr>
            </a:lvl1pPr>
            <a:lvl2pPr algn="l">
              <a:defRPr sz="1875" b="1">
                <a:solidFill>
                  <a:srgbClr val="F7F5FA"/>
                </a:solidFill>
                <a:latin typeface="Arial"/>
                <a:ea typeface="Arial"/>
                <a:cs typeface="Arial"/>
              </a:defRPr>
            </a:lvl2pPr>
            <a:lvl3pPr algn="l">
              <a:defRPr sz="1875" b="1">
                <a:solidFill>
                  <a:srgbClr val="F7F5FA"/>
                </a:solidFill>
                <a:latin typeface="Arial"/>
                <a:ea typeface="Arial"/>
                <a:cs typeface="Arial"/>
              </a:defRPr>
            </a:lvl3pPr>
            <a:lvl4pPr algn="l">
              <a:defRPr sz="1875" b="1">
                <a:solidFill>
                  <a:srgbClr val="F7F5FA"/>
                </a:solidFill>
                <a:latin typeface="Arial"/>
                <a:ea typeface="Arial"/>
                <a:cs typeface="Arial"/>
              </a:defRPr>
            </a:lvl4pPr>
            <a:lvl5pPr algn="l">
              <a:defRPr sz="1875" b="1">
                <a:solidFill>
                  <a:srgbClr val="F7F5FA"/>
                </a:solidFill>
                <a:latin typeface="Arial"/>
                <a:ea typeface="Arial"/>
                <a:cs typeface="Arial"/>
              </a:defRPr>
            </a:lvl5pPr>
            <a:lvl6pPr algn="l">
              <a:defRPr sz="1875" b="1">
                <a:solidFill>
                  <a:srgbClr val="F7F5FA"/>
                </a:solidFill>
                <a:latin typeface="Arial"/>
                <a:ea typeface="Arial"/>
                <a:cs typeface="Arial"/>
              </a:defRPr>
            </a:lvl6pPr>
            <a:lvl7pPr algn="l">
              <a:defRPr sz="1875" b="1">
                <a:solidFill>
                  <a:srgbClr val="F7F5FA"/>
                </a:solidFill>
                <a:latin typeface="Arial"/>
                <a:ea typeface="Arial"/>
                <a:cs typeface="Arial"/>
              </a:defRPr>
            </a:lvl7pPr>
            <a:lvl8pPr algn="l">
              <a:defRPr sz="1875" b="1">
                <a:solidFill>
                  <a:srgbClr val="F7F5FA"/>
                </a:solidFill>
                <a:latin typeface="Arial"/>
                <a:ea typeface="Arial"/>
                <a:cs typeface="Arial"/>
              </a:defRPr>
            </a:lvl8pPr>
            <a:lvl9pPr algn="l">
              <a:defRPr sz="1875" b="1">
                <a:solidFill>
                  <a:srgbClr val="F7F5FA"/>
                </a:solidFill>
                <a:latin typeface="Arial"/>
                <a:ea typeface="Arial"/>
                <a:cs typeface="Arial"/>
              </a:defRPr>
            </a:lvl9pPr>
          </a:lstStyle>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FUNDED</a:t>
            </a:r>
          </a:p>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CHANNEL</a:t>
            </a:r>
          </a:p>
        </p:txBody>
      </p:sp>
      <p:sp>
        <p:nvSpPr>
          <p:cNvPr id="13" name="settlement-detail-0">
            <a:extLst xmlns:a="http://schemas.openxmlformats.org/drawingml/2006/main">
              <a:ext uri="{FF2B5EF4-FFF2-40B4-BE49-F238E27FC236}">
                <a16:creationId xmlns:a16="http://schemas.microsoft.com/office/drawing/2014/main" id="{D2F151C7-22C5-4410-ADAB-66D41BD6B6CE}"/>
              </a:ext>
            </a:extLst>
          </p:cNvPr>
          <p:cNvSpPr>
            <a:spLocks xmlns:a="http://schemas.openxmlformats.org/drawingml/2006/main" noGrp="1"/>
          </p:cNvSpPr>
          <p:nvPr/>
        </p:nvSpPr>
        <p:spPr>
          <a:xfrm xmlns:a="http://schemas.openxmlformats.org/drawingml/2006/main">
            <a:off x="781050" y="47244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AA5B4"/>
                </a:solidFill>
                <a:latin typeface="Arial"/>
                <a:ea typeface="Arial"/>
                <a:cs typeface="Arial"/>
              </a:defRPr>
            </a:defPPr>
            <a:lvl1pPr algn="l">
              <a:defRPr sz="1350" b="0">
                <a:solidFill>
                  <a:srgbClr val="AAA5B4"/>
                </a:solidFill>
                <a:latin typeface="Arial"/>
                <a:ea typeface="Arial"/>
                <a:cs typeface="Arial"/>
              </a:defRPr>
            </a:lvl1pPr>
            <a:lvl2pPr algn="l">
              <a:defRPr sz="1350" b="0">
                <a:solidFill>
                  <a:srgbClr val="AAA5B4"/>
                </a:solidFill>
                <a:latin typeface="Arial"/>
                <a:ea typeface="Arial"/>
                <a:cs typeface="Arial"/>
              </a:defRPr>
            </a:lvl2pPr>
            <a:lvl3pPr algn="l">
              <a:defRPr sz="1350" b="0">
                <a:solidFill>
                  <a:srgbClr val="AAA5B4"/>
                </a:solidFill>
                <a:latin typeface="Arial"/>
                <a:ea typeface="Arial"/>
                <a:cs typeface="Arial"/>
              </a:defRPr>
            </a:lvl3pPr>
            <a:lvl4pPr algn="l">
              <a:defRPr sz="1350" b="0">
                <a:solidFill>
                  <a:srgbClr val="AAA5B4"/>
                </a:solidFill>
                <a:latin typeface="Arial"/>
                <a:ea typeface="Arial"/>
                <a:cs typeface="Arial"/>
              </a:defRPr>
            </a:lvl4pPr>
            <a:lvl5pPr algn="l">
              <a:defRPr sz="1350" b="0">
                <a:solidFill>
                  <a:srgbClr val="AAA5B4"/>
                </a:solidFill>
                <a:latin typeface="Arial"/>
                <a:ea typeface="Arial"/>
                <a:cs typeface="Arial"/>
              </a:defRPr>
            </a:lvl5pPr>
            <a:lvl6pPr algn="l">
              <a:defRPr sz="1350" b="0">
                <a:solidFill>
                  <a:srgbClr val="AAA5B4"/>
                </a:solidFill>
                <a:latin typeface="Arial"/>
                <a:ea typeface="Arial"/>
                <a:cs typeface="Arial"/>
              </a:defRPr>
            </a:lvl6pPr>
            <a:lvl7pPr algn="l">
              <a:defRPr sz="1350" b="0">
                <a:solidFill>
                  <a:srgbClr val="AAA5B4"/>
                </a:solidFill>
                <a:latin typeface="Arial"/>
                <a:ea typeface="Arial"/>
                <a:cs typeface="Arial"/>
              </a:defRPr>
            </a:lvl7pPr>
            <a:lvl8pPr algn="l">
              <a:defRPr sz="1350" b="0">
                <a:solidFill>
                  <a:srgbClr val="AAA5B4"/>
                </a:solidFill>
                <a:latin typeface="Arial"/>
                <a:ea typeface="Arial"/>
                <a:cs typeface="Arial"/>
              </a:defRPr>
            </a:lvl8pPr>
            <a:lvl9pPr algn="l">
              <a:defRPr sz="1350" b="0">
                <a:solidFill>
                  <a:srgbClr val="AAA5B4"/>
                </a:solidFill>
                <a:latin typeface="Arial"/>
                <a:ea typeface="Arial"/>
                <a:cs typeface="Arial"/>
              </a:defRPr>
            </a:lvl9pPr>
          </a:lstStyle>
          <a:p xmlns:a="http://schemas.openxmlformats.org/drawingml/2006/main">
            <a:pPr algn="l">
              <a:defRPr sz="1350" b="0">
                <a:solidFill>
                  <a:srgbClr val="AAA5B4"/>
                </a:solidFill>
                <a:latin typeface="Arial"/>
                <a:ea typeface="Arial"/>
                <a:cs typeface="Arial"/>
              </a:defRPr>
            </a:pPr>
            <a:r>
              <a:rPr sz="1350" b="0">
                <a:solidFill>
                  <a:srgbClr val="AAA5B4"/>
                </a:solidFill>
                <a:latin typeface="Arial"/>
                <a:ea typeface="Arial"/>
                <a:cs typeface="Arial"/>
              </a:rPr>
              <a:t>Owner balance</a:t>
            </a:r>
          </a:p>
        </p:txBody>
      </p:sp>
      <p:sp>
        <p:nvSpPr>
          <p:cNvPr id="14" name="settlement-dot-1">
            <a:extLst xmlns:a="http://schemas.openxmlformats.org/drawingml/2006/main">
              <a:ext uri="{FF2B5EF4-FFF2-40B4-BE49-F238E27FC236}">
                <a16:creationId xmlns:a16="http://schemas.microsoft.com/office/drawing/2014/main" id="{FB2BB2B0-4F78-49C6-8C5F-C48DF30CF6BA}"/>
              </a:ext>
            </a:extLst>
          </p:cNvPr>
          <p:cNvSpPr>
            <a:spLocks xmlns:a="http://schemas.openxmlformats.org/drawingml/2006/main" noGrp="1"/>
          </p:cNvSpPr>
          <p:nvPr/>
        </p:nvSpPr>
        <p:spPr>
          <a:xfrm xmlns:a="http://schemas.openxmlformats.org/drawingml/2006/main">
            <a:off x="3429000" y="3305175"/>
            <a:ext cx="133350" cy="133350"/>
          </a:xfrm>
          <a:prstGeom xmlns:a="http://schemas.openxmlformats.org/drawingml/2006/main" prst="ellipse">
            <a:avLst/>
          </a:prstGeom>
          <a:solidFill xmlns:a="http://schemas.openxmlformats.org/drawingml/2006/main">
            <a:srgbClr val="393442"/>
          </a:solidFill>
          <a:ln xmlns:a="http://schemas.openxmlformats.org/drawingml/2006/main" w="0">
            <a:noFill/>
            <a:prstDash val="solid"/>
          </a:ln>
        </p:spPr>
      </p:sp>
      <p:sp>
        <p:nvSpPr>
          <p:cNvPr id="15" name="settlement-index-1">
            <a:extLst xmlns:a="http://schemas.openxmlformats.org/drawingml/2006/main">
              <a:ext uri="{FF2B5EF4-FFF2-40B4-BE49-F238E27FC236}">
                <a16:creationId xmlns:a16="http://schemas.microsoft.com/office/drawing/2014/main" id="{AC9811F6-D61B-400B-8162-3D3E7C181908}"/>
              </a:ext>
            </a:extLst>
          </p:cNvPr>
          <p:cNvSpPr>
            <a:spLocks xmlns:a="http://schemas.openxmlformats.org/drawingml/2006/main" noGrp="1"/>
          </p:cNvSpPr>
          <p:nvPr/>
        </p:nvSpPr>
        <p:spPr>
          <a:xfrm xmlns:a="http://schemas.openxmlformats.org/drawingml/2006/main">
            <a:off x="3429000" y="3667125"/>
            <a:ext cx="53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B2FF"/>
                </a:solidFill>
                <a:latin typeface="Arial"/>
                <a:ea typeface="Arial"/>
                <a:cs typeface="Arial"/>
              </a:defRPr>
            </a:defPPr>
            <a:lvl1pPr algn="l">
              <a:defRPr sz="1050" b="1">
                <a:solidFill>
                  <a:srgbClr val="C8B2FF"/>
                </a:solidFill>
                <a:latin typeface="Arial"/>
                <a:ea typeface="Arial"/>
                <a:cs typeface="Arial"/>
              </a:defRPr>
            </a:lvl1pPr>
            <a:lvl2pPr algn="l">
              <a:defRPr sz="1050" b="1">
                <a:solidFill>
                  <a:srgbClr val="C8B2FF"/>
                </a:solidFill>
                <a:latin typeface="Arial"/>
                <a:ea typeface="Arial"/>
                <a:cs typeface="Arial"/>
              </a:defRPr>
            </a:lvl2pPr>
            <a:lvl3pPr algn="l">
              <a:defRPr sz="1050" b="1">
                <a:solidFill>
                  <a:srgbClr val="C8B2FF"/>
                </a:solidFill>
                <a:latin typeface="Arial"/>
                <a:ea typeface="Arial"/>
                <a:cs typeface="Arial"/>
              </a:defRPr>
            </a:lvl3pPr>
            <a:lvl4pPr algn="l">
              <a:defRPr sz="1050" b="1">
                <a:solidFill>
                  <a:srgbClr val="C8B2FF"/>
                </a:solidFill>
                <a:latin typeface="Arial"/>
                <a:ea typeface="Arial"/>
                <a:cs typeface="Arial"/>
              </a:defRPr>
            </a:lvl4pPr>
            <a:lvl5pPr algn="l">
              <a:defRPr sz="1050" b="1">
                <a:solidFill>
                  <a:srgbClr val="C8B2FF"/>
                </a:solidFill>
                <a:latin typeface="Arial"/>
                <a:ea typeface="Arial"/>
                <a:cs typeface="Arial"/>
              </a:defRPr>
            </a:lvl5pPr>
            <a:lvl6pPr algn="l">
              <a:defRPr sz="1050" b="1">
                <a:solidFill>
                  <a:srgbClr val="C8B2FF"/>
                </a:solidFill>
                <a:latin typeface="Arial"/>
                <a:ea typeface="Arial"/>
                <a:cs typeface="Arial"/>
              </a:defRPr>
            </a:lvl6pPr>
            <a:lvl7pPr algn="l">
              <a:defRPr sz="1050" b="1">
                <a:solidFill>
                  <a:srgbClr val="C8B2FF"/>
                </a:solidFill>
                <a:latin typeface="Arial"/>
                <a:ea typeface="Arial"/>
                <a:cs typeface="Arial"/>
              </a:defRPr>
            </a:lvl7pPr>
            <a:lvl8pPr algn="l">
              <a:defRPr sz="1050" b="1">
                <a:solidFill>
                  <a:srgbClr val="C8B2FF"/>
                </a:solidFill>
                <a:latin typeface="Arial"/>
                <a:ea typeface="Arial"/>
                <a:cs typeface="Arial"/>
              </a:defRPr>
            </a:lvl8pPr>
            <a:lvl9pPr algn="l">
              <a:defRPr sz="1050" b="1">
                <a:solidFill>
                  <a:srgbClr val="C8B2FF"/>
                </a:solidFill>
                <a:latin typeface="Arial"/>
                <a:ea typeface="Arial"/>
                <a:cs typeface="Arial"/>
              </a:defRPr>
            </a:lvl9pPr>
          </a:lstStyle>
          <a:p xmlns:a="http://schemas.openxmlformats.org/drawingml/2006/main">
            <a:pPr algn="l">
              <a:defRPr sz="1050" b="1">
                <a:solidFill>
                  <a:srgbClr val="C8B2FF"/>
                </a:solidFill>
                <a:latin typeface="Arial"/>
                <a:ea typeface="Arial"/>
                <a:cs typeface="Arial"/>
              </a:defRPr>
            </a:pPr>
            <a:r>
              <a:rPr sz="1050" b="1">
                <a:solidFill>
                  <a:srgbClr val="C8B2FF"/>
                </a:solidFill>
                <a:latin typeface="Arial"/>
                <a:ea typeface="Arial"/>
                <a:cs typeface="Arial"/>
              </a:rPr>
              <a:t>02</a:t>
            </a:r>
          </a:p>
        </p:txBody>
      </p:sp>
      <p:sp>
        <p:nvSpPr>
          <p:cNvPr id="16" name="settlement-title-1">
            <a:extLst xmlns:a="http://schemas.openxmlformats.org/drawingml/2006/main">
              <a:ext uri="{FF2B5EF4-FFF2-40B4-BE49-F238E27FC236}">
                <a16:creationId xmlns:a16="http://schemas.microsoft.com/office/drawing/2014/main" id="{8EC03148-1DBD-443B-BDA8-A1895C540160}"/>
              </a:ext>
            </a:extLst>
          </p:cNvPr>
          <p:cNvSpPr>
            <a:spLocks xmlns:a="http://schemas.openxmlformats.org/drawingml/2006/main" noGrp="1"/>
          </p:cNvSpPr>
          <p:nvPr/>
        </p:nvSpPr>
        <p:spPr>
          <a:xfrm xmlns:a="http://schemas.openxmlformats.org/drawingml/2006/main">
            <a:off x="3429000" y="40005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7F5FA"/>
                </a:solidFill>
                <a:latin typeface="Arial"/>
                <a:ea typeface="Arial"/>
                <a:cs typeface="Arial"/>
              </a:defRPr>
            </a:defPPr>
            <a:lvl1pPr algn="l">
              <a:defRPr sz="1875" b="1">
                <a:solidFill>
                  <a:srgbClr val="F7F5FA"/>
                </a:solidFill>
                <a:latin typeface="Arial"/>
                <a:ea typeface="Arial"/>
                <a:cs typeface="Arial"/>
              </a:defRPr>
            </a:lvl1pPr>
            <a:lvl2pPr algn="l">
              <a:defRPr sz="1875" b="1">
                <a:solidFill>
                  <a:srgbClr val="F7F5FA"/>
                </a:solidFill>
                <a:latin typeface="Arial"/>
                <a:ea typeface="Arial"/>
                <a:cs typeface="Arial"/>
              </a:defRPr>
            </a:lvl2pPr>
            <a:lvl3pPr algn="l">
              <a:defRPr sz="1875" b="1">
                <a:solidFill>
                  <a:srgbClr val="F7F5FA"/>
                </a:solidFill>
                <a:latin typeface="Arial"/>
                <a:ea typeface="Arial"/>
                <a:cs typeface="Arial"/>
              </a:defRPr>
            </a:lvl3pPr>
            <a:lvl4pPr algn="l">
              <a:defRPr sz="1875" b="1">
                <a:solidFill>
                  <a:srgbClr val="F7F5FA"/>
                </a:solidFill>
                <a:latin typeface="Arial"/>
                <a:ea typeface="Arial"/>
                <a:cs typeface="Arial"/>
              </a:defRPr>
            </a:lvl4pPr>
            <a:lvl5pPr algn="l">
              <a:defRPr sz="1875" b="1">
                <a:solidFill>
                  <a:srgbClr val="F7F5FA"/>
                </a:solidFill>
                <a:latin typeface="Arial"/>
                <a:ea typeface="Arial"/>
                <a:cs typeface="Arial"/>
              </a:defRPr>
            </a:lvl5pPr>
            <a:lvl6pPr algn="l">
              <a:defRPr sz="1875" b="1">
                <a:solidFill>
                  <a:srgbClr val="F7F5FA"/>
                </a:solidFill>
                <a:latin typeface="Arial"/>
                <a:ea typeface="Arial"/>
                <a:cs typeface="Arial"/>
              </a:defRPr>
            </a:lvl6pPr>
            <a:lvl7pPr algn="l">
              <a:defRPr sz="1875" b="1">
                <a:solidFill>
                  <a:srgbClr val="F7F5FA"/>
                </a:solidFill>
                <a:latin typeface="Arial"/>
                <a:ea typeface="Arial"/>
                <a:cs typeface="Arial"/>
              </a:defRPr>
            </a:lvl7pPr>
            <a:lvl8pPr algn="l">
              <a:defRPr sz="1875" b="1">
                <a:solidFill>
                  <a:srgbClr val="F7F5FA"/>
                </a:solidFill>
                <a:latin typeface="Arial"/>
                <a:ea typeface="Arial"/>
                <a:cs typeface="Arial"/>
              </a:defRPr>
            </a:lvl8pPr>
            <a:lvl9pPr algn="l">
              <a:defRPr sz="1875" b="1">
                <a:solidFill>
                  <a:srgbClr val="F7F5FA"/>
                </a:solidFill>
                <a:latin typeface="Arial"/>
                <a:ea typeface="Arial"/>
                <a:cs typeface="Arial"/>
              </a:defRPr>
            </a:lvl9pPr>
          </a:lstStyle>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TASK CAP</a:t>
            </a:r>
          </a:p>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 DEADLINE</a:t>
            </a:r>
          </a:p>
        </p:txBody>
      </p:sp>
      <p:sp>
        <p:nvSpPr>
          <p:cNvPr id="17" name="settlement-detail-1">
            <a:extLst xmlns:a="http://schemas.openxmlformats.org/drawingml/2006/main">
              <a:ext uri="{FF2B5EF4-FFF2-40B4-BE49-F238E27FC236}">
                <a16:creationId xmlns:a16="http://schemas.microsoft.com/office/drawing/2014/main" id="{DFC1CF02-7961-419D-91E7-0228A083166E}"/>
              </a:ext>
            </a:extLst>
          </p:cNvPr>
          <p:cNvSpPr>
            <a:spLocks xmlns:a="http://schemas.openxmlformats.org/drawingml/2006/main" noGrp="1"/>
          </p:cNvSpPr>
          <p:nvPr/>
        </p:nvSpPr>
        <p:spPr>
          <a:xfrm xmlns:a="http://schemas.openxmlformats.org/drawingml/2006/main">
            <a:off x="3429000" y="47244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AA5B4"/>
                </a:solidFill>
                <a:latin typeface="Arial"/>
                <a:ea typeface="Arial"/>
                <a:cs typeface="Arial"/>
              </a:defRPr>
            </a:defPPr>
            <a:lvl1pPr algn="l">
              <a:defRPr sz="1350" b="0">
                <a:solidFill>
                  <a:srgbClr val="AAA5B4"/>
                </a:solidFill>
                <a:latin typeface="Arial"/>
                <a:ea typeface="Arial"/>
                <a:cs typeface="Arial"/>
              </a:defRPr>
            </a:lvl1pPr>
            <a:lvl2pPr algn="l">
              <a:defRPr sz="1350" b="0">
                <a:solidFill>
                  <a:srgbClr val="AAA5B4"/>
                </a:solidFill>
                <a:latin typeface="Arial"/>
                <a:ea typeface="Arial"/>
                <a:cs typeface="Arial"/>
              </a:defRPr>
            </a:lvl2pPr>
            <a:lvl3pPr algn="l">
              <a:defRPr sz="1350" b="0">
                <a:solidFill>
                  <a:srgbClr val="AAA5B4"/>
                </a:solidFill>
                <a:latin typeface="Arial"/>
                <a:ea typeface="Arial"/>
                <a:cs typeface="Arial"/>
              </a:defRPr>
            </a:lvl3pPr>
            <a:lvl4pPr algn="l">
              <a:defRPr sz="1350" b="0">
                <a:solidFill>
                  <a:srgbClr val="AAA5B4"/>
                </a:solidFill>
                <a:latin typeface="Arial"/>
                <a:ea typeface="Arial"/>
                <a:cs typeface="Arial"/>
              </a:defRPr>
            </a:lvl4pPr>
            <a:lvl5pPr algn="l">
              <a:defRPr sz="1350" b="0">
                <a:solidFill>
                  <a:srgbClr val="AAA5B4"/>
                </a:solidFill>
                <a:latin typeface="Arial"/>
                <a:ea typeface="Arial"/>
                <a:cs typeface="Arial"/>
              </a:defRPr>
            </a:lvl5pPr>
            <a:lvl6pPr algn="l">
              <a:defRPr sz="1350" b="0">
                <a:solidFill>
                  <a:srgbClr val="AAA5B4"/>
                </a:solidFill>
                <a:latin typeface="Arial"/>
                <a:ea typeface="Arial"/>
                <a:cs typeface="Arial"/>
              </a:defRPr>
            </a:lvl6pPr>
            <a:lvl7pPr algn="l">
              <a:defRPr sz="1350" b="0">
                <a:solidFill>
                  <a:srgbClr val="AAA5B4"/>
                </a:solidFill>
                <a:latin typeface="Arial"/>
                <a:ea typeface="Arial"/>
                <a:cs typeface="Arial"/>
              </a:defRPr>
            </a:lvl7pPr>
            <a:lvl8pPr algn="l">
              <a:defRPr sz="1350" b="0">
                <a:solidFill>
                  <a:srgbClr val="AAA5B4"/>
                </a:solidFill>
                <a:latin typeface="Arial"/>
                <a:ea typeface="Arial"/>
                <a:cs typeface="Arial"/>
              </a:defRPr>
            </a:lvl8pPr>
            <a:lvl9pPr algn="l">
              <a:defRPr sz="1350" b="0">
                <a:solidFill>
                  <a:srgbClr val="AAA5B4"/>
                </a:solidFill>
                <a:latin typeface="Arial"/>
                <a:ea typeface="Arial"/>
                <a:cs typeface="Arial"/>
              </a:defRPr>
            </a:lvl9pPr>
          </a:lstStyle>
          <a:p xmlns:a="http://schemas.openxmlformats.org/drawingml/2006/main">
            <a:pPr algn="l">
              <a:defRPr sz="1350" b="0">
                <a:solidFill>
                  <a:srgbClr val="AAA5B4"/>
                </a:solidFill>
                <a:latin typeface="Arial"/>
                <a:ea typeface="Arial"/>
                <a:cs typeface="Arial"/>
              </a:defRPr>
            </a:pPr>
            <a:r>
              <a:rPr sz="1350" b="0">
                <a:solidFill>
                  <a:srgbClr val="AAA5B4"/>
                </a:solidFill>
                <a:latin typeface="Arial"/>
                <a:ea typeface="Arial"/>
                <a:cs typeface="Arial"/>
              </a:rPr>
              <a:t>Rate × time, bounded</a:t>
            </a:r>
          </a:p>
        </p:txBody>
      </p:sp>
      <p:sp>
        <p:nvSpPr>
          <p:cNvPr id="18" name="settlement-dot-2">
            <a:extLst xmlns:a="http://schemas.openxmlformats.org/drawingml/2006/main">
              <a:ext uri="{FF2B5EF4-FFF2-40B4-BE49-F238E27FC236}">
                <a16:creationId xmlns:a16="http://schemas.microsoft.com/office/drawing/2014/main" id="{7E8C97D4-4A43-4EF7-9F2F-FE6831B1C891}"/>
              </a:ext>
            </a:extLst>
          </p:cNvPr>
          <p:cNvSpPr>
            <a:spLocks xmlns:a="http://schemas.openxmlformats.org/drawingml/2006/main" noGrp="1"/>
          </p:cNvSpPr>
          <p:nvPr/>
        </p:nvSpPr>
        <p:spPr>
          <a:xfrm xmlns:a="http://schemas.openxmlformats.org/drawingml/2006/main">
            <a:off x="6076950" y="3305175"/>
            <a:ext cx="133350" cy="133350"/>
          </a:xfrm>
          <a:prstGeom xmlns:a="http://schemas.openxmlformats.org/drawingml/2006/main" prst="ellipse">
            <a:avLst/>
          </a:prstGeom>
          <a:solidFill xmlns:a="http://schemas.openxmlformats.org/drawingml/2006/main">
            <a:srgbClr val="393442"/>
          </a:solidFill>
          <a:ln xmlns:a="http://schemas.openxmlformats.org/drawingml/2006/main" w="0">
            <a:noFill/>
            <a:prstDash val="solid"/>
          </a:ln>
        </p:spPr>
      </p:sp>
      <p:sp>
        <p:nvSpPr>
          <p:cNvPr id="19" name="settlement-index-2">
            <a:extLst xmlns:a="http://schemas.openxmlformats.org/drawingml/2006/main">
              <a:ext uri="{FF2B5EF4-FFF2-40B4-BE49-F238E27FC236}">
                <a16:creationId xmlns:a16="http://schemas.microsoft.com/office/drawing/2014/main" id="{06A73BFE-471C-4E2B-80FC-CD14A3957CB0}"/>
              </a:ext>
            </a:extLst>
          </p:cNvPr>
          <p:cNvSpPr>
            <a:spLocks xmlns:a="http://schemas.openxmlformats.org/drawingml/2006/main" noGrp="1"/>
          </p:cNvSpPr>
          <p:nvPr/>
        </p:nvSpPr>
        <p:spPr>
          <a:xfrm xmlns:a="http://schemas.openxmlformats.org/drawingml/2006/main">
            <a:off x="6076950" y="3667125"/>
            <a:ext cx="53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B2FF"/>
                </a:solidFill>
                <a:latin typeface="Arial"/>
                <a:ea typeface="Arial"/>
                <a:cs typeface="Arial"/>
              </a:defRPr>
            </a:defPPr>
            <a:lvl1pPr algn="l">
              <a:defRPr sz="1050" b="1">
                <a:solidFill>
                  <a:srgbClr val="C8B2FF"/>
                </a:solidFill>
                <a:latin typeface="Arial"/>
                <a:ea typeface="Arial"/>
                <a:cs typeface="Arial"/>
              </a:defRPr>
            </a:lvl1pPr>
            <a:lvl2pPr algn="l">
              <a:defRPr sz="1050" b="1">
                <a:solidFill>
                  <a:srgbClr val="C8B2FF"/>
                </a:solidFill>
                <a:latin typeface="Arial"/>
                <a:ea typeface="Arial"/>
                <a:cs typeface="Arial"/>
              </a:defRPr>
            </a:lvl2pPr>
            <a:lvl3pPr algn="l">
              <a:defRPr sz="1050" b="1">
                <a:solidFill>
                  <a:srgbClr val="C8B2FF"/>
                </a:solidFill>
                <a:latin typeface="Arial"/>
                <a:ea typeface="Arial"/>
                <a:cs typeface="Arial"/>
              </a:defRPr>
            </a:lvl3pPr>
            <a:lvl4pPr algn="l">
              <a:defRPr sz="1050" b="1">
                <a:solidFill>
                  <a:srgbClr val="C8B2FF"/>
                </a:solidFill>
                <a:latin typeface="Arial"/>
                <a:ea typeface="Arial"/>
                <a:cs typeface="Arial"/>
              </a:defRPr>
            </a:lvl4pPr>
            <a:lvl5pPr algn="l">
              <a:defRPr sz="1050" b="1">
                <a:solidFill>
                  <a:srgbClr val="C8B2FF"/>
                </a:solidFill>
                <a:latin typeface="Arial"/>
                <a:ea typeface="Arial"/>
                <a:cs typeface="Arial"/>
              </a:defRPr>
            </a:lvl5pPr>
            <a:lvl6pPr algn="l">
              <a:defRPr sz="1050" b="1">
                <a:solidFill>
                  <a:srgbClr val="C8B2FF"/>
                </a:solidFill>
                <a:latin typeface="Arial"/>
                <a:ea typeface="Arial"/>
                <a:cs typeface="Arial"/>
              </a:defRPr>
            </a:lvl6pPr>
            <a:lvl7pPr algn="l">
              <a:defRPr sz="1050" b="1">
                <a:solidFill>
                  <a:srgbClr val="C8B2FF"/>
                </a:solidFill>
                <a:latin typeface="Arial"/>
                <a:ea typeface="Arial"/>
                <a:cs typeface="Arial"/>
              </a:defRPr>
            </a:lvl7pPr>
            <a:lvl8pPr algn="l">
              <a:defRPr sz="1050" b="1">
                <a:solidFill>
                  <a:srgbClr val="C8B2FF"/>
                </a:solidFill>
                <a:latin typeface="Arial"/>
                <a:ea typeface="Arial"/>
                <a:cs typeface="Arial"/>
              </a:defRPr>
            </a:lvl8pPr>
            <a:lvl9pPr algn="l">
              <a:defRPr sz="1050" b="1">
                <a:solidFill>
                  <a:srgbClr val="C8B2FF"/>
                </a:solidFill>
                <a:latin typeface="Arial"/>
                <a:ea typeface="Arial"/>
                <a:cs typeface="Arial"/>
              </a:defRPr>
            </a:lvl9pPr>
          </a:lstStyle>
          <a:p xmlns:a="http://schemas.openxmlformats.org/drawingml/2006/main">
            <a:pPr algn="l">
              <a:defRPr sz="1050" b="1">
                <a:solidFill>
                  <a:srgbClr val="C8B2FF"/>
                </a:solidFill>
                <a:latin typeface="Arial"/>
                <a:ea typeface="Arial"/>
                <a:cs typeface="Arial"/>
              </a:defRPr>
            </a:pPr>
            <a:r>
              <a:rPr sz="1050" b="1">
                <a:solidFill>
                  <a:srgbClr val="C8B2FF"/>
                </a:solidFill>
                <a:latin typeface="Arial"/>
                <a:ea typeface="Arial"/>
                <a:cs typeface="Arial"/>
              </a:rPr>
              <a:t>03</a:t>
            </a:r>
          </a:p>
        </p:txBody>
      </p:sp>
      <p:sp>
        <p:nvSpPr>
          <p:cNvPr id="20" name="settlement-title-2">
            <a:extLst xmlns:a="http://schemas.openxmlformats.org/drawingml/2006/main">
              <a:ext uri="{FF2B5EF4-FFF2-40B4-BE49-F238E27FC236}">
                <a16:creationId xmlns:a16="http://schemas.microsoft.com/office/drawing/2014/main" id="{DD91D9C5-01D8-488D-85A1-D3DC552409A1}"/>
              </a:ext>
            </a:extLst>
          </p:cNvPr>
          <p:cNvSpPr>
            <a:spLocks xmlns:a="http://schemas.openxmlformats.org/drawingml/2006/main" noGrp="1"/>
          </p:cNvSpPr>
          <p:nvPr/>
        </p:nvSpPr>
        <p:spPr>
          <a:xfrm xmlns:a="http://schemas.openxmlformats.org/drawingml/2006/main">
            <a:off x="6076950" y="40005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7F5FA"/>
                </a:solidFill>
                <a:latin typeface="Arial"/>
                <a:ea typeface="Arial"/>
                <a:cs typeface="Arial"/>
              </a:defRPr>
            </a:defPPr>
            <a:lvl1pPr algn="l">
              <a:defRPr sz="1875" b="1">
                <a:solidFill>
                  <a:srgbClr val="F7F5FA"/>
                </a:solidFill>
                <a:latin typeface="Arial"/>
                <a:ea typeface="Arial"/>
                <a:cs typeface="Arial"/>
              </a:defRPr>
            </a:lvl1pPr>
            <a:lvl2pPr algn="l">
              <a:defRPr sz="1875" b="1">
                <a:solidFill>
                  <a:srgbClr val="F7F5FA"/>
                </a:solidFill>
                <a:latin typeface="Arial"/>
                <a:ea typeface="Arial"/>
                <a:cs typeface="Arial"/>
              </a:defRPr>
            </a:lvl2pPr>
            <a:lvl3pPr algn="l">
              <a:defRPr sz="1875" b="1">
                <a:solidFill>
                  <a:srgbClr val="F7F5FA"/>
                </a:solidFill>
                <a:latin typeface="Arial"/>
                <a:ea typeface="Arial"/>
                <a:cs typeface="Arial"/>
              </a:defRPr>
            </a:lvl3pPr>
            <a:lvl4pPr algn="l">
              <a:defRPr sz="1875" b="1">
                <a:solidFill>
                  <a:srgbClr val="F7F5FA"/>
                </a:solidFill>
                <a:latin typeface="Arial"/>
                <a:ea typeface="Arial"/>
                <a:cs typeface="Arial"/>
              </a:defRPr>
            </a:lvl4pPr>
            <a:lvl5pPr algn="l">
              <a:defRPr sz="1875" b="1">
                <a:solidFill>
                  <a:srgbClr val="F7F5FA"/>
                </a:solidFill>
                <a:latin typeface="Arial"/>
                <a:ea typeface="Arial"/>
                <a:cs typeface="Arial"/>
              </a:defRPr>
            </a:lvl5pPr>
            <a:lvl6pPr algn="l">
              <a:defRPr sz="1875" b="1">
                <a:solidFill>
                  <a:srgbClr val="F7F5FA"/>
                </a:solidFill>
                <a:latin typeface="Arial"/>
                <a:ea typeface="Arial"/>
                <a:cs typeface="Arial"/>
              </a:defRPr>
            </a:lvl6pPr>
            <a:lvl7pPr algn="l">
              <a:defRPr sz="1875" b="1">
                <a:solidFill>
                  <a:srgbClr val="F7F5FA"/>
                </a:solidFill>
                <a:latin typeface="Arial"/>
                <a:ea typeface="Arial"/>
                <a:cs typeface="Arial"/>
              </a:defRPr>
            </a:lvl7pPr>
            <a:lvl8pPr algn="l">
              <a:defRPr sz="1875" b="1">
                <a:solidFill>
                  <a:srgbClr val="F7F5FA"/>
                </a:solidFill>
                <a:latin typeface="Arial"/>
                <a:ea typeface="Arial"/>
                <a:cs typeface="Arial"/>
              </a:defRPr>
            </a:lvl8pPr>
            <a:lvl9pPr algn="l">
              <a:defRPr sz="1875" b="1">
                <a:solidFill>
                  <a:srgbClr val="F7F5FA"/>
                </a:solidFill>
                <a:latin typeface="Arial"/>
                <a:ea typeface="Arial"/>
                <a:cs typeface="Arial"/>
              </a:defRPr>
            </a:lvl9pPr>
          </a:lstStyle>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WORKER KEY</a:t>
            </a:r>
          </a:p>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PINNED</a:t>
            </a:r>
          </a:p>
        </p:txBody>
      </p:sp>
      <p:sp>
        <p:nvSpPr>
          <p:cNvPr id="21" name="settlement-detail-2">
            <a:extLst xmlns:a="http://schemas.openxmlformats.org/drawingml/2006/main">
              <a:ext uri="{FF2B5EF4-FFF2-40B4-BE49-F238E27FC236}">
                <a16:creationId xmlns:a16="http://schemas.microsoft.com/office/drawing/2014/main" id="{24BCAC40-42DF-4606-B660-43EE9EADE3F7}"/>
              </a:ext>
            </a:extLst>
          </p:cNvPr>
          <p:cNvSpPr>
            <a:spLocks xmlns:a="http://schemas.openxmlformats.org/drawingml/2006/main" noGrp="1"/>
          </p:cNvSpPr>
          <p:nvPr/>
        </p:nvSpPr>
        <p:spPr>
          <a:xfrm xmlns:a="http://schemas.openxmlformats.org/drawingml/2006/main">
            <a:off x="6076950" y="47244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AA5B4"/>
                </a:solidFill>
                <a:latin typeface="Arial"/>
                <a:ea typeface="Arial"/>
                <a:cs typeface="Arial"/>
              </a:defRPr>
            </a:defPPr>
            <a:lvl1pPr algn="l">
              <a:defRPr sz="1350" b="0">
                <a:solidFill>
                  <a:srgbClr val="AAA5B4"/>
                </a:solidFill>
                <a:latin typeface="Arial"/>
                <a:ea typeface="Arial"/>
                <a:cs typeface="Arial"/>
              </a:defRPr>
            </a:lvl1pPr>
            <a:lvl2pPr algn="l">
              <a:defRPr sz="1350" b="0">
                <a:solidFill>
                  <a:srgbClr val="AAA5B4"/>
                </a:solidFill>
                <a:latin typeface="Arial"/>
                <a:ea typeface="Arial"/>
                <a:cs typeface="Arial"/>
              </a:defRPr>
            </a:lvl2pPr>
            <a:lvl3pPr algn="l">
              <a:defRPr sz="1350" b="0">
                <a:solidFill>
                  <a:srgbClr val="AAA5B4"/>
                </a:solidFill>
                <a:latin typeface="Arial"/>
                <a:ea typeface="Arial"/>
                <a:cs typeface="Arial"/>
              </a:defRPr>
            </a:lvl3pPr>
            <a:lvl4pPr algn="l">
              <a:defRPr sz="1350" b="0">
                <a:solidFill>
                  <a:srgbClr val="AAA5B4"/>
                </a:solidFill>
                <a:latin typeface="Arial"/>
                <a:ea typeface="Arial"/>
                <a:cs typeface="Arial"/>
              </a:defRPr>
            </a:lvl4pPr>
            <a:lvl5pPr algn="l">
              <a:defRPr sz="1350" b="0">
                <a:solidFill>
                  <a:srgbClr val="AAA5B4"/>
                </a:solidFill>
                <a:latin typeface="Arial"/>
                <a:ea typeface="Arial"/>
                <a:cs typeface="Arial"/>
              </a:defRPr>
            </a:lvl5pPr>
            <a:lvl6pPr algn="l">
              <a:defRPr sz="1350" b="0">
                <a:solidFill>
                  <a:srgbClr val="AAA5B4"/>
                </a:solidFill>
                <a:latin typeface="Arial"/>
                <a:ea typeface="Arial"/>
                <a:cs typeface="Arial"/>
              </a:defRPr>
            </a:lvl6pPr>
            <a:lvl7pPr algn="l">
              <a:defRPr sz="1350" b="0">
                <a:solidFill>
                  <a:srgbClr val="AAA5B4"/>
                </a:solidFill>
                <a:latin typeface="Arial"/>
                <a:ea typeface="Arial"/>
                <a:cs typeface="Arial"/>
              </a:defRPr>
            </a:lvl7pPr>
            <a:lvl8pPr algn="l">
              <a:defRPr sz="1350" b="0">
                <a:solidFill>
                  <a:srgbClr val="AAA5B4"/>
                </a:solidFill>
                <a:latin typeface="Arial"/>
                <a:ea typeface="Arial"/>
                <a:cs typeface="Arial"/>
              </a:defRPr>
            </a:lvl8pPr>
            <a:lvl9pPr algn="l">
              <a:defRPr sz="1350" b="0">
                <a:solidFill>
                  <a:srgbClr val="AAA5B4"/>
                </a:solidFill>
                <a:latin typeface="Arial"/>
                <a:ea typeface="Arial"/>
                <a:cs typeface="Arial"/>
              </a:defRPr>
            </a:lvl9pPr>
          </a:lstStyle>
          <a:p xmlns:a="http://schemas.openxmlformats.org/drawingml/2006/main">
            <a:pPr algn="l">
              <a:defRPr sz="1350" b="0">
                <a:solidFill>
                  <a:srgbClr val="AAA5B4"/>
                </a:solidFill>
                <a:latin typeface="Arial"/>
                <a:ea typeface="Arial"/>
                <a:cs typeface="Arial"/>
              </a:defRPr>
            </a:pPr>
            <a:r>
              <a:rPr sz="1350" b="0">
                <a:solidFill>
                  <a:srgbClr val="AAA5B4"/>
                </a:solidFill>
                <a:latin typeface="Arial"/>
                <a:ea typeface="Arial"/>
                <a:cs typeface="Arial"/>
              </a:rPr>
              <a:t>Recipient at start</a:t>
            </a:r>
          </a:p>
        </p:txBody>
      </p:sp>
      <p:sp>
        <p:nvSpPr>
          <p:cNvPr id="22" name="settlement-dot-3">
            <a:extLst xmlns:a="http://schemas.openxmlformats.org/drawingml/2006/main">
              <a:ext uri="{FF2B5EF4-FFF2-40B4-BE49-F238E27FC236}">
                <a16:creationId xmlns:a16="http://schemas.microsoft.com/office/drawing/2014/main" id="{F422CADD-BB4C-433D-86FA-D278C9CAC972}"/>
              </a:ext>
            </a:extLst>
          </p:cNvPr>
          <p:cNvSpPr>
            <a:spLocks xmlns:a="http://schemas.openxmlformats.org/drawingml/2006/main" noGrp="1"/>
          </p:cNvSpPr>
          <p:nvPr/>
        </p:nvSpPr>
        <p:spPr>
          <a:xfrm xmlns:a="http://schemas.openxmlformats.org/drawingml/2006/main">
            <a:off x="8724900" y="3305175"/>
            <a:ext cx="133350" cy="133350"/>
          </a:xfrm>
          <a:prstGeom xmlns:a="http://schemas.openxmlformats.org/drawingml/2006/main" prst="ellipse">
            <a:avLst/>
          </a:prstGeom>
          <a:solidFill xmlns:a="http://schemas.openxmlformats.org/drawingml/2006/main">
            <a:srgbClr val="C8B2FF"/>
          </a:solidFill>
          <a:ln xmlns:a="http://schemas.openxmlformats.org/drawingml/2006/main" w="0">
            <a:noFill/>
            <a:prstDash val="solid"/>
          </a:ln>
        </p:spPr>
      </p:sp>
      <p:sp>
        <p:nvSpPr>
          <p:cNvPr id="23" name="settlement-index-3">
            <a:extLst xmlns:a="http://schemas.openxmlformats.org/drawingml/2006/main">
              <a:ext uri="{FF2B5EF4-FFF2-40B4-BE49-F238E27FC236}">
                <a16:creationId xmlns:a16="http://schemas.microsoft.com/office/drawing/2014/main" id="{4381BD8F-3DF7-4726-A546-5F641151C0CD}"/>
              </a:ext>
            </a:extLst>
          </p:cNvPr>
          <p:cNvSpPr>
            <a:spLocks xmlns:a="http://schemas.openxmlformats.org/drawingml/2006/main" noGrp="1"/>
          </p:cNvSpPr>
          <p:nvPr/>
        </p:nvSpPr>
        <p:spPr>
          <a:xfrm xmlns:a="http://schemas.openxmlformats.org/drawingml/2006/main">
            <a:off x="8724900" y="3667125"/>
            <a:ext cx="53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B2FF"/>
                </a:solidFill>
                <a:latin typeface="Arial"/>
                <a:ea typeface="Arial"/>
                <a:cs typeface="Arial"/>
              </a:defRPr>
            </a:defPPr>
            <a:lvl1pPr algn="l">
              <a:defRPr sz="1050" b="1">
                <a:solidFill>
                  <a:srgbClr val="C8B2FF"/>
                </a:solidFill>
                <a:latin typeface="Arial"/>
                <a:ea typeface="Arial"/>
                <a:cs typeface="Arial"/>
              </a:defRPr>
            </a:lvl1pPr>
            <a:lvl2pPr algn="l">
              <a:defRPr sz="1050" b="1">
                <a:solidFill>
                  <a:srgbClr val="C8B2FF"/>
                </a:solidFill>
                <a:latin typeface="Arial"/>
                <a:ea typeface="Arial"/>
                <a:cs typeface="Arial"/>
              </a:defRPr>
            </a:lvl2pPr>
            <a:lvl3pPr algn="l">
              <a:defRPr sz="1050" b="1">
                <a:solidFill>
                  <a:srgbClr val="C8B2FF"/>
                </a:solidFill>
                <a:latin typeface="Arial"/>
                <a:ea typeface="Arial"/>
                <a:cs typeface="Arial"/>
              </a:defRPr>
            </a:lvl3pPr>
            <a:lvl4pPr algn="l">
              <a:defRPr sz="1050" b="1">
                <a:solidFill>
                  <a:srgbClr val="C8B2FF"/>
                </a:solidFill>
                <a:latin typeface="Arial"/>
                <a:ea typeface="Arial"/>
                <a:cs typeface="Arial"/>
              </a:defRPr>
            </a:lvl4pPr>
            <a:lvl5pPr algn="l">
              <a:defRPr sz="1050" b="1">
                <a:solidFill>
                  <a:srgbClr val="C8B2FF"/>
                </a:solidFill>
                <a:latin typeface="Arial"/>
                <a:ea typeface="Arial"/>
                <a:cs typeface="Arial"/>
              </a:defRPr>
            </a:lvl5pPr>
            <a:lvl6pPr algn="l">
              <a:defRPr sz="1050" b="1">
                <a:solidFill>
                  <a:srgbClr val="C8B2FF"/>
                </a:solidFill>
                <a:latin typeface="Arial"/>
                <a:ea typeface="Arial"/>
                <a:cs typeface="Arial"/>
              </a:defRPr>
            </a:lvl6pPr>
            <a:lvl7pPr algn="l">
              <a:defRPr sz="1050" b="1">
                <a:solidFill>
                  <a:srgbClr val="C8B2FF"/>
                </a:solidFill>
                <a:latin typeface="Arial"/>
                <a:ea typeface="Arial"/>
                <a:cs typeface="Arial"/>
              </a:defRPr>
            </a:lvl7pPr>
            <a:lvl8pPr algn="l">
              <a:defRPr sz="1050" b="1">
                <a:solidFill>
                  <a:srgbClr val="C8B2FF"/>
                </a:solidFill>
                <a:latin typeface="Arial"/>
                <a:ea typeface="Arial"/>
                <a:cs typeface="Arial"/>
              </a:defRPr>
            </a:lvl8pPr>
            <a:lvl9pPr algn="l">
              <a:defRPr sz="1050" b="1">
                <a:solidFill>
                  <a:srgbClr val="C8B2FF"/>
                </a:solidFill>
                <a:latin typeface="Arial"/>
                <a:ea typeface="Arial"/>
                <a:cs typeface="Arial"/>
              </a:defRPr>
            </a:lvl9pPr>
          </a:lstStyle>
          <a:p xmlns:a="http://schemas.openxmlformats.org/drawingml/2006/main">
            <a:pPr algn="l">
              <a:defRPr sz="1050" b="1">
                <a:solidFill>
                  <a:srgbClr val="C8B2FF"/>
                </a:solidFill>
                <a:latin typeface="Arial"/>
                <a:ea typeface="Arial"/>
                <a:cs typeface="Arial"/>
              </a:defRPr>
            </a:pPr>
            <a:r>
              <a:rPr sz="1050" b="1">
                <a:solidFill>
                  <a:srgbClr val="C8B2FF"/>
                </a:solidFill>
                <a:latin typeface="Arial"/>
                <a:ea typeface="Arial"/>
                <a:cs typeface="Arial"/>
              </a:rPr>
              <a:t>04</a:t>
            </a:r>
          </a:p>
        </p:txBody>
      </p:sp>
      <p:sp>
        <p:nvSpPr>
          <p:cNvPr id="24" name="settlement-title-3">
            <a:extLst xmlns:a="http://schemas.openxmlformats.org/drawingml/2006/main">
              <a:ext uri="{FF2B5EF4-FFF2-40B4-BE49-F238E27FC236}">
                <a16:creationId xmlns:a16="http://schemas.microsoft.com/office/drawing/2014/main" id="{E2B1557F-1CAF-41EE-846A-2B59B1C1C89F}"/>
              </a:ext>
            </a:extLst>
          </p:cNvPr>
          <p:cNvSpPr>
            <a:spLocks xmlns:a="http://schemas.openxmlformats.org/drawingml/2006/main" noGrp="1"/>
          </p:cNvSpPr>
          <p:nvPr/>
        </p:nvSpPr>
        <p:spPr>
          <a:xfrm xmlns:a="http://schemas.openxmlformats.org/drawingml/2006/main">
            <a:off x="8724900" y="40005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7F5FA"/>
                </a:solidFill>
                <a:latin typeface="Arial"/>
                <a:ea typeface="Arial"/>
                <a:cs typeface="Arial"/>
              </a:defRPr>
            </a:defPPr>
            <a:lvl1pPr algn="l">
              <a:defRPr sz="1875" b="1">
                <a:solidFill>
                  <a:srgbClr val="F7F5FA"/>
                </a:solidFill>
                <a:latin typeface="Arial"/>
                <a:ea typeface="Arial"/>
                <a:cs typeface="Arial"/>
              </a:defRPr>
            </a:lvl1pPr>
            <a:lvl2pPr algn="l">
              <a:defRPr sz="1875" b="1">
                <a:solidFill>
                  <a:srgbClr val="F7F5FA"/>
                </a:solidFill>
                <a:latin typeface="Arial"/>
                <a:ea typeface="Arial"/>
                <a:cs typeface="Arial"/>
              </a:defRPr>
            </a:lvl2pPr>
            <a:lvl3pPr algn="l">
              <a:defRPr sz="1875" b="1">
                <a:solidFill>
                  <a:srgbClr val="F7F5FA"/>
                </a:solidFill>
                <a:latin typeface="Arial"/>
                <a:ea typeface="Arial"/>
                <a:cs typeface="Arial"/>
              </a:defRPr>
            </a:lvl3pPr>
            <a:lvl4pPr algn="l">
              <a:defRPr sz="1875" b="1">
                <a:solidFill>
                  <a:srgbClr val="F7F5FA"/>
                </a:solidFill>
                <a:latin typeface="Arial"/>
                <a:ea typeface="Arial"/>
                <a:cs typeface="Arial"/>
              </a:defRPr>
            </a:lvl4pPr>
            <a:lvl5pPr algn="l">
              <a:defRPr sz="1875" b="1">
                <a:solidFill>
                  <a:srgbClr val="F7F5FA"/>
                </a:solidFill>
                <a:latin typeface="Arial"/>
                <a:ea typeface="Arial"/>
                <a:cs typeface="Arial"/>
              </a:defRPr>
            </a:lvl5pPr>
            <a:lvl6pPr algn="l">
              <a:defRPr sz="1875" b="1">
                <a:solidFill>
                  <a:srgbClr val="F7F5FA"/>
                </a:solidFill>
                <a:latin typeface="Arial"/>
                <a:ea typeface="Arial"/>
                <a:cs typeface="Arial"/>
              </a:defRPr>
            </a:lvl6pPr>
            <a:lvl7pPr algn="l">
              <a:defRPr sz="1875" b="1">
                <a:solidFill>
                  <a:srgbClr val="F7F5FA"/>
                </a:solidFill>
                <a:latin typeface="Arial"/>
                <a:ea typeface="Arial"/>
                <a:cs typeface="Arial"/>
              </a:defRPr>
            </a:lvl7pPr>
            <a:lvl8pPr algn="l">
              <a:defRPr sz="1875" b="1">
                <a:solidFill>
                  <a:srgbClr val="F7F5FA"/>
                </a:solidFill>
                <a:latin typeface="Arial"/>
                <a:ea typeface="Arial"/>
                <a:cs typeface="Arial"/>
              </a:defRPr>
            </a:lvl8pPr>
            <a:lvl9pPr algn="l">
              <a:defRPr sz="1875" b="1">
                <a:solidFill>
                  <a:srgbClr val="F7F5FA"/>
                </a:solidFill>
                <a:latin typeface="Arial"/>
                <a:ea typeface="Arial"/>
                <a:cs typeface="Arial"/>
              </a:defRPr>
            </a:lvl9pPr>
          </a:lstStyle>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TASK</a:t>
            </a:r>
          </a:p>
          <a:p xmlns:a="http://schemas.openxmlformats.org/drawingml/2006/main">
            <a:pPr algn="l">
              <a:defRPr sz="1875" b="1">
                <a:solidFill>
                  <a:srgbClr val="F7F5FA"/>
                </a:solidFill>
                <a:latin typeface="Arial"/>
                <a:ea typeface="Arial"/>
                <a:cs typeface="Arial"/>
              </a:defRPr>
            </a:pPr>
            <a:r>
              <a:rPr sz="1875" b="1">
                <a:solidFill>
                  <a:srgbClr val="F7F5FA"/>
                </a:solidFill>
                <a:latin typeface="Arial"/>
                <a:ea typeface="Arial"/>
                <a:cs typeface="Arial"/>
              </a:rPr>
              <a:t>RECEIPT</a:t>
            </a:r>
          </a:p>
        </p:txBody>
      </p:sp>
      <p:sp>
        <p:nvSpPr>
          <p:cNvPr id="25" name="settlement-detail-3">
            <a:extLst xmlns:a="http://schemas.openxmlformats.org/drawingml/2006/main">
              <a:ext uri="{FF2B5EF4-FFF2-40B4-BE49-F238E27FC236}">
                <a16:creationId xmlns:a16="http://schemas.microsoft.com/office/drawing/2014/main" id="{FB5A4C9C-BC71-4B0D-9B4C-B8D47516F16B}"/>
              </a:ext>
            </a:extLst>
          </p:cNvPr>
          <p:cNvSpPr>
            <a:spLocks xmlns:a="http://schemas.openxmlformats.org/drawingml/2006/main" noGrp="1"/>
          </p:cNvSpPr>
          <p:nvPr/>
        </p:nvSpPr>
        <p:spPr>
          <a:xfrm xmlns:a="http://schemas.openxmlformats.org/drawingml/2006/main">
            <a:off x="8724900" y="47244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AA5B4"/>
                </a:solidFill>
                <a:latin typeface="Arial"/>
                <a:ea typeface="Arial"/>
                <a:cs typeface="Arial"/>
              </a:defRPr>
            </a:defPPr>
            <a:lvl1pPr algn="l">
              <a:defRPr sz="1350" b="0">
                <a:solidFill>
                  <a:srgbClr val="AAA5B4"/>
                </a:solidFill>
                <a:latin typeface="Arial"/>
                <a:ea typeface="Arial"/>
                <a:cs typeface="Arial"/>
              </a:defRPr>
            </a:lvl1pPr>
            <a:lvl2pPr algn="l">
              <a:defRPr sz="1350" b="0">
                <a:solidFill>
                  <a:srgbClr val="AAA5B4"/>
                </a:solidFill>
                <a:latin typeface="Arial"/>
                <a:ea typeface="Arial"/>
                <a:cs typeface="Arial"/>
              </a:defRPr>
            </a:lvl2pPr>
            <a:lvl3pPr algn="l">
              <a:defRPr sz="1350" b="0">
                <a:solidFill>
                  <a:srgbClr val="AAA5B4"/>
                </a:solidFill>
                <a:latin typeface="Arial"/>
                <a:ea typeface="Arial"/>
                <a:cs typeface="Arial"/>
              </a:defRPr>
            </a:lvl3pPr>
            <a:lvl4pPr algn="l">
              <a:defRPr sz="1350" b="0">
                <a:solidFill>
                  <a:srgbClr val="AAA5B4"/>
                </a:solidFill>
                <a:latin typeface="Arial"/>
                <a:ea typeface="Arial"/>
                <a:cs typeface="Arial"/>
              </a:defRPr>
            </a:lvl4pPr>
            <a:lvl5pPr algn="l">
              <a:defRPr sz="1350" b="0">
                <a:solidFill>
                  <a:srgbClr val="AAA5B4"/>
                </a:solidFill>
                <a:latin typeface="Arial"/>
                <a:ea typeface="Arial"/>
                <a:cs typeface="Arial"/>
              </a:defRPr>
            </a:lvl5pPr>
            <a:lvl6pPr algn="l">
              <a:defRPr sz="1350" b="0">
                <a:solidFill>
                  <a:srgbClr val="AAA5B4"/>
                </a:solidFill>
                <a:latin typeface="Arial"/>
                <a:ea typeface="Arial"/>
                <a:cs typeface="Arial"/>
              </a:defRPr>
            </a:lvl6pPr>
            <a:lvl7pPr algn="l">
              <a:defRPr sz="1350" b="0">
                <a:solidFill>
                  <a:srgbClr val="AAA5B4"/>
                </a:solidFill>
                <a:latin typeface="Arial"/>
                <a:ea typeface="Arial"/>
                <a:cs typeface="Arial"/>
              </a:defRPr>
            </a:lvl7pPr>
            <a:lvl8pPr algn="l">
              <a:defRPr sz="1350" b="0">
                <a:solidFill>
                  <a:srgbClr val="AAA5B4"/>
                </a:solidFill>
                <a:latin typeface="Arial"/>
                <a:ea typeface="Arial"/>
                <a:cs typeface="Arial"/>
              </a:defRPr>
            </a:lvl8pPr>
            <a:lvl9pPr algn="l">
              <a:defRPr sz="1350" b="0">
                <a:solidFill>
                  <a:srgbClr val="AAA5B4"/>
                </a:solidFill>
                <a:latin typeface="Arial"/>
                <a:ea typeface="Arial"/>
                <a:cs typeface="Arial"/>
              </a:defRPr>
            </a:lvl9pPr>
          </a:lstStyle>
          <a:p xmlns:a="http://schemas.openxmlformats.org/drawingml/2006/main">
            <a:pPr algn="l">
              <a:defRPr sz="1350" b="0">
                <a:solidFill>
                  <a:srgbClr val="AAA5B4"/>
                </a:solidFill>
                <a:latin typeface="Arial"/>
                <a:ea typeface="Arial"/>
                <a:cs typeface="Arial"/>
              </a:defRPr>
            </a:pPr>
            <a:r>
              <a:rPr sz="1350" b="0">
                <a:solidFill>
                  <a:srgbClr val="AAA5B4"/>
                </a:solidFill>
                <a:latin typeface="Arial"/>
                <a:ea typeface="Arial"/>
                <a:cs typeface="Arial"/>
              </a:rPr>
              <a:t>Persistent, retry-safe</a:t>
            </a:r>
          </a:p>
        </p:txBody>
      </p:sp>
      <p:sp>
        <p:nvSpPr>
          <p:cNvPr id="26" name="payout-share">
            <a:extLst xmlns:a="http://schemas.openxmlformats.org/drawingml/2006/main">
              <a:ext uri="{FF2B5EF4-FFF2-40B4-BE49-F238E27FC236}">
                <a16:creationId xmlns:a16="http://schemas.microsoft.com/office/drawing/2014/main" id="{50CF05D6-56D4-440D-8A6D-832251B654AB}"/>
              </a:ext>
            </a:extLst>
          </p:cNvPr>
          <p:cNvSpPr>
            <a:spLocks xmlns:a="http://schemas.openxmlformats.org/drawingml/2006/main" noGrp="1"/>
          </p:cNvSpPr>
          <p:nvPr/>
        </p:nvSpPr>
        <p:spPr>
          <a:xfrm xmlns:a="http://schemas.openxmlformats.org/drawingml/2006/main">
            <a:off x="762000" y="5334000"/>
            <a:ext cx="2000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462"/>
          </a:bodyPr>
          <a:lstStyle xmlns:a="http://schemas.openxmlformats.org/drawingml/2006/main">
            <a:defPPr algn="l">
              <a:defRPr sz="4650" b="1">
                <a:solidFill>
                  <a:srgbClr val="C8B2FF"/>
                </a:solidFill>
                <a:latin typeface="Arial"/>
                <a:ea typeface="Arial"/>
                <a:cs typeface="Arial"/>
              </a:defRPr>
            </a:defPPr>
            <a:lvl1pPr algn="l">
              <a:defRPr sz="4650" b="1">
                <a:solidFill>
                  <a:srgbClr val="C8B2FF"/>
                </a:solidFill>
                <a:latin typeface="Arial"/>
                <a:ea typeface="Arial"/>
                <a:cs typeface="Arial"/>
              </a:defRPr>
            </a:lvl1pPr>
            <a:lvl2pPr algn="l">
              <a:defRPr sz="4650" b="1">
                <a:solidFill>
                  <a:srgbClr val="C8B2FF"/>
                </a:solidFill>
                <a:latin typeface="Arial"/>
                <a:ea typeface="Arial"/>
                <a:cs typeface="Arial"/>
              </a:defRPr>
            </a:lvl2pPr>
            <a:lvl3pPr algn="l">
              <a:defRPr sz="4650" b="1">
                <a:solidFill>
                  <a:srgbClr val="C8B2FF"/>
                </a:solidFill>
                <a:latin typeface="Arial"/>
                <a:ea typeface="Arial"/>
                <a:cs typeface="Arial"/>
              </a:defRPr>
            </a:lvl3pPr>
            <a:lvl4pPr algn="l">
              <a:defRPr sz="4650" b="1">
                <a:solidFill>
                  <a:srgbClr val="C8B2FF"/>
                </a:solidFill>
                <a:latin typeface="Arial"/>
                <a:ea typeface="Arial"/>
                <a:cs typeface="Arial"/>
              </a:defRPr>
            </a:lvl4pPr>
            <a:lvl5pPr algn="l">
              <a:defRPr sz="4650" b="1">
                <a:solidFill>
                  <a:srgbClr val="C8B2FF"/>
                </a:solidFill>
                <a:latin typeface="Arial"/>
                <a:ea typeface="Arial"/>
                <a:cs typeface="Arial"/>
              </a:defRPr>
            </a:lvl5pPr>
            <a:lvl6pPr algn="l">
              <a:defRPr sz="4650" b="1">
                <a:solidFill>
                  <a:srgbClr val="C8B2FF"/>
                </a:solidFill>
                <a:latin typeface="Arial"/>
                <a:ea typeface="Arial"/>
                <a:cs typeface="Arial"/>
              </a:defRPr>
            </a:lvl6pPr>
            <a:lvl7pPr algn="l">
              <a:defRPr sz="4650" b="1">
                <a:solidFill>
                  <a:srgbClr val="C8B2FF"/>
                </a:solidFill>
                <a:latin typeface="Arial"/>
                <a:ea typeface="Arial"/>
                <a:cs typeface="Arial"/>
              </a:defRPr>
            </a:lvl7pPr>
            <a:lvl8pPr algn="l">
              <a:defRPr sz="4650" b="1">
                <a:solidFill>
                  <a:srgbClr val="C8B2FF"/>
                </a:solidFill>
                <a:latin typeface="Arial"/>
                <a:ea typeface="Arial"/>
                <a:cs typeface="Arial"/>
              </a:defRPr>
            </a:lvl8pPr>
            <a:lvl9pPr algn="l">
              <a:defRPr sz="4650" b="1">
                <a:solidFill>
                  <a:srgbClr val="C8B2FF"/>
                </a:solidFill>
                <a:latin typeface="Arial"/>
                <a:ea typeface="Arial"/>
                <a:cs typeface="Arial"/>
              </a:defRPr>
            </a:lvl9pPr>
          </a:lstStyle>
          <a:p xmlns:a="http://schemas.openxmlformats.org/drawingml/2006/main">
            <a:pPr algn="l">
              <a:defRPr sz="4650" b="1">
                <a:solidFill>
                  <a:srgbClr val="C8B2FF"/>
                </a:solidFill>
                <a:latin typeface="Arial"/>
                <a:ea typeface="Arial"/>
                <a:cs typeface="Arial"/>
              </a:defRPr>
            </a:pPr>
            <a:r>
              <a:rPr sz="4650" b="1">
                <a:solidFill>
                  <a:srgbClr val="C8B2FF"/>
                </a:solidFill>
                <a:latin typeface="Arial"/>
                <a:ea typeface="Arial"/>
                <a:cs typeface="Arial"/>
              </a:rPr>
              <a:t>100%</a:t>
            </a:r>
          </a:p>
        </p:txBody>
      </p:sp>
      <p:sp>
        <p:nvSpPr>
          <p:cNvPr id="27" name="payout-description">
            <a:extLst xmlns:a="http://schemas.openxmlformats.org/drawingml/2006/main">
              <a:ext uri="{FF2B5EF4-FFF2-40B4-BE49-F238E27FC236}">
                <a16:creationId xmlns:a16="http://schemas.microsoft.com/office/drawing/2014/main" id="{AE3BA56B-2ED0-403F-84A8-FA84C14E02AD}"/>
              </a:ext>
            </a:extLst>
          </p:cNvPr>
          <p:cNvSpPr>
            <a:spLocks xmlns:a="http://schemas.openxmlformats.org/drawingml/2006/main" noGrp="1"/>
          </p:cNvSpPr>
          <p:nvPr/>
        </p:nvSpPr>
        <p:spPr>
          <a:xfrm xmlns:a="http://schemas.openxmlformats.org/drawingml/2006/main">
            <a:off x="2647950" y="54578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707"/>
          </a:bodyPr>
          <a:lstStyle xmlns:a="http://schemas.openxmlformats.org/drawingml/2006/main">
            <a:defPPr algn="l">
              <a:defRPr sz="1650" b="0">
                <a:solidFill>
                  <a:srgbClr val="F7F5FA"/>
                </a:solidFill>
                <a:latin typeface="Arial"/>
                <a:ea typeface="Arial"/>
                <a:cs typeface="Arial"/>
              </a:defRPr>
            </a:defPPr>
            <a:lvl1pPr algn="l">
              <a:defRPr sz="1650" b="0">
                <a:solidFill>
                  <a:srgbClr val="F7F5FA"/>
                </a:solidFill>
                <a:latin typeface="Arial"/>
                <a:ea typeface="Arial"/>
                <a:cs typeface="Arial"/>
              </a:defRPr>
            </a:lvl1pPr>
            <a:lvl2pPr algn="l">
              <a:defRPr sz="1650" b="0">
                <a:solidFill>
                  <a:srgbClr val="F7F5FA"/>
                </a:solidFill>
                <a:latin typeface="Arial"/>
                <a:ea typeface="Arial"/>
                <a:cs typeface="Arial"/>
              </a:defRPr>
            </a:lvl2pPr>
            <a:lvl3pPr algn="l">
              <a:defRPr sz="1650" b="0">
                <a:solidFill>
                  <a:srgbClr val="F7F5FA"/>
                </a:solidFill>
                <a:latin typeface="Arial"/>
                <a:ea typeface="Arial"/>
                <a:cs typeface="Arial"/>
              </a:defRPr>
            </a:lvl3pPr>
            <a:lvl4pPr algn="l">
              <a:defRPr sz="1650" b="0">
                <a:solidFill>
                  <a:srgbClr val="F7F5FA"/>
                </a:solidFill>
                <a:latin typeface="Arial"/>
                <a:ea typeface="Arial"/>
                <a:cs typeface="Arial"/>
              </a:defRPr>
            </a:lvl4pPr>
            <a:lvl5pPr algn="l">
              <a:defRPr sz="1650" b="0">
                <a:solidFill>
                  <a:srgbClr val="F7F5FA"/>
                </a:solidFill>
                <a:latin typeface="Arial"/>
                <a:ea typeface="Arial"/>
                <a:cs typeface="Arial"/>
              </a:defRPr>
            </a:lvl5pPr>
            <a:lvl6pPr algn="l">
              <a:defRPr sz="1650" b="0">
                <a:solidFill>
                  <a:srgbClr val="F7F5FA"/>
                </a:solidFill>
                <a:latin typeface="Arial"/>
                <a:ea typeface="Arial"/>
                <a:cs typeface="Arial"/>
              </a:defRPr>
            </a:lvl6pPr>
            <a:lvl7pPr algn="l">
              <a:defRPr sz="1650" b="0">
                <a:solidFill>
                  <a:srgbClr val="F7F5FA"/>
                </a:solidFill>
                <a:latin typeface="Arial"/>
                <a:ea typeface="Arial"/>
                <a:cs typeface="Arial"/>
              </a:defRPr>
            </a:lvl7pPr>
            <a:lvl8pPr algn="l">
              <a:defRPr sz="1650" b="0">
                <a:solidFill>
                  <a:srgbClr val="F7F5FA"/>
                </a:solidFill>
                <a:latin typeface="Arial"/>
                <a:ea typeface="Arial"/>
                <a:cs typeface="Arial"/>
              </a:defRPr>
            </a:lvl8pPr>
            <a:lvl9pPr algn="l">
              <a:defRPr sz="1650" b="0">
                <a:solidFill>
                  <a:srgbClr val="F7F5FA"/>
                </a:solidFill>
                <a:latin typeface="Arial"/>
                <a:ea typeface="Arial"/>
                <a:cs typeface="Arial"/>
              </a:defRPr>
            </a:lvl9pPr>
          </a:lstStyle>
          <a:p xmlns:a="http://schemas.openxmlformats.org/drawingml/2006/main">
            <a:pPr algn="l">
              <a:defRPr sz="1650" b="0">
                <a:solidFill>
                  <a:srgbClr val="F7F5FA"/>
                </a:solidFill>
                <a:latin typeface="Arial"/>
                <a:ea typeface="Arial"/>
                <a:cs typeface="Arial"/>
              </a:defRPr>
            </a:pPr>
            <a:r>
              <a:rPr sz="1650" b="0">
                <a:solidFill>
                  <a:srgbClr val="F7F5FA"/>
                </a:solidFill>
                <a:latin typeface="Arial"/>
                <a:ea typeface="Arial"/>
                <a:cs typeface="Arial"/>
              </a:rPr>
              <a:t>of the confirmed task charge routes to the assigned worker.</a:t>
            </a:r>
          </a:p>
        </p:txBody>
      </p:sp>
      <p:sp>
        <p:nvSpPr>
          <p:cNvPr id="28" name="chain-boundary">
            <a:extLst xmlns:a="http://schemas.openxmlformats.org/drawingml/2006/main">
              <a:ext uri="{FF2B5EF4-FFF2-40B4-BE49-F238E27FC236}">
                <a16:creationId xmlns:a16="http://schemas.microsoft.com/office/drawing/2014/main" id="{61F70115-903D-4561-963E-EDECCEF1EBD5}"/>
              </a:ext>
            </a:extLst>
          </p:cNvPr>
          <p:cNvSpPr>
            <a:spLocks xmlns:a="http://schemas.openxmlformats.org/drawingml/2006/main" noGrp="1"/>
          </p:cNvSpPr>
          <p:nvPr/>
        </p:nvSpPr>
        <p:spPr>
          <a:xfrm xmlns:a="http://schemas.openxmlformats.org/drawingml/2006/main">
            <a:off x="8172450" y="5276850"/>
            <a:ext cx="0" cy="81915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29" name="preview-mode">
            <a:extLst xmlns:a="http://schemas.openxmlformats.org/drawingml/2006/main">
              <a:ext uri="{FF2B5EF4-FFF2-40B4-BE49-F238E27FC236}">
                <a16:creationId xmlns:a16="http://schemas.microsoft.com/office/drawing/2014/main" id="{7A9FA39A-5F0D-4F59-BB19-0A3E3EFC2054}"/>
              </a:ext>
            </a:extLst>
          </p:cNvPr>
          <p:cNvSpPr>
            <a:spLocks xmlns:a="http://schemas.openxmlformats.org/drawingml/2006/main" noGrp="1"/>
          </p:cNvSpPr>
          <p:nvPr/>
        </p:nvSpPr>
        <p:spPr>
          <a:xfrm xmlns:a="http://schemas.openxmlformats.org/drawingml/2006/main">
            <a:off x="8496300" y="5286375"/>
            <a:ext cx="2952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82E5F4"/>
                </a:solidFill>
                <a:latin typeface="Arial"/>
                <a:ea typeface="Arial"/>
                <a:cs typeface="Arial"/>
              </a:defRPr>
            </a:defPPr>
            <a:lvl1pPr algn="l">
              <a:defRPr sz="1350" b="1">
                <a:solidFill>
                  <a:srgbClr val="82E5F4"/>
                </a:solidFill>
                <a:latin typeface="Arial"/>
                <a:ea typeface="Arial"/>
                <a:cs typeface="Arial"/>
              </a:defRPr>
            </a:lvl1pPr>
            <a:lvl2pPr algn="l">
              <a:defRPr sz="1350" b="1">
                <a:solidFill>
                  <a:srgbClr val="82E5F4"/>
                </a:solidFill>
                <a:latin typeface="Arial"/>
                <a:ea typeface="Arial"/>
                <a:cs typeface="Arial"/>
              </a:defRPr>
            </a:lvl2pPr>
            <a:lvl3pPr algn="l">
              <a:defRPr sz="1350" b="1">
                <a:solidFill>
                  <a:srgbClr val="82E5F4"/>
                </a:solidFill>
                <a:latin typeface="Arial"/>
                <a:ea typeface="Arial"/>
                <a:cs typeface="Arial"/>
              </a:defRPr>
            </a:lvl3pPr>
            <a:lvl4pPr algn="l">
              <a:defRPr sz="1350" b="1">
                <a:solidFill>
                  <a:srgbClr val="82E5F4"/>
                </a:solidFill>
                <a:latin typeface="Arial"/>
                <a:ea typeface="Arial"/>
                <a:cs typeface="Arial"/>
              </a:defRPr>
            </a:lvl4pPr>
            <a:lvl5pPr algn="l">
              <a:defRPr sz="1350" b="1">
                <a:solidFill>
                  <a:srgbClr val="82E5F4"/>
                </a:solidFill>
                <a:latin typeface="Arial"/>
                <a:ea typeface="Arial"/>
                <a:cs typeface="Arial"/>
              </a:defRPr>
            </a:lvl5pPr>
            <a:lvl6pPr algn="l">
              <a:defRPr sz="1350" b="1">
                <a:solidFill>
                  <a:srgbClr val="82E5F4"/>
                </a:solidFill>
                <a:latin typeface="Arial"/>
                <a:ea typeface="Arial"/>
                <a:cs typeface="Arial"/>
              </a:defRPr>
            </a:lvl6pPr>
            <a:lvl7pPr algn="l">
              <a:defRPr sz="1350" b="1">
                <a:solidFill>
                  <a:srgbClr val="82E5F4"/>
                </a:solidFill>
                <a:latin typeface="Arial"/>
                <a:ea typeface="Arial"/>
                <a:cs typeface="Arial"/>
              </a:defRPr>
            </a:lvl7pPr>
            <a:lvl8pPr algn="l">
              <a:defRPr sz="1350" b="1">
                <a:solidFill>
                  <a:srgbClr val="82E5F4"/>
                </a:solidFill>
                <a:latin typeface="Arial"/>
                <a:ea typeface="Arial"/>
                <a:cs typeface="Arial"/>
              </a:defRPr>
            </a:lvl8pPr>
            <a:lvl9pPr algn="l">
              <a:defRPr sz="1350" b="1">
                <a:solidFill>
                  <a:srgbClr val="82E5F4"/>
                </a:solidFill>
                <a:latin typeface="Arial"/>
                <a:ea typeface="Arial"/>
                <a:cs typeface="Arial"/>
              </a:defRPr>
            </a:lvl9pPr>
          </a:lstStyle>
          <a:p xmlns:a="http://schemas.openxmlformats.org/drawingml/2006/main">
            <a:pPr algn="l">
              <a:defRPr sz="1350" b="1">
                <a:solidFill>
                  <a:srgbClr val="82E5F4"/>
                </a:solidFill>
                <a:latin typeface="Arial"/>
                <a:ea typeface="Arial"/>
                <a:cs typeface="Arial"/>
              </a:defRPr>
            </a:pPr>
            <a:r>
              <a:rPr sz="1350" b="1">
                <a:solidFill>
                  <a:srgbClr val="82E5F4"/>
                </a:solidFill>
                <a:latin typeface="Arial"/>
                <a:ea typeface="Arial"/>
                <a:cs typeface="Arial"/>
              </a:rPr>
              <a:t>TODAY  /  OFF_CHAIN  /  0 SOL</a:t>
            </a:r>
          </a:p>
        </p:txBody>
      </p:sp>
      <p:sp>
        <p:nvSpPr>
          <p:cNvPr id="30" name="preview-caveat">
            <a:extLst xmlns:a="http://schemas.openxmlformats.org/drawingml/2006/main">
              <a:ext uri="{FF2B5EF4-FFF2-40B4-BE49-F238E27FC236}">
                <a16:creationId xmlns:a16="http://schemas.microsoft.com/office/drawing/2014/main" id="{BC16BCA6-C348-4FF9-886F-2BFAC4CDE5C9}"/>
              </a:ext>
            </a:extLst>
          </p:cNvPr>
          <p:cNvSpPr>
            <a:spLocks xmlns:a="http://schemas.openxmlformats.org/drawingml/2006/main" noGrp="1"/>
          </p:cNvSpPr>
          <p:nvPr/>
        </p:nvSpPr>
        <p:spPr>
          <a:xfrm xmlns:a="http://schemas.openxmlformats.org/drawingml/2006/main">
            <a:off x="8496300" y="5619750"/>
            <a:ext cx="2990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AA5B4"/>
                </a:solidFill>
                <a:latin typeface="Arial"/>
                <a:ea typeface="Arial"/>
                <a:cs typeface="Arial"/>
              </a:defRPr>
            </a:defPPr>
            <a:lvl1pPr algn="l">
              <a:defRPr sz="1275" b="0">
                <a:solidFill>
                  <a:srgbClr val="AAA5B4"/>
                </a:solidFill>
                <a:latin typeface="Arial"/>
                <a:ea typeface="Arial"/>
                <a:cs typeface="Arial"/>
              </a:defRPr>
            </a:lvl1pPr>
            <a:lvl2pPr algn="l">
              <a:defRPr sz="1275" b="0">
                <a:solidFill>
                  <a:srgbClr val="AAA5B4"/>
                </a:solidFill>
                <a:latin typeface="Arial"/>
                <a:ea typeface="Arial"/>
                <a:cs typeface="Arial"/>
              </a:defRPr>
            </a:lvl2pPr>
            <a:lvl3pPr algn="l">
              <a:defRPr sz="1275" b="0">
                <a:solidFill>
                  <a:srgbClr val="AAA5B4"/>
                </a:solidFill>
                <a:latin typeface="Arial"/>
                <a:ea typeface="Arial"/>
                <a:cs typeface="Arial"/>
              </a:defRPr>
            </a:lvl3pPr>
            <a:lvl4pPr algn="l">
              <a:defRPr sz="1275" b="0">
                <a:solidFill>
                  <a:srgbClr val="AAA5B4"/>
                </a:solidFill>
                <a:latin typeface="Arial"/>
                <a:ea typeface="Arial"/>
                <a:cs typeface="Arial"/>
              </a:defRPr>
            </a:lvl4pPr>
            <a:lvl5pPr algn="l">
              <a:defRPr sz="1275" b="0">
                <a:solidFill>
                  <a:srgbClr val="AAA5B4"/>
                </a:solidFill>
                <a:latin typeface="Arial"/>
                <a:ea typeface="Arial"/>
                <a:cs typeface="Arial"/>
              </a:defRPr>
            </a:lvl5pPr>
            <a:lvl6pPr algn="l">
              <a:defRPr sz="1275" b="0">
                <a:solidFill>
                  <a:srgbClr val="AAA5B4"/>
                </a:solidFill>
                <a:latin typeface="Arial"/>
                <a:ea typeface="Arial"/>
                <a:cs typeface="Arial"/>
              </a:defRPr>
            </a:lvl6pPr>
            <a:lvl7pPr algn="l">
              <a:defRPr sz="1275" b="0">
                <a:solidFill>
                  <a:srgbClr val="AAA5B4"/>
                </a:solidFill>
                <a:latin typeface="Arial"/>
                <a:ea typeface="Arial"/>
                <a:cs typeface="Arial"/>
              </a:defRPr>
            </a:lvl7pPr>
            <a:lvl8pPr algn="l">
              <a:defRPr sz="1275" b="0">
                <a:solidFill>
                  <a:srgbClr val="AAA5B4"/>
                </a:solidFill>
                <a:latin typeface="Arial"/>
                <a:ea typeface="Arial"/>
                <a:cs typeface="Arial"/>
              </a:defRPr>
            </a:lvl8pPr>
            <a:lvl9pPr algn="l">
              <a:defRPr sz="1275" b="0">
                <a:solidFill>
                  <a:srgbClr val="AAA5B4"/>
                </a:solidFill>
                <a:latin typeface="Arial"/>
                <a:ea typeface="Arial"/>
                <a:cs typeface="Arial"/>
              </a:defRPr>
            </a:lvl9pPr>
          </a:lstStyle>
          <a:p xmlns:a="http://schemas.openxmlformats.org/drawingml/2006/main">
            <a:pPr algn="l">
              <a:defRPr sz="1275" b="0">
                <a:solidFill>
                  <a:srgbClr val="AAA5B4"/>
                </a:solidFill>
                <a:latin typeface="Arial"/>
                <a:ea typeface="Arial"/>
                <a:cs typeface="Arial"/>
              </a:defRPr>
            </a:pPr>
            <a:r>
              <a:rPr sz="1275" b="0">
                <a:solidFill>
                  <a:srgbClr val="AAA5B4"/>
                </a:solidFill>
                <a:latin typeface="Arial"/>
                <a:ea typeface="Arial"/>
                <a:cs typeface="Arial"/>
              </a:rPr>
              <a:t>Redeploy + live payout check pending</a:t>
            </a:r>
          </a:p>
        </p:txBody>
      </p:sp>
    </p:spTree>
    <p:extLst>
      <p:ext uri="{BB962C8B-B14F-4D97-AF65-F5344CB8AC3E}">
        <p14:creationId xmlns:p14="http://schemas.microsoft.com/office/powerpoint/2010/main" val="1889209349"/>
      </p:ext>
    </p:extLst>
  </p:cSld>
</p:sld>
</file>

<file path=ppt/slides/slide7.xml><?xml version="1.0" encoding="utf-8"?>
<p:sld xmlns:p="http://schemas.openxmlformats.org/presentationml/2006/main">
  <p:cSld>
    <p:bg>
      <p:bgPr>
        <a:solidFill xmlns:a="http://schemas.openxmlformats.org/drawingml/2006/main">
          <a:srgbClr val="F2EFF7"/>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F3ED4926-3DE4-46AF-AF9C-047D02EDDF9F}"/>
              </a:ext>
            </a:extLst>
          </p:cNvPr>
          <p:cNvPicPr>
            <a:picLocks xmlns:a="http://schemas.openxmlformats.org/drawingml/2006/main" noChangeAspect="1"/>
          </p:cNvPicPr>
          <p:nvPr/>
        </p:nvPicPr>
        <p:blipFill>
          <a:blip xmlns:r="http://schemas.openxmlformats.org/officeDocument/2006/relationships" xmlns:a="http://schemas.openxmlformats.org/drawingml/2006/main" r:embed="R3cf6f5133a0b49c4"/>
          <a:stretch xmlns:a="http://schemas.openxmlformats.org/drawingml/2006/main"/>
        </p:blipFill>
        <p:spPr>
          <a:xfrm xmlns:a="http://schemas.openxmlformats.org/drawingml/2006/main">
            <a:off x="685800" y="352425"/>
            <a:ext cx="295275" cy="2952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707F685D-E461-4A5E-888D-1DD252A950A4}"/>
              </a:ext>
            </a:extLst>
          </p:cNvPr>
          <p:cNvSpPr>
            <a:spLocks xmlns:a="http://schemas.openxmlformats.org/drawingml/2006/main" noGrp="1"/>
          </p:cNvSpPr>
          <p:nvPr/>
        </p:nvSpPr>
        <p:spPr>
          <a:xfrm xmlns:a="http://schemas.openxmlformats.org/drawingml/2006/main">
            <a:off x="1085850" y="371475"/>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11016"/>
                </a:solidFill>
                <a:latin typeface="Arial"/>
                <a:ea typeface="Arial"/>
                <a:cs typeface="Arial"/>
              </a:defRPr>
            </a:defPPr>
            <a:lvl1pPr algn="l">
              <a:defRPr sz="1125" b="1">
                <a:solidFill>
                  <a:srgbClr val="111016"/>
                </a:solidFill>
                <a:latin typeface="Arial"/>
                <a:ea typeface="Arial"/>
                <a:cs typeface="Arial"/>
              </a:defRPr>
            </a:lvl1pPr>
            <a:lvl2pPr algn="l">
              <a:defRPr sz="1125" b="1">
                <a:solidFill>
                  <a:srgbClr val="111016"/>
                </a:solidFill>
                <a:latin typeface="Arial"/>
                <a:ea typeface="Arial"/>
                <a:cs typeface="Arial"/>
              </a:defRPr>
            </a:lvl2pPr>
            <a:lvl3pPr algn="l">
              <a:defRPr sz="1125" b="1">
                <a:solidFill>
                  <a:srgbClr val="111016"/>
                </a:solidFill>
                <a:latin typeface="Arial"/>
                <a:ea typeface="Arial"/>
                <a:cs typeface="Arial"/>
              </a:defRPr>
            </a:lvl3pPr>
            <a:lvl4pPr algn="l">
              <a:defRPr sz="1125" b="1">
                <a:solidFill>
                  <a:srgbClr val="111016"/>
                </a:solidFill>
                <a:latin typeface="Arial"/>
                <a:ea typeface="Arial"/>
                <a:cs typeface="Arial"/>
              </a:defRPr>
            </a:lvl4pPr>
            <a:lvl5pPr algn="l">
              <a:defRPr sz="1125" b="1">
                <a:solidFill>
                  <a:srgbClr val="111016"/>
                </a:solidFill>
                <a:latin typeface="Arial"/>
                <a:ea typeface="Arial"/>
                <a:cs typeface="Arial"/>
              </a:defRPr>
            </a:lvl5pPr>
            <a:lvl6pPr algn="l">
              <a:defRPr sz="1125" b="1">
                <a:solidFill>
                  <a:srgbClr val="111016"/>
                </a:solidFill>
                <a:latin typeface="Arial"/>
                <a:ea typeface="Arial"/>
                <a:cs typeface="Arial"/>
              </a:defRPr>
            </a:lvl6pPr>
            <a:lvl7pPr algn="l">
              <a:defRPr sz="1125" b="1">
                <a:solidFill>
                  <a:srgbClr val="111016"/>
                </a:solidFill>
                <a:latin typeface="Arial"/>
                <a:ea typeface="Arial"/>
                <a:cs typeface="Arial"/>
              </a:defRPr>
            </a:lvl7pPr>
            <a:lvl8pPr algn="l">
              <a:defRPr sz="1125" b="1">
                <a:solidFill>
                  <a:srgbClr val="111016"/>
                </a:solidFill>
                <a:latin typeface="Arial"/>
                <a:ea typeface="Arial"/>
                <a:cs typeface="Arial"/>
              </a:defRPr>
            </a:lvl8pPr>
            <a:lvl9pPr algn="l">
              <a:defRPr sz="1125" b="1">
                <a:solidFill>
                  <a:srgbClr val="111016"/>
                </a:solidFill>
                <a:latin typeface="Arial"/>
                <a:ea typeface="Arial"/>
                <a:cs typeface="Arial"/>
              </a:defRPr>
            </a:lvl9pPr>
          </a:lstStyle>
          <a:p xmlns:a="http://schemas.openxmlformats.org/drawingml/2006/main">
            <a:pPr algn="l">
              <a:defRPr sz="1125" b="1">
                <a:solidFill>
                  <a:srgbClr val="111016"/>
                </a:solidFill>
                <a:latin typeface="Arial"/>
                <a:ea typeface="Arial"/>
                <a:cs typeface="Arial"/>
              </a:defRPr>
            </a:pPr>
            <a:r>
              <a:rPr sz="1125" b="1">
                <a:solidFill>
                  <a:srgbClr val="111016"/>
                </a:solidFill>
                <a:latin typeface="Arial"/>
                <a:ea typeface="Arial"/>
                <a:cs typeface="Arial"/>
              </a:rPr>
              <a:t>APERTURE</a:t>
            </a:r>
          </a:p>
        </p:txBody>
      </p:sp>
      <p:sp>
        <p:nvSpPr>
          <p:cNvPr id="3" name="chapter">
            <a:extLst xmlns:a="http://schemas.openxmlformats.org/drawingml/2006/main">
              <a:ext uri="{FF2B5EF4-FFF2-40B4-BE49-F238E27FC236}">
                <a16:creationId xmlns:a16="http://schemas.microsoft.com/office/drawing/2014/main" id="{36C1BF58-9519-4284-AFF2-BE87B600DBEF}"/>
              </a:ext>
            </a:extLst>
          </p:cNvPr>
          <p:cNvSpPr>
            <a:spLocks xmlns:a="http://schemas.openxmlformats.org/drawingml/2006/main" noGrp="1"/>
          </p:cNvSpPr>
          <p:nvPr/>
        </p:nvSpPr>
        <p:spPr>
          <a:xfrm xmlns:a="http://schemas.openxmlformats.org/drawingml/2006/main">
            <a:off x="8334375" y="371475"/>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E5967"/>
                </a:solidFill>
                <a:latin typeface="Arial"/>
                <a:ea typeface="Arial"/>
                <a:cs typeface="Arial"/>
              </a:defRPr>
            </a:defPPr>
            <a:lvl1pPr algn="r">
              <a:defRPr sz="975" b="1">
                <a:solidFill>
                  <a:srgbClr val="5E5967"/>
                </a:solidFill>
                <a:latin typeface="Arial"/>
                <a:ea typeface="Arial"/>
                <a:cs typeface="Arial"/>
              </a:defRPr>
            </a:lvl1pPr>
            <a:lvl2pPr algn="r">
              <a:defRPr sz="975" b="1">
                <a:solidFill>
                  <a:srgbClr val="5E5967"/>
                </a:solidFill>
                <a:latin typeface="Arial"/>
                <a:ea typeface="Arial"/>
                <a:cs typeface="Arial"/>
              </a:defRPr>
            </a:lvl2pPr>
            <a:lvl3pPr algn="r">
              <a:defRPr sz="975" b="1">
                <a:solidFill>
                  <a:srgbClr val="5E5967"/>
                </a:solidFill>
                <a:latin typeface="Arial"/>
                <a:ea typeface="Arial"/>
                <a:cs typeface="Arial"/>
              </a:defRPr>
            </a:lvl3pPr>
            <a:lvl4pPr algn="r">
              <a:defRPr sz="975" b="1">
                <a:solidFill>
                  <a:srgbClr val="5E5967"/>
                </a:solidFill>
                <a:latin typeface="Arial"/>
                <a:ea typeface="Arial"/>
                <a:cs typeface="Arial"/>
              </a:defRPr>
            </a:lvl4pPr>
            <a:lvl5pPr algn="r">
              <a:defRPr sz="975" b="1">
                <a:solidFill>
                  <a:srgbClr val="5E5967"/>
                </a:solidFill>
                <a:latin typeface="Arial"/>
                <a:ea typeface="Arial"/>
                <a:cs typeface="Arial"/>
              </a:defRPr>
            </a:lvl5pPr>
            <a:lvl6pPr algn="r">
              <a:defRPr sz="975" b="1">
                <a:solidFill>
                  <a:srgbClr val="5E5967"/>
                </a:solidFill>
                <a:latin typeface="Arial"/>
                <a:ea typeface="Arial"/>
                <a:cs typeface="Arial"/>
              </a:defRPr>
            </a:lvl6pPr>
            <a:lvl7pPr algn="r">
              <a:defRPr sz="975" b="1">
                <a:solidFill>
                  <a:srgbClr val="5E5967"/>
                </a:solidFill>
                <a:latin typeface="Arial"/>
                <a:ea typeface="Arial"/>
                <a:cs typeface="Arial"/>
              </a:defRPr>
            </a:lvl7pPr>
            <a:lvl8pPr algn="r">
              <a:defRPr sz="975" b="1">
                <a:solidFill>
                  <a:srgbClr val="5E5967"/>
                </a:solidFill>
                <a:latin typeface="Arial"/>
                <a:ea typeface="Arial"/>
                <a:cs typeface="Arial"/>
              </a:defRPr>
            </a:lvl8pPr>
            <a:lvl9pPr algn="r">
              <a:defRPr sz="975" b="1">
                <a:solidFill>
                  <a:srgbClr val="5E5967"/>
                </a:solidFill>
                <a:latin typeface="Arial"/>
                <a:ea typeface="Arial"/>
                <a:cs typeface="Arial"/>
              </a:defRPr>
            </a:lvl9pPr>
          </a:lstStyle>
          <a:p xmlns:a="http://schemas.openxmlformats.org/drawingml/2006/main">
            <a:pPr algn="r">
              <a:defRPr sz="975" b="1">
                <a:solidFill>
                  <a:srgbClr val="5E5967"/>
                </a:solidFill>
                <a:latin typeface="Arial"/>
                <a:ea typeface="Arial"/>
                <a:cs typeface="Arial"/>
              </a:defRPr>
            </a:pPr>
            <a:r>
              <a:rPr sz="975" b="1">
                <a:solidFill>
                  <a:srgbClr val="5E5967"/>
                </a:solidFill>
                <a:latin typeface="Arial"/>
                <a:ea typeface="Arial"/>
                <a:cs typeface="Arial"/>
              </a:rPr>
              <a:t>MVP EVIDENCE</a:t>
            </a:r>
          </a:p>
        </p:txBody>
      </p:sp>
      <p:sp>
        <p:nvSpPr>
          <p:cNvPr id="4" name="footer-rule">
            <a:extLst xmlns:a="http://schemas.openxmlformats.org/drawingml/2006/main">
              <a:ext uri="{FF2B5EF4-FFF2-40B4-BE49-F238E27FC236}">
                <a16:creationId xmlns:a16="http://schemas.microsoft.com/office/drawing/2014/main" id="{580F35FD-DD64-4081-BD01-471BC3F258DD}"/>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5D0DE"/>
            </a:solidFill>
            <a:prstDash val="solid"/>
          </a:ln>
        </p:spPr>
      </p:sp>
      <p:sp>
        <p:nvSpPr>
          <p:cNvPr id="5" name="folio">
            <a:extLst xmlns:a="http://schemas.openxmlformats.org/drawingml/2006/main">
              <a:ext uri="{FF2B5EF4-FFF2-40B4-BE49-F238E27FC236}">
                <a16:creationId xmlns:a16="http://schemas.microsoft.com/office/drawing/2014/main" id="{310A602B-57C5-4032-94FB-11D2175E71E4}"/>
              </a:ext>
            </a:extLst>
          </p:cNvPr>
          <p:cNvSpPr>
            <a:spLocks xmlns:a="http://schemas.openxmlformats.org/drawingml/2006/main" noGrp="1"/>
          </p:cNvSpPr>
          <p:nvPr/>
        </p:nvSpPr>
        <p:spPr>
          <a:xfrm xmlns:a="http://schemas.openxmlformats.org/drawingml/2006/main">
            <a:off x="10477500" y="65722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E5967"/>
                </a:solidFill>
                <a:latin typeface="Arial"/>
                <a:ea typeface="Arial"/>
                <a:cs typeface="Arial"/>
              </a:defRPr>
            </a:defPPr>
            <a:lvl1pPr algn="r">
              <a:defRPr sz="900" b="0">
                <a:solidFill>
                  <a:srgbClr val="5E5967"/>
                </a:solidFill>
                <a:latin typeface="Arial"/>
                <a:ea typeface="Arial"/>
                <a:cs typeface="Arial"/>
              </a:defRPr>
            </a:lvl1pPr>
            <a:lvl2pPr algn="r">
              <a:defRPr sz="900" b="0">
                <a:solidFill>
                  <a:srgbClr val="5E5967"/>
                </a:solidFill>
                <a:latin typeface="Arial"/>
                <a:ea typeface="Arial"/>
                <a:cs typeface="Arial"/>
              </a:defRPr>
            </a:lvl2pPr>
            <a:lvl3pPr algn="r">
              <a:defRPr sz="900" b="0">
                <a:solidFill>
                  <a:srgbClr val="5E5967"/>
                </a:solidFill>
                <a:latin typeface="Arial"/>
                <a:ea typeface="Arial"/>
                <a:cs typeface="Arial"/>
              </a:defRPr>
            </a:lvl3pPr>
            <a:lvl4pPr algn="r">
              <a:defRPr sz="900" b="0">
                <a:solidFill>
                  <a:srgbClr val="5E5967"/>
                </a:solidFill>
                <a:latin typeface="Arial"/>
                <a:ea typeface="Arial"/>
                <a:cs typeface="Arial"/>
              </a:defRPr>
            </a:lvl4pPr>
            <a:lvl5pPr algn="r">
              <a:defRPr sz="900" b="0">
                <a:solidFill>
                  <a:srgbClr val="5E5967"/>
                </a:solidFill>
                <a:latin typeface="Arial"/>
                <a:ea typeface="Arial"/>
                <a:cs typeface="Arial"/>
              </a:defRPr>
            </a:lvl5pPr>
            <a:lvl6pPr algn="r">
              <a:defRPr sz="900" b="0">
                <a:solidFill>
                  <a:srgbClr val="5E5967"/>
                </a:solidFill>
                <a:latin typeface="Arial"/>
                <a:ea typeface="Arial"/>
                <a:cs typeface="Arial"/>
              </a:defRPr>
            </a:lvl6pPr>
            <a:lvl7pPr algn="r">
              <a:defRPr sz="900" b="0">
                <a:solidFill>
                  <a:srgbClr val="5E5967"/>
                </a:solidFill>
                <a:latin typeface="Arial"/>
                <a:ea typeface="Arial"/>
                <a:cs typeface="Arial"/>
              </a:defRPr>
            </a:lvl7pPr>
            <a:lvl8pPr algn="r">
              <a:defRPr sz="900" b="0">
                <a:solidFill>
                  <a:srgbClr val="5E5967"/>
                </a:solidFill>
                <a:latin typeface="Arial"/>
                <a:ea typeface="Arial"/>
                <a:cs typeface="Arial"/>
              </a:defRPr>
            </a:lvl8pPr>
            <a:lvl9pPr algn="r">
              <a:defRPr sz="900" b="0">
                <a:solidFill>
                  <a:srgbClr val="5E5967"/>
                </a:solidFill>
                <a:latin typeface="Arial"/>
                <a:ea typeface="Arial"/>
                <a:cs typeface="Arial"/>
              </a:defRPr>
            </a:lvl9pPr>
          </a:lstStyle>
          <a:p xmlns:a="http://schemas.openxmlformats.org/drawingml/2006/main">
            <a:pPr algn="r">
              <a:defRPr sz="900" b="0">
                <a:solidFill>
                  <a:srgbClr val="5E5967"/>
                </a:solidFill>
                <a:latin typeface="Arial"/>
                <a:ea typeface="Arial"/>
                <a:cs typeface="Arial"/>
              </a:defRPr>
            </a:pPr>
            <a:r>
              <a:rPr sz="900" b="0">
                <a:solidFill>
                  <a:srgbClr val="5E5967"/>
                </a:solidFill>
                <a:latin typeface="Arial"/>
                <a:ea typeface="Arial"/>
                <a:cs typeface="Arial"/>
              </a:rPr>
              <a:t>07 / 08</a:t>
            </a:r>
          </a:p>
        </p:txBody>
      </p:sp>
      <p:sp>
        <p:nvSpPr>
          <p:cNvPr id="6" name="slide-title">
            <a:extLst xmlns:a="http://schemas.openxmlformats.org/drawingml/2006/main">
              <a:ext uri="{FF2B5EF4-FFF2-40B4-BE49-F238E27FC236}">
                <a16:creationId xmlns:a16="http://schemas.microsoft.com/office/drawing/2014/main" id="{39FB596F-E975-45A2-905D-B68BB7DA4F0F}"/>
              </a:ext>
            </a:extLst>
          </p:cNvPr>
          <p:cNvSpPr>
            <a:spLocks xmlns:a="http://schemas.openxmlformats.org/drawingml/2006/main" noGrp="1"/>
          </p:cNvSpPr>
          <p:nvPr/>
        </p:nvSpPr>
        <p:spPr>
          <a:xfrm xmlns:a="http://schemas.openxmlformats.org/drawingml/2006/main">
            <a:off x="685800" y="990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236"/>
          </a:bodyPr>
          <a:lstStyle xmlns:a="http://schemas.openxmlformats.org/drawingml/2006/main">
            <a:defPPr algn="l">
              <a:defRPr sz="4050" b="1">
                <a:solidFill>
                  <a:srgbClr val="111016"/>
                </a:solidFill>
                <a:latin typeface="Arial"/>
                <a:ea typeface="Arial"/>
                <a:cs typeface="Arial"/>
              </a:defRPr>
            </a:defPPr>
            <a:lvl1pPr algn="l">
              <a:defRPr sz="4050" b="1">
                <a:solidFill>
                  <a:srgbClr val="111016"/>
                </a:solidFill>
                <a:latin typeface="Arial"/>
                <a:ea typeface="Arial"/>
                <a:cs typeface="Arial"/>
              </a:defRPr>
            </a:lvl1pPr>
            <a:lvl2pPr algn="l">
              <a:defRPr sz="4050" b="1">
                <a:solidFill>
                  <a:srgbClr val="111016"/>
                </a:solidFill>
                <a:latin typeface="Arial"/>
                <a:ea typeface="Arial"/>
                <a:cs typeface="Arial"/>
              </a:defRPr>
            </a:lvl2pPr>
            <a:lvl3pPr algn="l">
              <a:defRPr sz="4050" b="1">
                <a:solidFill>
                  <a:srgbClr val="111016"/>
                </a:solidFill>
                <a:latin typeface="Arial"/>
                <a:ea typeface="Arial"/>
                <a:cs typeface="Arial"/>
              </a:defRPr>
            </a:lvl3pPr>
            <a:lvl4pPr algn="l">
              <a:defRPr sz="4050" b="1">
                <a:solidFill>
                  <a:srgbClr val="111016"/>
                </a:solidFill>
                <a:latin typeface="Arial"/>
                <a:ea typeface="Arial"/>
                <a:cs typeface="Arial"/>
              </a:defRPr>
            </a:lvl4pPr>
            <a:lvl5pPr algn="l">
              <a:defRPr sz="4050" b="1">
                <a:solidFill>
                  <a:srgbClr val="111016"/>
                </a:solidFill>
                <a:latin typeface="Arial"/>
                <a:ea typeface="Arial"/>
                <a:cs typeface="Arial"/>
              </a:defRPr>
            </a:lvl5pPr>
            <a:lvl6pPr algn="l">
              <a:defRPr sz="4050" b="1">
                <a:solidFill>
                  <a:srgbClr val="111016"/>
                </a:solidFill>
                <a:latin typeface="Arial"/>
                <a:ea typeface="Arial"/>
                <a:cs typeface="Arial"/>
              </a:defRPr>
            </a:lvl6pPr>
            <a:lvl7pPr algn="l">
              <a:defRPr sz="4050" b="1">
                <a:solidFill>
                  <a:srgbClr val="111016"/>
                </a:solidFill>
                <a:latin typeface="Arial"/>
                <a:ea typeface="Arial"/>
                <a:cs typeface="Arial"/>
              </a:defRPr>
            </a:lvl7pPr>
            <a:lvl8pPr algn="l">
              <a:defRPr sz="4050" b="1">
                <a:solidFill>
                  <a:srgbClr val="111016"/>
                </a:solidFill>
                <a:latin typeface="Arial"/>
                <a:ea typeface="Arial"/>
                <a:cs typeface="Arial"/>
              </a:defRPr>
            </a:lvl8pPr>
            <a:lvl9pPr algn="l">
              <a:defRPr sz="4050" b="1">
                <a:solidFill>
                  <a:srgbClr val="111016"/>
                </a:solidFill>
                <a:latin typeface="Arial"/>
                <a:ea typeface="Arial"/>
                <a:cs typeface="Arial"/>
              </a:defRPr>
            </a:lvl9pPr>
          </a:lstStyle>
          <a:p xmlns:a="http://schemas.openxmlformats.org/drawingml/2006/main">
            <a:pPr algn="l">
              <a:defRPr sz="4050" b="1">
                <a:solidFill>
                  <a:srgbClr val="111016"/>
                </a:solidFill>
                <a:latin typeface="Arial"/>
                <a:ea typeface="Arial"/>
                <a:cs typeface="Arial"/>
              </a:defRPr>
            </a:pPr>
            <a:r>
              <a:rPr sz="4050" b="1">
                <a:solidFill>
                  <a:srgbClr val="111016"/>
                </a:solidFill>
                <a:latin typeface="Arial"/>
                <a:ea typeface="Arial"/>
                <a:cs typeface="Arial"/>
              </a:rPr>
              <a:t>A local workflow recovered without duplicates</a:t>
            </a:r>
          </a:p>
        </p:txBody>
      </p:sp>
      <p:sp>
        <p:nvSpPr>
          <p:cNvPr id="7" name="slide-deck">
            <a:extLst xmlns:a="http://schemas.openxmlformats.org/drawingml/2006/main">
              <a:ext uri="{FF2B5EF4-FFF2-40B4-BE49-F238E27FC236}">
                <a16:creationId xmlns:a16="http://schemas.microsoft.com/office/drawing/2014/main" id="{8E5B6883-A7B2-4FE1-A54D-252AD8C3DEC5}"/>
              </a:ext>
            </a:extLst>
          </p:cNvPr>
          <p:cNvSpPr>
            <a:spLocks xmlns:a="http://schemas.openxmlformats.org/drawingml/2006/main" noGrp="1"/>
          </p:cNvSpPr>
          <p:nvPr/>
        </p:nvSpPr>
        <p:spPr>
          <a:xfrm xmlns:a="http://schemas.openxmlformats.org/drawingml/2006/main">
            <a:off x="704850" y="176212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E5967"/>
                </a:solidFill>
                <a:latin typeface="Arial"/>
                <a:ea typeface="Arial"/>
                <a:cs typeface="Arial"/>
              </a:defRPr>
            </a:defPPr>
            <a:lvl1pPr algn="l">
              <a:defRPr sz="1650" b="0">
                <a:solidFill>
                  <a:srgbClr val="5E5967"/>
                </a:solidFill>
                <a:latin typeface="Arial"/>
                <a:ea typeface="Arial"/>
                <a:cs typeface="Arial"/>
              </a:defRPr>
            </a:lvl1pPr>
            <a:lvl2pPr algn="l">
              <a:defRPr sz="1650" b="0">
                <a:solidFill>
                  <a:srgbClr val="5E5967"/>
                </a:solidFill>
                <a:latin typeface="Arial"/>
                <a:ea typeface="Arial"/>
                <a:cs typeface="Arial"/>
              </a:defRPr>
            </a:lvl2pPr>
            <a:lvl3pPr algn="l">
              <a:defRPr sz="1650" b="0">
                <a:solidFill>
                  <a:srgbClr val="5E5967"/>
                </a:solidFill>
                <a:latin typeface="Arial"/>
                <a:ea typeface="Arial"/>
                <a:cs typeface="Arial"/>
              </a:defRPr>
            </a:lvl3pPr>
            <a:lvl4pPr algn="l">
              <a:defRPr sz="1650" b="0">
                <a:solidFill>
                  <a:srgbClr val="5E5967"/>
                </a:solidFill>
                <a:latin typeface="Arial"/>
                <a:ea typeface="Arial"/>
                <a:cs typeface="Arial"/>
              </a:defRPr>
            </a:lvl4pPr>
            <a:lvl5pPr algn="l">
              <a:defRPr sz="1650" b="0">
                <a:solidFill>
                  <a:srgbClr val="5E5967"/>
                </a:solidFill>
                <a:latin typeface="Arial"/>
                <a:ea typeface="Arial"/>
                <a:cs typeface="Arial"/>
              </a:defRPr>
            </a:lvl5pPr>
            <a:lvl6pPr algn="l">
              <a:defRPr sz="1650" b="0">
                <a:solidFill>
                  <a:srgbClr val="5E5967"/>
                </a:solidFill>
                <a:latin typeface="Arial"/>
                <a:ea typeface="Arial"/>
                <a:cs typeface="Arial"/>
              </a:defRPr>
            </a:lvl6pPr>
            <a:lvl7pPr algn="l">
              <a:defRPr sz="1650" b="0">
                <a:solidFill>
                  <a:srgbClr val="5E5967"/>
                </a:solidFill>
                <a:latin typeface="Arial"/>
                <a:ea typeface="Arial"/>
                <a:cs typeface="Arial"/>
              </a:defRPr>
            </a:lvl7pPr>
            <a:lvl8pPr algn="l">
              <a:defRPr sz="1650" b="0">
                <a:solidFill>
                  <a:srgbClr val="5E5967"/>
                </a:solidFill>
                <a:latin typeface="Arial"/>
                <a:ea typeface="Arial"/>
                <a:cs typeface="Arial"/>
              </a:defRPr>
            </a:lvl8pPr>
            <a:lvl9pPr algn="l">
              <a:defRPr sz="1650" b="0">
                <a:solidFill>
                  <a:srgbClr val="5E5967"/>
                </a:solidFill>
                <a:latin typeface="Arial"/>
                <a:ea typeface="Arial"/>
                <a:cs typeface="Arial"/>
              </a:defRPr>
            </a:lvl9pPr>
          </a:lstStyle>
          <a:p xmlns:a="http://schemas.openxmlformats.org/drawingml/2006/main">
            <a:pPr algn="l">
              <a:defRPr sz="1650" b="0">
                <a:solidFill>
                  <a:srgbClr val="5E5967"/>
                </a:solidFill>
                <a:latin typeface="Arial"/>
                <a:ea typeface="Arial"/>
                <a:cs typeface="Arial"/>
              </a:defRPr>
            </a:pPr>
            <a:r>
              <a:rPr sz="1650" b="0">
                <a:solidFill>
                  <a:srgbClr val="5E5967"/>
                </a:solidFill>
                <a:latin typeface="Arial"/>
                <a:ea typeface="Arial"/>
                <a:cs typeface="Arial"/>
              </a:rPr>
              <a:t>17,000 synthetic CSV rows, interrupted and resumed, then checked against direct Python.</a:t>
            </a:r>
          </a:p>
        </p:txBody>
      </p:sp>
      <p:sp>
        <p:nvSpPr>
          <p:cNvPr id="8" name="evidence-line">
            <a:extLst xmlns:a="http://schemas.openxmlformats.org/drawingml/2006/main">
              <a:ext uri="{FF2B5EF4-FFF2-40B4-BE49-F238E27FC236}">
                <a16:creationId xmlns:a16="http://schemas.microsoft.com/office/drawing/2014/main" id="{C23FDD5B-2D5F-4587-B5BF-22637100C832}"/>
              </a:ext>
            </a:extLst>
          </p:cNvPr>
          <p:cNvSpPr>
            <a:spLocks xmlns:a="http://schemas.openxmlformats.org/drawingml/2006/main" noGrp="1"/>
          </p:cNvSpPr>
          <p:nvPr/>
        </p:nvSpPr>
        <p:spPr>
          <a:xfrm xmlns:a="http://schemas.openxmlformats.org/drawingml/2006/main">
            <a:off x="800100" y="3143250"/>
            <a:ext cx="10506075" cy="0"/>
          </a:xfrm>
          <a:prstGeom xmlns:a="http://schemas.openxmlformats.org/drawingml/2006/main" prst="line">
            <a:avLst/>
          </a:prstGeom>
          <a:noFill xmlns:a="http://schemas.openxmlformats.org/drawingml/2006/main"/>
          <a:ln xmlns:a="http://schemas.openxmlformats.org/drawingml/2006/main" w="14288">
            <a:solidFill>
              <a:srgbClr val="CEC8D7"/>
            </a:solidFill>
            <a:prstDash val="solid"/>
          </a:ln>
        </p:spPr>
      </p:sp>
      <p:sp>
        <p:nvSpPr>
          <p:cNvPr id="9" name="evidence-dot-0">
            <a:extLst xmlns:a="http://schemas.openxmlformats.org/drawingml/2006/main">
              <a:ext uri="{FF2B5EF4-FFF2-40B4-BE49-F238E27FC236}">
                <a16:creationId xmlns:a16="http://schemas.microsoft.com/office/drawing/2014/main" id="{B2F7F645-3F4E-43DB-84D9-183E6E6FE254}"/>
              </a:ext>
            </a:extLst>
          </p:cNvPr>
          <p:cNvSpPr>
            <a:spLocks xmlns:a="http://schemas.openxmlformats.org/drawingml/2006/main" noGrp="1"/>
          </p:cNvSpPr>
          <p:nvPr/>
        </p:nvSpPr>
        <p:spPr>
          <a:xfrm xmlns:a="http://schemas.openxmlformats.org/drawingml/2006/main">
            <a:off x="762000" y="3076575"/>
            <a:ext cx="133350" cy="1333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0" name="evidence-number-0">
            <a:extLst xmlns:a="http://schemas.openxmlformats.org/drawingml/2006/main">
              <a:ext uri="{FF2B5EF4-FFF2-40B4-BE49-F238E27FC236}">
                <a16:creationId xmlns:a16="http://schemas.microsoft.com/office/drawing/2014/main" id="{8B262E48-F26E-4661-9E39-D5336A5D04E3}"/>
              </a:ext>
            </a:extLst>
          </p:cNvPr>
          <p:cNvSpPr>
            <a:spLocks xmlns:a="http://schemas.openxmlformats.org/drawingml/2006/main" noGrp="1"/>
          </p:cNvSpPr>
          <p:nvPr/>
        </p:nvSpPr>
        <p:spPr>
          <a:xfrm xmlns:a="http://schemas.openxmlformats.org/drawingml/2006/main">
            <a:off x="762000" y="3571875"/>
            <a:ext cx="24193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950" b="1">
                <a:solidFill>
                  <a:srgbClr val="A985FF"/>
                </a:solidFill>
                <a:latin typeface="Arial"/>
                <a:ea typeface="Arial"/>
                <a:cs typeface="Arial"/>
              </a:defRPr>
            </a:defPPr>
            <a:lvl1pPr algn="l">
              <a:defRPr sz="4950" b="1">
                <a:solidFill>
                  <a:srgbClr val="A985FF"/>
                </a:solidFill>
                <a:latin typeface="Arial"/>
                <a:ea typeface="Arial"/>
                <a:cs typeface="Arial"/>
              </a:defRPr>
            </a:lvl1pPr>
            <a:lvl2pPr algn="l">
              <a:defRPr sz="4950" b="1">
                <a:solidFill>
                  <a:srgbClr val="A985FF"/>
                </a:solidFill>
                <a:latin typeface="Arial"/>
                <a:ea typeface="Arial"/>
                <a:cs typeface="Arial"/>
              </a:defRPr>
            </a:lvl2pPr>
            <a:lvl3pPr algn="l">
              <a:defRPr sz="4950" b="1">
                <a:solidFill>
                  <a:srgbClr val="A985FF"/>
                </a:solidFill>
                <a:latin typeface="Arial"/>
                <a:ea typeface="Arial"/>
                <a:cs typeface="Arial"/>
              </a:defRPr>
            </a:lvl3pPr>
            <a:lvl4pPr algn="l">
              <a:defRPr sz="4950" b="1">
                <a:solidFill>
                  <a:srgbClr val="A985FF"/>
                </a:solidFill>
                <a:latin typeface="Arial"/>
                <a:ea typeface="Arial"/>
                <a:cs typeface="Arial"/>
              </a:defRPr>
            </a:lvl4pPr>
            <a:lvl5pPr algn="l">
              <a:defRPr sz="4950" b="1">
                <a:solidFill>
                  <a:srgbClr val="A985FF"/>
                </a:solidFill>
                <a:latin typeface="Arial"/>
                <a:ea typeface="Arial"/>
                <a:cs typeface="Arial"/>
              </a:defRPr>
            </a:lvl5pPr>
            <a:lvl6pPr algn="l">
              <a:defRPr sz="4950" b="1">
                <a:solidFill>
                  <a:srgbClr val="A985FF"/>
                </a:solidFill>
                <a:latin typeface="Arial"/>
                <a:ea typeface="Arial"/>
                <a:cs typeface="Arial"/>
              </a:defRPr>
            </a:lvl6pPr>
            <a:lvl7pPr algn="l">
              <a:defRPr sz="4950" b="1">
                <a:solidFill>
                  <a:srgbClr val="A985FF"/>
                </a:solidFill>
                <a:latin typeface="Arial"/>
                <a:ea typeface="Arial"/>
                <a:cs typeface="Arial"/>
              </a:defRPr>
            </a:lvl7pPr>
            <a:lvl8pPr algn="l">
              <a:defRPr sz="4950" b="1">
                <a:solidFill>
                  <a:srgbClr val="A985FF"/>
                </a:solidFill>
                <a:latin typeface="Arial"/>
                <a:ea typeface="Arial"/>
                <a:cs typeface="Arial"/>
              </a:defRPr>
            </a:lvl8pPr>
            <a:lvl9pPr algn="l">
              <a:defRPr sz="4950" b="1">
                <a:solidFill>
                  <a:srgbClr val="A985FF"/>
                </a:solidFill>
                <a:latin typeface="Arial"/>
                <a:ea typeface="Arial"/>
                <a:cs typeface="Arial"/>
              </a:defRPr>
            </a:lvl9pPr>
          </a:lstStyle>
          <a:p xmlns:a="http://schemas.openxmlformats.org/drawingml/2006/main">
            <a:pPr algn="l">
              <a:defRPr sz="4950" b="1">
                <a:solidFill>
                  <a:srgbClr val="A985FF"/>
                </a:solidFill>
                <a:latin typeface="Arial"/>
                <a:ea typeface="Arial"/>
                <a:cs typeface="Arial"/>
              </a:defRPr>
            </a:pPr>
            <a:r>
              <a:rPr sz="4950" b="1">
                <a:solidFill>
                  <a:srgbClr val="A985FF"/>
                </a:solidFill>
                <a:latin typeface="Arial"/>
                <a:ea typeface="Arial"/>
                <a:cs typeface="Arial"/>
              </a:rPr>
              <a:t>17,000</a:t>
            </a:r>
          </a:p>
        </p:txBody>
      </p:sp>
      <p:sp>
        <p:nvSpPr>
          <p:cNvPr id="11" name="evidence-label-0">
            <a:extLst xmlns:a="http://schemas.openxmlformats.org/drawingml/2006/main">
              <a:ext uri="{FF2B5EF4-FFF2-40B4-BE49-F238E27FC236}">
                <a16:creationId xmlns:a16="http://schemas.microsoft.com/office/drawing/2014/main" id="{66A052C2-CBFD-4605-ADF0-33A804F3053B}"/>
              </a:ext>
            </a:extLst>
          </p:cNvPr>
          <p:cNvSpPr>
            <a:spLocks xmlns:a="http://schemas.openxmlformats.org/drawingml/2006/main" noGrp="1"/>
          </p:cNvSpPr>
          <p:nvPr/>
        </p:nvSpPr>
        <p:spPr>
          <a:xfrm xmlns:a="http://schemas.openxmlformats.org/drawingml/2006/main">
            <a:off x="762000" y="45720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11016"/>
                </a:solidFill>
                <a:latin typeface="Arial"/>
                <a:ea typeface="Arial"/>
                <a:cs typeface="Arial"/>
              </a:defRPr>
            </a:defPPr>
            <a:lvl1pPr algn="l">
              <a:defRPr sz="1650" b="1">
                <a:solidFill>
                  <a:srgbClr val="111016"/>
                </a:solidFill>
                <a:latin typeface="Arial"/>
                <a:ea typeface="Arial"/>
                <a:cs typeface="Arial"/>
              </a:defRPr>
            </a:lvl1pPr>
            <a:lvl2pPr algn="l">
              <a:defRPr sz="1650" b="1">
                <a:solidFill>
                  <a:srgbClr val="111016"/>
                </a:solidFill>
                <a:latin typeface="Arial"/>
                <a:ea typeface="Arial"/>
                <a:cs typeface="Arial"/>
              </a:defRPr>
            </a:lvl2pPr>
            <a:lvl3pPr algn="l">
              <a:defRPr sz="1650" b="1">
                <a:solidFill>
                  <a:srgbClr val="111016"/>
                </a:solidFill>
                <a:latin typeface="Arial"/>
                <a:ea typeface="Arial"/>
                <a:cs typeface="Arial"/>
              </a:defRPr>
            </a:lvl3pPr>
            <a:lvl4pPr algn="l">
              <a:defRPr sz="1650" b="1">
                <a:solidFill>
                  <a:srgbClr val="111016"/>
                </a:solidFill>
                <a:latin typeface="Arial"/>
                <a:ea typeface="Arial"/>
                <a:cs typeface="Arial"/>
              </a:defRPr>
            </a:lvl4pPr>
            <a:lvl5pPr algn="l">
              <a:defRPr sz="1650" b="1">
                <a:solidFill>
                  <a:srgbClr val="111016"/>
                </a:solidFill>
                <a:latin typeface="Arial"/>
                <a:ea typeface="Arial"/>
                <a:cs typeface="Arial"/>
              </a:defRPr>
            </a:lvl5pPr>
            <a:lvl6pPr algn="l">
              <a:defRPr sz="1650" b="1">
                <a:solidFill>
                  <a:srgbClr val="111016"/>
                </a:solidFill>
                <a:latin typeface="Arial"/>
                <a:ea typeface="Arial"/>
                <a:cs typeface="Arial"/>
              </a:defRPr>
            </a:lvl6pPr>
            <a:lvl7pPr algn="l">
              <a:defRPr sz="1650" b="1">
                <a:solidFill>
                  <a:srgbClr val="111016"/>
                </a:solidFill>
                <a:latin typeface="Arial"/>
                <a:ea typeface="Arial"/>
                <a:cs typeface="Arial"/>
              </a:defRPr>
            </a:lvl7pPr>
            <a:lvl8pPr algn="l">
              <a:defRPr sz="1650" b="1">
                <a:solidFill>
                  <a:srgbClr val="111016"/>
                </a:solidFill>
                <a:latin typeface="Arial"/>
                <a:ea typeface="Arial"/>
                <a:cs typeface="Arial"/>
              </a:defRPr>
            </a:lvl8pPr>
            <a:lvl9pPr algn="l">
              <a:defRPr sz="1650" b="1">
                <a:solidFill>
                  <a:srgbClr val="111016"/>
                </a:solidFill>
                <a:latin typeface="Arial"/>
                <a:ea typeface="Arial"/>
                <a:cs typeface="Arial"/>
              </a:defRPr>
            </a:lvl9pPr>
          </a:lstStyle>
          <a:p xmlns:a="http://schemas.openxmlformats.org/drawingml/2006/main">
            <a:pPr algn="l">
              <a:defRPr sz="1650" b="1">
                <a:solidFill>
                  <a:srgbClr val="111016"/>
                </a:solidFill>
                <a:latin typeface="Arial"/>
                <a:ea typeface="Arial"/>
                <a:cs typeface="Arial"/>
              </a:defRPr>
            </a:pPr>
            <a:r>
              <a:rPr sz="1650" b="1">
                <a:solidFill>
                  <a:srgbClr val="111016"/>
                </a:solidFill>
                <a:latin typeface="Arial"/>
                <a:ea typeface="Arial"/>
                <a:cs typeface="Arial"/>
              </a:rPr>
              <a:t>synthetic input rows</a:t>
            </a:r>
          </a:p>
        </p:txBody>
      </p:sp>
      <p:sp>
        <p:nvSpPr>
          <p:cNvPr id="12" name="evidence-dot-1">
            <a:extLst xmlns:a="http://schemas.openxmlformats.org/drawingml/2006/main">
              <a:ext uri="{FF2B5EF4-FFF2-40B4-BE49-F238E27FC236}">
                <a16:creationId xmlns:a16="http://schemas.microsoft.com/office/drawing/2014/main" id="{5B003798-882C-4526-86D2-639BA3E0A367}"/>
              </a:ext>
            </a:extLst>
          </p:cNvPr>
          <p:cNvSpPr>
            <a:spLocks xmlns:a="http://schemas.openxmlformats.org/drawingml/2006/main" noGrp="1"/>
          </p:cNvSpPr>
          <p:nvPr/>
        </p:nvSpPr>
        <p:spPr>
          <a:xfrm xmlns:a="http://schemas.openxmlformats.org/drawingml/2006/main">
            <a:off x="3476625" y="3076575"/>
            <a:ext cx="133350" cy="1333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3" name="evidence-number-1">
            <a:extLst xmlns:a="http://schemas.openxmlformats.org/drawingml/2006/main">
              <a:ext uri="{FF2B5EF4-FFF2-40B4-BE49-F238E27FC236}">
                <a16:creationId xmlns:a16="http://schemas.microsoft.com/office/drawing/2014/main" id="{2A3D06CC-BB04-43BC-9AE8-C88B559050EE}"/>
              </a:ext>
            </a:extLst>
          </p:cNvPr>
          <p:cNvSpPr>
            <a:spLocks xmlns:a="http://schemas.openxmlformats.org/drawingml/2006/main" noGrp="1"/>
          </p:cNvSpPr>
          <p:nvPr/>
        </p:nvSpPr>
        <p:spPr>
          <a:xfrm xmlns:a="http://schemas.openxmlformats.org/drawingml/2006/main">
            <a:off x="3476625" y="3571875"/>
            <a:ext cx="24193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262"/>
          </a:bodyPr>
          <a:lstStyle xmlns:a="http://schemas.openxmlformats.org/drawingml/2006/main">
            <a:defPPr algn="l">
              <a:defRPr sz="6300" b="1">
                <a:solidFill>
                  <a:srgbClr val="A985FF"/>
                </a:solidFill>
                <a:latin typeface="Arial"/>
                <a:ea typeface="Arial"/>
                <a:cs typeface="Arial"/>
              </a:defRPr>
            </a:defPPr>
            <a:lvl1pPr algn="l">
              <a:defRPr sz="6300" b="1">
                <a:solidFill>
                  <a:srgbClr val="A985FF"/>
                </a:solidFill>
                <a:latin typeface="Arial"/>
                <a:ea typeface="Arial"/>
                <a:cs typeface="Arial"/>
              </a:defRPr>
            </a:lvl1pPr>
            <a:lvl2pPr algn="l">
              <a:defRPr sz="6300" b="1">
                <a:solidFill>
                  <a:srgbClr val="A985FF"/>
                </a:solidFill>
                <a:latin typeface="Arial"/>
                <a:ea typeface="Arial"/>
                <a:cs typeface="Arial"/>
              </a:defRPr>
            </a:lvl2pPr>
            <a:lvl3pPr algn="l">
              <a:defRPr sz="6300" b="1">
                <a:solidFill>
                  <a:srgbClr val="A985FF"/>
                </a:solidFill>
                <a:latin typeface="Arial"/>
                <a:ea typeface="Arial"/>
                <a:cs typeface="Arial"/>
              </a:defRPr>
            </a:lvl3pPr>
            <a:lvl4pPr algn="l">
              <a:defRPr sz="6300" b="1">
                <a:solidFill>
                  <a:srgbClr val="A985FF"/>
                </a:solidFill>
                <a:latin typeface="Arial"/>
                <a:ea typeface="Arial"/>
                <a:cs typeface="Arial"/>
              </a:defRPr>
            </a:lvl4pPr>
            <a:lvl5pPr algn="l">
              <a:defRPr sz="6300" b="1">
                <a:solidFill>
                  <a:srgbClr val="A985FF"/>
                </a:solidFill>
                <a:latin typeface="Arial"/>
                <a:ea typeface="Arial"/>
                <a:cs typeface="Arial"/>
              </a:defRPr>
            </a:lvl5pPr>
            <a:lvl6pPr algn="l">
              <a:defRPr sz="6300" b="1">
                <a:solidFill>
                  <a:srgbClr val="A985FF"/>
                </a:solidFill>
                <a:latin typeface="Arial"/>
                <a:ea typeface="Arial"/>
                <a:cs typeface="Arial"/>
              </a:defRPr>
            </a:lvl6pPr>
            <a:lvl7pPr algn="l">
              <a:defRPr sz="6300" b="1">
                <a:solidFill>
                  <a:srgbClr val="A985FF"/>
                </a:solidFill>
                <a:latin typeface="Arial"/>
                <a:ea typeface="Arial"/>
                <a:cs typeface="Arial"/>
              </a:defRPr>
            </a:lvl7pPr>
            <a:lvl8pPr algn="l">
              <a:defRPr sz="6300" b="1">
                <a:solidFill>
                  <a:srgbClr val="A985FF"/>
                </a:solidFill>
                <a:latin typeface="Arial"/>
                <a:ea typeface="Arial"/>
                <a:cs typeface="Arial"/>
              </a:defRPr>
            </a:lvl8pPr>
            <a:lvl9pPr algn="l">
              <a:defRPr sz="6300" b="1">
                <a:solidFill>
                  <a:srgbClr val="A985FF"/>
                </a:solidFill>
                <a:latin typeface="Arial"/>
                <a:ea typeface="Arial"/>
                <a:cs typeface="Arial"/>
              </a:defRPr>
            </a:lvl9pPr>
          </a:lstStyle>
          <a:p xmlns:a="http://schemas.openxmlformats.org/drawingml/2006/main">
            <a:pPr algn="l">
              <a:defRPr sz="6300" b="1">
                <a:solidFill>
                  <a:srgbClr val="A985FF"/>
                </a:solidFill>
                <a:latin typeface="Arial"/>
                <a:ea typeface="Arial"/>
                <a:cs typeface="Arial"/>
              </a:defRPr>
            </a:pPr>
            <a:r>
              <a:rPr sz="6300" b="1">
                <a:solidFill>
                  <a:srgbClr val="A985FF"/>
                </a:solidFill>
                <a:latin typeface="Arial"/>
                <a:ea typeface="Arial"/>
                <a:cs typeface="Arial"/>
              </a:rPr>
              <a:t>5</a:t>
            </a:r>
          </a:p>
        </p:txBody>
      </p:sp>
      <p:sp>
        <p:nvSpPr>
          <p:cNvPr id="14" name="evidence-label-1">
            <a:extLst xmlns:a="http://schemas.openxmlformats.org/drawingml/2006/main">
              <a:ext uri="{FF2B5EF4-FFF2-40B4-BE49-F238E27FC236}">
                <a16:creationId xmlns:a16="http://schemas.microsoft.com/office/drawing/2014/main" id="{6DB2A98F-0F7A-42A3-A9EC-2729BA2741D6}"/>
              </a:ext>
            </a:extLst>
          </p:cNvPr>
          <p:cNvSpPr>
            <a:spLocks xmlns:a="http://schemas.openxmlformats.org/drawingml/2006/main" noGrp="1"/>
          </p:cNvSpPr>
          <p:nvPr/>
        </p:nvSpPr>
        <p:spPr>
          <a:xfrm xmlns:a="http://schemas.openxmlformats.org/drawingml/2006/main">
            <a:off x="3476625" y="45720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11016"/>
                </a:solidFill>
                <a:latin typeface="Arial"/>
                <a:ea typeface="Arial"/>
                <a:cs typeface="Arial"/>
              </a:defRPr>
            </a:defPPr>
            <a:lvl1pPr algn="l">
              <a:defRPr sz="1650" b="1">
                <a:solidFill>
                  <a:srgbClr val="111016"/>
                </a:solidFill>
                <a:latin typeface="Arial"/>
                <a:ea typeface="Arial"/>
                <a:cs typeface="Arial"/>
              </a:defRPr>
            </a:lvl1pPr>
            <a:lvl2pPr algn="l">
              <a:defRPr sz="1650" b="1">
                <a:solidFill>
                  <a:srgbClr val="111016"/>
                </a:solidFill>
                <a:latin typeface="Arial"/>
                <a:ea typeface="Arial"/>
                <a:cs typeface="Arial"/>
              </a:defRPr>
            </a:lvl2pPr>
            <a:lvl3pPr algn="l">
              <a:defRPr sz="1650" b="1">
                <a:solidFill>
                  <a:srgbClr val="111016"/>
                </a:solidFill>
                <a:latin typeface="Arial"/>
                <a:ea typeface="Arial"/>
                <a:cs typeface="Arial"/>
              </a:defRPr>
            </a:lvl3pPr>
            <a:lvl4pPr algn="l">
              <a:defRPr sz="1650" b="1">
                <a:solidFill>
                  <a:srgbClr val="111016"/>
                </a:solidFill>
                <a:latin typeface="Arial"/>
                <a:ea typeface="Arial"/>
                <a:cs typeface="Arial"/>
              </a:defRPr>
            </a:lvl4pPr>
            <a:lvl5pPr algn="l">
              <a:defRPr sz="1650" b="1">
                <a:solidFill>
                  <a:srgbClr val="111016"/>
                </a:solidFill>
                <a:latin typeface="Arial"/>
                <a:ea typeface="Arial"/>
                <a:cs typeface="Arial"/>
              </a:defRPr>
            </a:lvl5pPr>
            <a:lvl6pPr algn="l">
              <a:defRPr sz="1650" b="1">
                <a:solidFill>
                  <a:srgbClr val="111016"/>
                </a:solidFill>
                <a:latin typeface="Arial"/>
                <a:ea typeface="Arial"/>
                <a:cs typeface="Arial"/>
              </a:defRPr>
            </a:lvl6pPr>
            <a:lvl7pPr algn="l">
              <a:defRPr sz="1650" b="1">
                <a:solidFill>
                  <a:srgbClr val="111016"/>
                </a:solidFill>
                <a:latin typeface="Arial"/>
                <a:ea typeface="Arial"/>
                <a:cs typeface="Arial"/>
              </a:defRPr>
            </a:lvl7pPr>
            <a:lvl8pPr algn="l">
              <a:defRPr sz="1650" b="1">
                <a:solidFill>
                  <a:srgbClr val="111016"/>
                </a:solidFill>
                <a:latin typeface="Arial"/>
                <a:ea typeface="Arial"/>
                <a:cs typeface="Arial"/>
              </a:defRPr>
            </a:lvl8pPr>
            <a:lvl9pPr algn="l">
              <a:defRPr sz="1650" b="1">
                <a:solidFill>
                  <a:srgbClr val="111016"/>
                </a:solidFill>
                <a:latin typeface="Arial"/>
                <a:ea typeface="Arial"/>
                <a:cs typeface="Arial"/>
              </a:defRPr>
            </a:lvl9pPr>
          </a:lstStyle>
          <a:p xmlns:a="http://schemas.openxmlformats.org/drawingml/2006/main">
            <a:pPr algn="l">
              <a:defRPr sz="1650" b="1">
                <a:solidFill>
                  <a:srgbClr val="111016"/>
                </a:solidFill>
                <a:latin typeface="Arial"/>
                <a:ea typeface="Arial"/>
                <a:cs typeface="Arial"/>
              </a:defRPr>
            </a:pPr>
            <a:r>
              <a:rPr sz="1650" b="1">
                <a:solidFill>
                  <a:srgbClr val="111016"/>
                </a:solidFill>
                <a:latin typeface="Arial"/>
                <a:ea typeface="Arial"/>
                <a:cs typeface="Arial"/>
              </a:rPr>
              <a:t>tasks completed after restart</a:t>
            </a:r>
          </a:p>
        </p:txBody>
      </p:sp>
      <p:sp>
        <p:nvSpPr>
          <p:cNvPr id="15" name="evidence-dot-2">
            <a:extLst xmlns:a="http://schemas.openxmlformats.org/drawingml/2006/main">
              <a:ext uri="{FF2B5EF4-FFF2-40B4-BE49-F238E27FC236}">
                <a16:creationId xmlns:a16="http://schemas.microsoft.com/office/drawing/2014/main" id="{C9CDB1D4-D62F-4A1F-A93C-E045BF3E7312}"/>
              </a:ext>
            </a:extLst>
          </p:cNvPr>
          <p:cNvSpPr>
            <a:spLocks xmlns:a="http://schemas.openxmlformats.org/drawingml/2006/main" noGrp="1"/>
          </p:cNvSpPr>
          <p:nvPr/>
        </p:nvSpPr>
        <p:spPr>
          <a:xfrm xmlns:a="http://schemas.openxmlformats.org/drawingml/2006/main">
            <a:off x="6191250" y="3076575"/>
            <a:ext cx="133350" cy="133350"/>
          </a:xfrm>
          <a:prstGeom xmlns:a="http://schemas.openxmlformats.org/drawingml/2006/main" prst="ellipse">
            <a:avLst/>
          </a:prstGeom>
          <a:solidFill xmlns:a="http://schemas.openxmlformats.org/drawingml/2006/main">
            <a:srgbClr val="62DDB0"/>
          </a:solidFill>
          <a:ln xmlns:a="http://schemas.openxmlformats.org/drawingml/2006/main" w="0">
            <a:noFill/>
            <a:prstDash val="solid"/>
          </a:ln>
        </p:spPr>
      </p:sp>
      <p:sp>
        <p:nvSpPr>
          <p:cNvPr id="16" name="evidence-number-2">
            <a:extLst xmlns:a="http://schemas.openxmlformats.org/drawingml/2006/main">
              <a:ext uri="{FF2B5EF4-FFF2-40B4-BE49-F238E27FC236}">
                <a16:creationId xmlns:a16="http://schemas.microsoft.com/office/drawing/2014/main" id="{DF6D139B-F432-4756-8CC0-5A42532A4885}"/>
              </a:ext>
            </a:extLst>
          </p:cNvPr>
          <p:cNvSpPr>
            <a:spLocks xmlns:a="http://schemas.openxmlformats.org/drawingml/2006/main" noGrp="1"/>
          </p:cNvSpPr>
          <p:nvPr/>
        </p:nvSpPr>
        <p:spPr>
          <a:xfrm xmlns:a="http://schemas.openxmlformats.org/drawingml/2006/main">
            <a:off x="6191250" y="3571875"/>
            <a:ext cx="24193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262"/>
          </a:bodyPr>
          <a:lstStyle xmlns:a="http://schemas.openxmlformats.org/drawingml/2006/main">
            <a:defPPr algn="l">
              <a:defRPr sz="6300" b="1">
                <a:solidFill>
                  <a:srgbClr val="A985FF"/>
                </a:solidFill>
                <a:latin typeface="Arial"/>
                <a:ea typeface="Arial"/>
                <a:cs typeface="Arial"/>
              </a:defRPr>
            </a:defPPr>
            <a:lvl1pPr algn="l">
              <a:defRPr sz="6300" b="1">
                <a:solidFill>
                  <a:srgbClr val="A985FF"/>
                </a:solidFill>
                <a:latin typeface="Arial"/>
                <a:ea typeface="Arial"/>
                <a:cs typeface="Arial"/>
              </a:defRPr>
            </a:lvl1pPr>
            <a:lvl2pPr algn="l">
              <a:defRPr sz="6300" b="1">
                <a:solidFill>
                  <a:srgbClr val="A985FF"/>
                </a:solidFill>
                <a:latin typeface="Arial"/>
                <a:ea typeface="Arial"/>
                <a:cs typeface="Arial"/>
              </a:defRPr>
            </a:lvl2pPr>
            <a:lvl3pPr algn="l">
              <a:defRPr sz="6300" b="1">
                <a:solidFill>
                  <a:srgbClr val="A985FF"/>
                </a:solidFill>
                <a:latin typeface="Arial"/>
                <a:ea typeface="Arial"/>
                <a:cs typeface="Arial"/>
              </a:defRPr>
            </a:lvl3pPr>
            <a:lvl4pPr algn="l">
              <a:defRPr sz="6300" b="1">
                <a:solidFill>
                  <a:srgbClr val="A985FF"/>
                </a:solidFill>
                <a:latin typeface="Arial"/>
                <a:ea typeface="Arial"/>
                <a:cs typeface="Arial"/>
              </a:defRPr>
            </a:lvl4pPr>
            <a:lvl5pPr algn="l">
              <a:defRPr sz="6300" b="1">
                <a:solidFill>
                  <a:srgbClr val="A985FF"/>
                </a:solidFill>
                <a:latin typeface="Arial"/>
                <a:ea typeface="Arial"/>
                <a:cs typeface="Arial"/>
              </a:defRPr>
            </a:lvl5pPr>
            <a:lvl6pPr algn="l">
              <a:defRPr sz="6300" b="1">
                <a:solidFill>
                  <a:srgbClr val="A985FF"/>
                </a:solidFill>
                <a:latin typeface="Arial"/>
                <a:ea typeface="Arial"/>
                <a:cs typeface="Arial"/>
              </a:defRPr>
            </a:lvl6pPr>
            <a:lvl7pPr algn="l">
              <a:defRPr sz="6300" b="1">
                <a:solidFill>
                  <a:srgbClr val="A985FF"/>
                </a:solidFill>
                <a:latin typeface="Arial"/>
                <a:ea typeface="Arial"/>
                <a:cs typeface="Arial"/>
              </a:defRPr>
            </a:lvl7pPr>
            <a:lvl8pPr algn="l">
              <a:defRPr sz="6300" b="1">
                <a:solidFill>
                  <a:srgbClr val="A985FF"/>
                </a:solidFill>
                <a:latin typeface="Arial"/>
                <a:ea typeface="Arial"/>
                <a:cs typeface="Arial"/>
              </a:defRPr>
            </a:lvl8pPr>
            <a:lvl9pPr algn="l">
              <a:defRPr sz="6300" b="1">
                <a:solidFill>
                  <a:srgbClr val="A985FF"/>
                </a:solidFill>
                <a:latin typeface="Arial"/>
                <a:ea typeface="Arial"/>
                <a:cs typeface="Arial"/>
              </a:defRPr>
            </a:lvl9pPr>
          </a:lstStyle>
          <a:p xmlns:a="http://schemas.openxmlformats.org/drawingml/2006/main">
            <a:pPr algn="l">
              <a:defRPr sz="6300" b="1">
                <a:solidFill>
                  <a:srgbClr val="A985FF"/>
                </a:solidFill>
                <a:latin typeface="Arial"/>
                <a:ea typeface="Arial"/>
                <a:cs typeface="Arial"/>
              </a:defRPr>
            </a:pPr>
            <a:r>
              <a:rPr sz="6300" b="1">
                <a:solidFill>
                  <a:srgbClr val="A985FF"/>
                </a:solidFill>
                <a:latin typeface="Arial"/>
                <a:ea typeface="Arial"/>
                <a:cs typeface="Arial"/>
              </a:rPr>
              <a:t>0</a:t>
            </a:r>
          </a:p>
        </p:txBody>
      </p:sp>
      <p:sp>
        <p:nvSpPr>
          <p:cNvPr id="17" name="evidence-label-2">
            <a:extLst xmlns:a="http://schemas.openxmlformats.org/drawingml/2006/main">
              <a:ext uri="{FF2B5EF4-FFF2-40B4-BE49-F238E27FC236}">
                <a16:creationId xmlns:a16="http://schemas.microsoft.com/office/drawing/2014/main" id="{F8CB3CE0-001E-4AD2-AD10-91B2358EA55C}"/>
              </a:ext>
            </a:extLst>
          </p:cNvPr>
          <p:cNvSpPr>
            <a:spLocks xmlns:a="http://schemas.openxmlformats.org/drawingml/2006/main" noGrp="1"/>
          </p:cNvSpPr>
          <p:nvPr/>
        </p:nvSpPr>
        <p:spPr>
          <a:xfrm xmlns:a="http://schemas.openxmlformats.org/drawingml/2006/main">
            <a:off x="6191250" y="45720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11016"/>
                </a:solidFill>
                <a:latin typeface="Arial"/>
                <a:ea typeface="Arial"/>
                <a:cs typeface="Arial"/>
              </a:defRPr>
            </a:defPPr>
            <a:lvl1pPr algn="l">
              <a:defRPr sz="1650" b="1">
                <a:solidFill>
                  <a:srgbClr val="111016"/>
                </a:solidFill>
                <a:latin typeface="Arial"/>
                <a:ea typeface="Arial"/>
                <a:cs typeface="Arial"/>
              </a:defRPr>
            </a:lvl1pPr>
            <a:lvl2pPr algn="l">
              <a:defRPr sz="1650" b="1">
                <a:solidFill>
                  <a:srgbClr val="111016"/>
                </a:solidFill>
                <a:latin typeface="Arial"/>
                <a:ea typeface="Arial"/>
                <a:cs typeface="Arial"/>
              </a:defRPr>
            </a:lvl2pPr>
            <a:lvl3pPr algn="l">
              <a:defRPr sz="1650" b="1">
                <a:solidFill>
                  <a:srgbClr val="111016"/>
                </a:solidFill>
                <a:latin typeface="Arial"/>
                <a:ea typeface="Arial"/>
                <a:cs typeface="Arial"/>
              </a:defRPr>
            </a:lvl3pPr>
            <a:lvl4pPr algn="l">
              <a:defRPr sz="1650" b="1">
                <a:solidFill>
                  <a:srgbClr val="111016"/>
                </a:solidFill>
                <a:latin typeface="Arial"/>
                <a:ea typeface="Arial"/>
                <a:cs typeface="Arial"/>
              </a:defRPr>
            </a:lvl4pPr>
            <a:lvl5pPr algn="l">
              <a:defRPr sz="1650" b="1">
                <a:solidFill>
                  <a:srgbClr val="111016"/>
                </a:solidFill>
                <a:latin typeface="Arial"/>
                <a:ea typeface="Arial"/>
                <a:cs typeface="Arial"/>
              </a:defRPr>
            </a:lvl5pPr>
            <a:lvl6pPr algn="l">
              <a:defRPr sz="1650" b="1">
                <a:solidFill>
                  <a:srgbClr val="111016"/>
                </a:solidFill>
                <a:latin typeface="Arial"/>
                <a:ea typeface="Arial"/>
                <a:cs typeface="Arial"/>
              </a:defRPr>
            </a:lvl6pPr>
            <a:lvl7pPr algn="l">
              <a:defRPr sz="1650" b="1">
                <a:solidFill>
                  <a:srgbClr val="111016"/>
                </a:solidFill>
                <a:latin typeface="Arial"/>
                <a:ea typeface="Arial"/>
                <a:cs typeface="Arial"/>
              </a:defRPr>
            </a:lvl7pPr>
            <a:lvl8pPr algn="l">
              <a:defRPr sz="1650" b="1">
                <a:solidFill>
                  <a:srgbClr val="111016"/>
                </a:solidFill>
                <a:latin typeface="Arial"/>
                <a:ea typeface="Arial"/>
                <a:cs typeface="Arial"/>
              </a:defRPr>
            </a:lvl8pPr>
            <a:lvl9pPr algn="l">
              <a:defRPr sz="1650" b="1">
                <a:solidFill>
                  <a:srgbClr val="111016"/>
                </a:solidFill>
                <a:latin typeface="Arial"/>
                <a:ea typeface="Arial"/>
                <a:cs typeface="Arial"/>
              </a:defRPr>
            </a:lvl9pPr>
          </a:lstStyle>
          <a:p xmlns:a="http://schemas.openxmlformats.org/drawingml/2006/main">
            <a:pPr algn="l">
              <a:defRPr sz="1650" b="1">
                <a:solidFill>
                  <a:srgbClr val="111016"/>
                </a:solidFill>
                <a:latin typeface="Arial"/>
                <a:ea typeface="Arial"/>
                <a:cs typeface="Arial"/>
              </a:defRPr>
            </a:pPr>
            <a:r>
              <a:rPr sz="1650" b="1">
                <a:solidFill>
                  <a:srgbClr val="111016"/>
                </a:solidFill>
                <a:latin typeface="Arial"/>
                <a:ea typeface="Arial"/>
                <a:cs typeface="Arial"/>
              </a:rPr>
              <a:t>duplicate admissions</a:t>
            </a:r>
          </a:p>
        </p:txBody>
      </p:sp>
      <p:sp>
        <p:nvSpPr>
          <p:cNvPr id="18" name="evidence-dot-3">
            <a:extLst xmlns:a="http://schemas.openxmlformats.org/drawingml/2006/main">
              <a:ext uri="{FF2B5EF4-FFF2-40B4-BE49-F238E27FC236}">
                <a16:creationId xmlns:a16="http://schemas.microsoft.com/office/drawing/2014/main" id="{851FB384-8C9B-463A-A78E-155BC2C64925}"/>
              </a:ext>
            </a:extLst>
          </p:cNvPr>
          <p:cNvSpPr>
            <a:spLocks xmlns:a="http://schemas.openxmlformats.org/drawingml/2006/main" noGrp="1"/>
          </p:cNvSpPr>
          <p:nvPr/>
        </p:nvSpPr>
        <p:spPr>
          <a:xfrm xmlns:a="http://schemas.openxmlformats.org/drawingml/2006/main">
            <a:off x="8905875" y="3076575"/>
            <a:ext cx="133350" cy="133350"/>
          </a:xfrm>
          <a:prstGeom xmlns:a="http://schemas.openxmlformats.org/drawingml/2006/main" prst="ellipse">
            <a:avLst/>
          </a:prstGeom>
          <a:solidFill xmlns:a="http://schemas.openxmlformats.org/drawingml/2006/main">
            <a:srgbClr val="A985FF"/>
          </a:solidFill>
          <a:ln xmlns:a="http://schemas.openxmlformats.org/drawingml/2006/main" w="0">
            <a:noFill/>
            <a:prstDash val="solid"/>
          </a:ln>
        </p:spPr>
      </p:sp>
      <p:sp>
        <p:nvSpPr>
          <p:cNvPr id="19" name="evidence-number-3">
            <a:extLst xmlns:a="http://schemas.openxmlformats.org/drawingml/2006/main">
              <a:ext uri="{FF2B5EF4-FFF2-40B4-BE49-F238E27FC236}">
                <a16:creationId xmlns:a16="http://schemas.microsoft.com/office/drawing/2014/main" id="{427E6EBA-2E35-4399-BAAA-E250B97EE26B}"/>
              </a:ext>
            </a:extLst>
          </p:cNvPr>
          <p:cNvSpPr>
            <a:spLocks xmlns:a="http://schemas.openxmlformats.org/drawingml/2006/main" noGrp="1"/>
          </p:cNvSpPr>
          <p:nvPr/>
        </p:nvSpPr>
        <p:spPr>
          <a:xfrm xmlns:a="http://schemas.openxmlformats.org/drawingml/2006/main">
            <a:off x="8905875" y="3571875"/>
            <a:ext cx="24193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262"/>
          </a:bodyPr>
          <a:lstStyle xmlns:a="http://schemas.openxmlformats.org/drawingml/2006/main">
            <a:defPPr algn="l">
              <a:defRPr sz="6300" b="1">
                <a:solidFill>
                  <a:srgbClr val="A985FF"/>
                </a:solidFill>
                <a:latin typeface="Arial"/>
                <a:ea typeface="Arial"/>
                <a:cs typeface="Arial"/>
              </a:defRPr>
            </a:defPPr>
            <a:lvl1pPr algn="l">
              <a:defRPr sz="6300" b="1">
                <a:solidFill>
                  <a:srgbClr val="A985FF"/>
                </a:solidFill>
                <a:latin typeface="Arial"/>
                <a:ea typeface="Arial"/>
                <a:cs typeface="Arial"/>
              </a:defRPr>
            </a:lvl1pPr>
            <a:lvl2pPr algn="l">
              <a:defRPr sz="6300" b="1">
                <a:solidFill>
                  <a:srgbClr val="A985FF"/>
                </a:solidFill>
                <a:latin typeface="Arial"/>
                <a:ea typeface="Arial"/>
                <a:cs typeface="Arial"/>
              </a:defRPr>
            </a:lvl2pPr>
            <a:lvl3pPr algn="l">
              <a:defRPr sz="6300" b="1">
                <a:solidFill>
                  <a:srgbClr val="A985FF"/>
                </a:solidFill>
                <a:latin typeface="Arial"/>
                <a:ea typeface="Arial"/>
                <a:cs typeface="Arial"/>
              </a:defRPr>
            </a:lvl3pPr>
            <a:lvl4pPr algn="l">
              <a:defRPr sz="6300" b="1">
                <a:solidFill>
                  <a:srgbClr val="A985FF"/>
                </a:solidFill>
                <a:latin typeface="Arial"/>
                <a:ea typeface="Arial"/>
                <a:cs typeface="Arial"/>
              </a:defRPr>
            </a:lvl4pPr>
            <a:lvl5pPr algn="l">
              <a:defRPr sz="6300" b="1">
                <a:solidFill>
                  <a:srgbClr val="A985FF"/>
                </a:solidFill>
                <a:latin typeface="Arial"/>
                <a:ea typeface="Arial"/>
                <a:cs typeface="Arial"/>
              </a:defRPr>
            </a:lvl5pPr>
            <a:lvl6pPr algn="l">
              <a:defRPr sz="6300" b="1">
                <a:solidFill>
                  <a:srgbClr val="A985FF"/>
                </a:solidFill>
                <a:latin typeface="Arial"/>
                <a:ea typeface="Arial"/>
                <a:cs typeface="Arial"/>
              </a:defRPr>
            </a:lvl6pPr>
            <a:lvl7pPr algn="l">
              <a:defRPr sz="6300" b="1">
                <a:solidFill>
                  <a:srgbClr val="A985FF"/>
                </a:solidFill>
                <a:latin typeface="Arial"/>
                <a:ea typeface="Arial"/>
                <a:cs typeface="Arial"/>
              </a:defRPr>
            </a:lvl7pPr>
            <a:lvl8pPr algn="l">
              <a:defRPr sz="6300" b="1">
                <a:solidFill>
                  <a:srgbClr val="A985FF"/>
                </a:solidFill>
                <a:latin typeface="Arial"/>
                <a:ea typeface="Arial"/>
                <a:cs typeface="Arial"/>
              </a:defRPr>
            </a:lvl8pPr>
            <a:lvl9pPr algn="l">
              <a:defRPr sz="6300" b="1">
                <a:solidFill>
                  <a:srgbClr val="A985FF"/>
                </a:solidFill>
                <a:latin typeface="Arial"/>
                <a:ea typeface="Arial"/>
                <a:cs typeface="Arial"/>
              </a:defRPr>
            </a:lvl9pPr>
          </a:lstStyle>
          <a:p xmlns:a="http://schemas.openxmlformats.org/drawingml/2006/main">
            <a:pPr algn="l">
              <a:defRPr sz="6300" b="1">
                <a:solidFill>
                  <a:srgbClr val="A985FF"/>
                </a:solidFill>
                <a:latin typeface="Arial"/>
                <a:ea typeface="Arial"/>
                <a:cs typeface="Arial"/>
              </a:defRPr>
            </a:pPr>
            <a:r>
              <a:rPr sz="6300" b="1">
                <a:solidFill>
                  <a:srgbClr val="A985FF"/>
                </a:solidFill>
                <a:latin typeface="Arial"/>
                <a:ea typeface="Arial"/>
                <a:cs typeface="Arial"/>
              </a:rPr>
              <a:t>3</a:t>
            </a:r>
          </a:p>
        </p:txBody>
      </p:sp>
      <p:sp>
        <p:nvSpPr>
          <p:cNvPr id="20" name="evidence-label-3">
            <a:extLst xmlns:a="http://schemas.openxmlformats.org/drawingml/2006/main">
              <a:ext uri="{FF2B5EF4-FFF2-40B4-BE49-F238E27FC236}">
                <a16:creationId xmlns:a16="http://schemas.microsoft.com/office/drawing/2014/main" id="{EBDE65E9-8A0A-49DF-B5F7-1C07F1FA65E9}"/>
              </a:ext>
            </a:extLst>
          </p:cNvPr>
          <p:cNvSpPr>
            <a:spLocks xmlns:a="http://schemas.openxmlformats.org/drawingml/2006/main" noGrp="1"/>
          </p:cNvSpPr>
          <p:nvPr/>
        </p:nvSpPr>
        <p:spPr>
          <a:xfrm xmlns:a="http://schemas.openxmlformats.org/drawingml/2006/main">
            <a:off x="8905875" y="45720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11016"/>
                </a:solidFill>
                <a:latin typeface="Arial"/>
                <a:ea typeface="Arial"/>
                <a:cs typeface="Arial"/>
              </a:defRPr>
            </a:defPPr>
            <a:lvl1pPr algn="l">
              <a:defRPr sz="1650" b="1">
                <a:solidFill>
                  <a:srgbClr val="111016"/>
                </a:solidFill>
                <a:latin typeface="Arial"/>
                <a:ea typeface="Arial"/>
                <a:cs typeface="Arial"/>
              </a:defRPr>
            </a:lvl1pPr>
            <a:lvl2pPr algn="l">
              <a:defRPr sz="1650" b="1">
                <a:solidFill>
                  <a:srgbClr val="111016"/>
                </a:solidFill>
                <a:latin typeface="Arial"/>
                <a:ea typeface="Arial"/>
                <a:cs typeface="Arial"/>
              </a:defRPr>
            </a:lvl2pPr>
            <a:lvl3pPr algn="l">
              <a:defRPr sz="1650" b="1">
                <a:solidFill>
                  <a:srgbClr val="111016"/>
                </a:solidFill>
                <a:latin typeface="Arial"/>
                <a:ea typeface="Arial"/>
                <a:cs typeface="Arial"/>
              </a:defRPr>
            </a:lvl3pPr>
            <a:lvl4pPr algn="l">
              <a:defRPr sz="1650" b="1">
                <a:solidFill>
                  <a:srgbClr val="111016"/>
                </a:solidFill>
                <a:latin typeface="Arial"/>
                <a:ea typeface="Arial"/>
                <a:cs typeface="Arial"/>
              </a:defRPr>
            </a:lvl4pPr>
            <a:lvl5pPr algn="l">
              <a:defRPr sz="1650" b="1">
                <a:solidFill>
                  <a:srgbClr val="111016"/>
                </a:solidFill>
                <a:latin typeface="Arial"/>
                <a:ea typeface="Arial"/>
                <a:cs typeface="Arial"/>
              </a:defRPr>
            </a:lvl5pPr>
            <a:lvl6pPr algn="l">
              <a:defRPr sz="1650" b="1">
                <a:solidFill>
                  <a:srgbClr val="111016"/>
                </a:solidFill>
                <a:latin typeface="Arial"/>
                <a:ea typeface="Arial"/>
                <a:cs typeface="Arial"/>
              </a:defRPr>
            </a:lvl6pPr>
            <a:lvl7pPr algn="l">
              <a:defRPr sz="1650" b="1">
                <a:solidFill>
                  <a:srgbClr val="111016"/>
                </a:solidFill>
                <a:latin typeface="Arial"/>
                <a:ea typeface="Arial"/>
                <a:cs typeface="Arial"/>
              </a:defRPr>
            </a:lvl7pPr>
            <a:lvl8pPr algn="l">
              <a:defRPr sz="1650" b="1">
                <a:solidFill>
                  <a:srgbClr val="111016"/>
                </a:solidFill>
                <a:latin typeface="Arial"/>
                <a:ea typeface="Arial"/>
                <a:cs typeface="Arial"/>
              </a:defRPr>
            </a:lvl8pPr>
            <a:lvl9pPr algn="l">
              <a:defRPr sz="1650" b="1">
                <a:solidFill>
                  <a:srgbClr val="111016"/>
                </a:solidFill>
                <a:latin typeface="Arial"/>
                <a:ea typeface="Arial"/>
                <a:cs typeface="Arial"/>
              </a:defRPr>
            </a:lvl9pPr>
          </a:lstStyle>
          <a:p xmlns:a="http://schemas.openxmlformats.org/drawingml/2006/main">
            <a:pPr algn="l">
              <a:defRPr sz="1650" b="1">
                <a:solidFill>
                  <a:srgbClr val="111016"/>
                </a:solidFill>
                <a:latin typeface="Arial"/>
                <a:ea typeface="Arial"/>
                <a:cs typeface="Arial"/>
              </a:defRPr>
            </a:pPr>
            <a:r>
              <a:rPr sz="1650" b="1">
                <a:solidFill>
                  <a:srgbClr val="111016"/>
                </a:solidFill>
                <a:latin typeface="Arial"/>
                <a:ea typeface="Arial"/>
                <a:cs typeface="Arial"/>
              </a:rPr>
              <a:t>files matched Python byte for byte</a:t>
            </a:r>
          </a:p>
        </p:txBody>
      </p:sp>
      <p:sp>
        <p:nvSpPr>
          <p:cNvPr id="21" name="evidence-boundary-line">
            <a:extLst xmlns:a="http://schemas.openxmlformats.org/drawingml/2006/main">
              <a:ext uri="{FF2B5EF4-FFF2-40B4-BE49-F238E27FC236}">
                <a16:creationId xmlns:a16="http://schemas.microsoft.com/office/drawing/2014/main" id="{DB34A958-2213-4D11-93D0-29BB97987C1A}"/>
              </a:ext>
            </a:extLst>
          </p:cNvPr>
          <p:cNvSpPr>
            <a:spLocks xmlns:a="http://schemas.openxmlformats.org/drawingml/2006/main" noGrp="1"/>
          </p:cNvSpPr>
          <p:nvPr/>
        </p:nvSpPr>
        <p:spPr>
          <a:xfrm xmlns:a="http://schemas.openxmlformats.org/drawingml/2006/main">
            <a:off x="762000" y="5524500"/>
            <a:ext cx="10668000" cy="0"/>
          </a:xfrm>
          <a:prstGeom xmlns:a="http://schemas.openxmlformats.org/drawingml/2006/main" prst="line">
            <a:avLst/>
          </a:prstGeom>
          <a:noFill xmlns:a="http://schemas.openxmlformats.org/drawingml/2006/main"/>
          <a:ln xmlns:a="http://schemas.openxmlformats.org/drawingml/2006/main" w="9525">
            <a:solidFill>
              <a:srgbClr val="CEC8D7"/>
            </a:solidFill>
            <a:prstDash val="solid"/>
          </a:ln>
        </p:spPr>
      </p:sp>
      <p:sp>
        <p:nvSpPr>
          <p:cNvPr id="22" name="evidence-boundary">
            <a:extLst xmlns:a="http://schemas.openxmlformats.org/drawingml/2006/main">
              <a:ext uri="{FF2B5EF4-FFF2-40B4-BE49-F238E27FC236}">
                <a16:creationId xmlns:a16="http://schemas.microsoft.com/office/drawing/2014/main" id="{B60E41E3-5631-461E-9F59-AC3199FEDF08}"/>
              </a:ext>
            </a:extLst>
          </p:cNvPr>
          <p:cNvSpPr>
            <a:spLocks xmlns:a="http://schemas.openxmlformats.org/drawingml/2006/main" noGrp="1"/>
          </p:cNvSpPr>
          <p:nvPr/>
        </p:nvSpPr>
        <p:spPr>
          <a:xfrm xmlns:a="http://schemas.openxmlformats.org/drawingml/2006/main">
            <a:off x="781050" y="57245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E5967"/>
                </a:solidFill>
                <a:latin typeface="Arial"/>
                <a:ea typeface="Arial"/>
                <a:cs typeface="Arial"/>
              </a:defRPr>
            </a:defPPr>
            <a:lvl1pPr algn="l">
              <a:defRPr sz="1500" b="0">
                <a:solidFill>
                  <a:srgbClr val="5E5967"/>
                </a:solidFill>
                <a:latin typeface="Arial"/>
                <a:ea typeface="Arial"/>
                <a:cs typeface="Arial"/>
              </a:defRPr>
            </a:lvl1pPr>
            <a:lvl2pPr algn="l">
              <a:defRPr sz="1500" b="0">
                <a:solidFill>
                  <a:srgbClr val="5E5967"/>
                </a:solidFill>
                <a:latin typeface="Arial"/>
                <a:ea typeface="Arial"/>
                <a:cs typeface="Arial"/>
              </a:defRPr>
            </a:lvl2pPr>
            <a:lvl3pPr algn="l">
              <a:defRPr sz="1500" b="0">
                <a:solidFill>
                  <a:srgbClr val="5E5967"/>
                </a:solidFill>
                <a:latin typeface="Arial"/>
                <a:ea typeface="Arial"/>
                <a:cs typeface="Arial"/>
              </a:defRPr>
            </a:lvl3pPr>
            <a:lvl4pPr algn="l">
              <a:defRPr sz="1500" b="0">
                <a:solidFill>
                  <a:srgbClr val="5E5967"/>
                </a:solidFill>
                <a:latin typeface="Arial"/>
                <a:ea typeface="Arial"/>
                <a:cs typeface="Arial"/>
              </a:defRPr>
            </a:lvl4pPr>
            <a:lvl5pPr algn="l">
              <a:defRPr sz="1500" b="0">
                <a:solidFill>
                  <a:srgbClr val="5E5967"/>
                </a:solidFill>
                <a:latin typeface="Arial"/>
                <a:ea typeface="Arial"/>
                <a:cs typeface="Arial"/>
              </a:defRPr>
            </a:lvl5pPr>
            <a:lvl6pPr algn="l">
              <a:defRPr sz="1500" b="0">
                <a:solidFill>
                  <a:srgbClr val="5E5967"/>
                </a:solidFill>
                <a:latin typeface="Arial"/>
                <a:ea typeface="Arial"/>
                <a:cs typeface="Arial"/>
              </a:defRPr>
            </a:lvl6pPr>
            <a:lvl7pPr algn="l">
              <a:defRPr sz="1500" b="0">
                <a:solidFill>
                  <a:srgbClr val="5E5967"/>
                </a:solidFill>
                <a:latin typeface="Arial"/>
                <a:ea typeface="Arial"/>
                <a:cs typeface="Arial"/>
              </a:defRPr>
            </a:lvl7pPr>
            <a:lvl8pPr algn="l">
              <a:defRPr sz="1500" b="0">
                <a:solidFill>
                  <a:srgbClr val="5E5967"/>
                </a:solidFill>
                <a:latin typeface="Arial"/>
                <a:ea typeface="Arial"/>
                <a:cs typeface="Arial"/>
              </a:defRPr>
            </a:lvl8pPr>
            <a:lvl9pPr algn="l">
              <a:defRPr sz="1500" b="0">
                <a:solidFill>
                  <a:srgbClr val="5E5967"/>
                </a:solidFill>
                <a:latin typeface="Arial"/>
                <a:ea typeface="Arial"/>
                <a:cs typeface="Arial"/>
              </a:defRPr>
            </a:lvl9pPr>
          </a:lstStyle>
          <a:p xmlns:a="http://schemas.openxmlformats.org/drawingml/2006/main">
            <a:pPr algn="l">
              <a:defRPr sz="1500" b="0">
                <a:solidFill>
                  <a:srgbClr val="5E5967"/>
                </a:solidFill>
                <a:latin typeface="Arial"/>
                <a:ea typeface="Arial"/>
                <a:cs typeface="Arial"/>
              </a:defRPr>
            </a:pPr>
            <a:r>
              <a:rPr sz="1500" b="0">
                <a:solidFill>
                  <a:srgbClr val="5E5967"/>
                </a:solidFill>
                <a:latin typeface="Arial"/>
                <a:ea typeface="Arial"/>
                <a:cs typeface="Arial"/>
              </a:rPr>
              <a:t>Trusted host CPU. No Docker isolation. OFF_CHAIN. No SOL payment.</a:t>
            </a:r>
          </a:p>
        </p:txBody>
      </p:sp>
    </p:spTree>
    <p:extLst>
      <p:ext uri="{BB962C8B-B14F-4D97-AF65-F5344CB8AC3E}">
        <p14:creationId xmlns:p14="http://schemas.microsoft.com/office/powerpoint/2010/main" val="1325257601"/>
      </p:ext>
    </p:extLst>
  </p:cSld>
</p:sld>
</file>

<file path=ppt/slides/slide8.xml><?xml version="1.0" encoding="utf-8"?>
<p:sld xmlns:p="http://schemas.openxmlformats.org/presentationml/2006/main">
  <p:cSld>
    <p:bg>
      <p:bgPr>
        <a:solidFill xmlns:a="http://schemas.openxmlformats.org/drawingml/2006/main">
          <a:srgbClr val="08080D"/>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63D8E4B-9EA3-4DBF-A5A9-BF5E5976B2AC}"/>
              </a:ext>
            </a:extLst>
          </p:cNvPr>
          <p:cNvPicPr>
            <a:picLocks xmlns:a="http://schemas.openxmlformats.org/drawingml/2006/main" noChangeAspect="1"/>
          </p:cNvPicPr>
          <p:nvPr/>
        </p:nvPicPr>
        <p:blipFill>
          <a:blip xmlns:r="http://schemas.openxmlformats.org/officeDocument/2006/relationships" xmlns:a="http://schemas.openxmlformats.org/drawingml/2006/main" r:embed="R87c6a64218f4483c"/>
          <a:stretch xmlns:a="http://schemas.openxmlformats.org/drawingml/2006/main"/>
        </p:blipFill>
        <p:spPr>
          <a:xfrm xmlns:a="http://schemas.openxmlformats.org/drawingml/2006/main">
            <a:off x="685800" y="352425"/>
            <a:ext cx="295275" cy="2952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507A9BFE-F83D-4795-ADD7-13048FE45722}"/>
              </a:ext>
            </a:extLst>
          </p:cNvPr>
          <p:cNvSpPr>
            <a:spLocks xmlns:a="http://schemas.openxmlformats.org/drawingml/2006/main" noGrp="1"/>
          </p:cNvSpPr>
          <p:nvPr/>
        </p:nvSpPr>
        <p:spPr>
          <a:xfrm xmlns:a="http://schemas.openxmlformats.org/drawingml/2006/main">
            <a:off x="1085850" y="371475"/>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7F5FA"/>
                </a:solidFill>
                <a:latin typeface="Arial"/>
                <a:ea typeface="Arial"/>
                <a:cs typeface="Arial"/>
              </a:defRPr>
            </a:defPPr>
            <a:lvl1pPr algn="l">
              <a:defRPr sz="1125" b="1">
                <a:solidFill>
                  <a:srgbClr val="F7F5FA"/>
                </a:solidFill>
                <a:latin typeface="Arial"/>
                <a:ea typeface="Arial"/>
                <a:cs typeface="Arial"/>
              </a:defRPr>
            </a:lvl1pPr>
            <a:lvl2pPr algn="l">
              <a:defRPr sz="1125" b="1">
                <a:solidFill>
                  <a:srgbClr val="F7F5FA"/>
                </a:solidFill>
                <a:latin typeface="Arial"/>
                <a:ea typeface="Arial"/>
                <a:cs typeface="Arial"/>
              </a:defRPr>
            </a:lvl2pPr>
            <a:lvl3pPr algn="l">
              <a:defRPr sz="1125" b="1">
                <a:solidFill>
                  <a:srgbClr val="F7F5FA"/>
                </a:solidFill>
                <a:latin typeface="Arial"/>
                <a:ea typeface="Arial"/>
                <a:cs typeface="Arial"/>
              </a:defRPr>
            </a:lvl3pPr>
            <a:lvl4pPr algn="l">
              <a:defRPr sz="1125" b="1">
                <a:solidFill>
                  <a:srgbClr val="F7F5FA"/>
                </a:solidFill>
                <a:latin typeface="Arial"/>
                <a:ea typeface="Arial"/>
                <a:cs typeface="Arial"/>
              </a:defRPr>
            </a:lvl4pPr>
            <a:lvl5pPr algn="l">
              <a:defRPr sz="1125" b="1">
                <a:solidFill>
                  <a:srgbClr val="F7F5FA"/>
                </a:solidFill>
                <a:latin typeface="Arial"/>
                <a:ea typeface="Arial"/>
                <a:cs typeface="Arial"/>
              </a:defRPr>
            </a:lvl5pPr>
            <a:lvl6pPr algn="l">
              <a:defRPr sz="1125" b="1">
                <a:solidFill>
                  <a:srgbClr val="F7F5FA"/>
                </a:solidFill>
                <a:latin typeface="Arial"/>
                <a:ea typeface="Arial"/>
                <a:cs typeface="Arial"/>
              </a:defRPr>
            </a:lvl6pPr>
            <a:lvl7pPr algn="l">
              <a:defRPr sz="1125" b="1">
                <a:solidFill>
                  <a:srgbClr val="F7F5FA"/>
                </a:solidFill>
                <a:latin typeface="Arial"/>
                <a:ea typeface="Arial"/>
                <a:cs typeface="Arial"/>
              </a:defRPr>
            </a:lvl7pPr>
            <a:lvl8pPr algn="l">
              <a:defRPr sz="1125" b="1">
                <a:solidFill>
                  <a:srgbClr val="F7F5FA"/>
                </a:solidFill>
                <a:latin typeface="Arial"/>
                <a:ea typeface="Arial"/>
                <a:cs typeface="Arial"/>
              </a:defRPr>
            </a:lvl8pPr>
            <a:lvl9pPr algn="l">
              <a:defRPr sz="1125" b="1">
                <a:solidFill>
                  <a:srgbClr val="F7F5FA"/>
                </a:solidFill>
                <a:latin typeface="Arial"/>
                <a:ea typeface="Arial"/>
                <a:cs typeface="Arial"/>
              </a:defRPr>
            </a:lvl9pPr>
          </a:lstStyle>
          <a:p xmlns:a="http://schemas.openxmlformats.org/drawingml/2006/main">
            <a:pPr algn="l">
              <a:defRPr sz="1125" b="1">
                <a:solidFill>
                  <a:srgbClr val="F7F5FA"/>
                </a:solidFill>
                <a:latin typeface="Arial"/>
                <a:ea typeface="Arial"/>
                <a:cs typeface="Arial"/>
              </a:defRPr>
            </a:pPr>
            <a:r>
              <a:rPr sz="1125" b="1">
                <a:solidFill>
                  <a:srgbClr val="F7F5FA"/>
                </a:solidFill>
                <a:latin typeface="Arial"/>
                <a:ea typeface="Arial"/>
                <a:cs typeface="Arial"/>
              </a:rPr>
              <a:t>APERTURE</a:t>
            </a:r>
          </a:p>
        </p:txBody>
      </p:sp>
      <p:sp>
        <p:nvSpPr>
          <p:cNvPr id="3" name="chapter">
            <a:extLst xmlns:a="http://schemas.openxmlformats.org/drawingml/2006/main">
              <a:ext uri="{FF2B5EF4-FFF2-40B4-BE49-F238E27FC236}">
                <a16:creationId xmlns:a16="http://schemas.microsoft.com/office/drawing/2014/main" id="{0A4E87C8-F507-4D11-AA42-32569C42BCFF}"/>
              </a:ext>
            </a:extLst>
          </p:cNvPr>
          <p:cNvSpPr>
            <a:spLocks xmlns:a="http://schemas.openxmlformats.org/drawingml/2006/main" noGrp="1"/>
          </p:cNvSpPr>
          <p:nvPr/>
        </p:nvSpPr>
        <p:spPr>
          <a:xfrm xmlns:a="http://schemas.openxmlformats.org/drawingml/2006/main">
            <a:off x="8334375" y="371475"/>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97282"/>
                </a:solidFill>
                <a:latin typeface="Arial"/>
                <a:ea typeface="Arial"/>
                <a:cs typeface="Arial"/>
              </a:defRPr>
            </a:defPPr>
            <a:lvl1pPr algn="r">
              <a:defRPr sz="975" b="1">
                <a:solidFill>
                  <a:srgbClr val="797282"/>
                </a:solidFill>
                <a:latin typeface="Arial"/>
                <a:ea typeface="Arial"/>
                <a:cs typeface="Arial"/>
              </a:defRPr>
            </a:lvl1pPr>
            <a:lvl2pPr algn="r">
              <a:defRPr sz="975" b="1">
                <a:solidFill>
                  <a:srgbClr val="797282"/>
                </a:solidFill>
                <a:latin typeface="Arial"/>
                <a:ea typeface="Arial"/>
                <a:cs typeface="Arial"/>
              </a:defRPr>
            </a:lvl2pPr>
            <a:lvl3pPr algn="r">
              <a:defRPr sz="975" b="1">
                <a:solidFill>
                  <a:srgbClr val="797282"/>
                </a:solidFill>
                <a:latin typeface="Arial"/>
                <a:ea typeface="Arial"/>
                <a:cs typeface="Arial"/>
              </a:defRPr>
            </a:lvl3pPr>
            <a:lvl4pPr algn="r">
              <a:defRPr sz="975" b="1">
                <a:solidFill>
                  <a:srgbClr val="797282"/>
                </a:solidFill>
                <a:latin typeface="Arial"/>
                <a:ea typeface="Arial"/>
                <a:cs typeface="Arial"/>
              </a:defRPr>
            </a:lvl4pPr>
            <a:lvl5pPr algn="r">
              <a:defRPr sz="975" b="1">
                <a:solidFill>
                  <a:srgbClr val="797282"/>
                </a:solidFill>
                <a:latin typeface="Arial"/>
                <a:ea typeface="Arial"/>
                <a:cs typeface="Arial"/>
              </a:defRPr>
            </a:lvl5pPr>
            <a:lvl6pPr algn="r">
              <a:defRPr sz="975" b="1">
                <a:solidFill>
                  <a:srgbClr val="797282"/>
                </a:solidFill>
                <a:latin typeface="Arial"/>
                <a:ea typeface="Arial"/>
                <a:cs typeface="Arial"/>
              </a:defRPr>
            </a:lvl6pPr>
            <a:lvl7pPr algn="r">
              <a:defRPr sz="975" b="1">
                <a:solidFill>
                  <a:srgbClr val="797282"/>
                </a:solidFill>
                <a:latin typeface="Arial"/>
                <a:ea typeface="Arial"/>
                <a:cs typeface="Arial"/>
              </a:defRPr>
            </a:lvl7pPr>
            <a:lvl8pPr algn="r">
              <a:defRPr sz="975" b="1">
                <a:solidFill>
                  <a:srgbClr val="797282"/>
                </a:solidFill>
                <a:latin typeface="Arial"/>
                <a:ea typeface="Arial"/>
                <a:cs typeface="Arial"/>
              </a:defRPr>
            </a:lvl8pPr>
            <a:lvl9pPr algn="r">
              <a:defRPr sz="975" b="1">
                <a:solidFill>
                  <a:srgbClr val="797282"/>
                </a:solidFill>
                <a:latin typeface="Arial"/>
                <a:ea typeface="Arial"/>
                <a:cs typeface="Arial"/>
              </a:defRPr>
            </a:lvl9pPr>
          </a:lstStyle>
          <a:p xmlns:a="http://schemas.openxmlformats.org/drawingml/2006/main">
            <a:pPr algn="r">
              <a:defRPr sz="975" b="1">
                <a:solidFill>
                  <a:srgbClr val="797282"/>
                </a:solidFill>
                <a:latin typeface="Arial"/>
                <a:ea typeface="Arial"/>
                <a:cs typeface="Arial"/>
              </a:defRPr>
            </a:pPr>
            <a:r>
              <a:rPr sz="975" b="1">
                <a:solidFill>
                  <a:srgbClr val="797282"/>
                </a:solidFill>
                <a:latin typeface="Arial"/>
                <a:ea typeface="Arial"/>
                <a:cs typeface="Arial"/>
              </a:rPr>
              <a:t>NEXT VALIDATION</a:t>
            </a:r>
          </a:p>
        </p:txBody>
      </p:sp>
      <p:sp>
        <p:nvSpPr>
          <p:cNvPr id="4" name="footer-rule">
            <a:extLst xmlns:a="http://schemas.openxmlformats.org/drawingml/2006/main">
              <a:ext uri="{FF2B5EF4-FFF2-40B4-BE49-F238E27FC236}">
                <a16:creationId xmlns:a16="http://schemas.microsoft.com/office/drawing/2014/main" id="{ED93EC82-A415-4A4A-A0C2-ED2573E3D135}"/>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5" name="folio">
            <a:extLst xmlns:a="http://schemas.openxmlformats.org/drawingml/2006/main">
              <a:ext uri="{FF2B5EF4-FFF2-40B4-BE49-F238E27FC236}">
                <a16:creationId xmlns:a16="http://schemas.microsoft.com/office/drawing/2014/main" id="{379CDA02-D5DF-460C-B361-F66639B40A8D}"/>
              </a:ext>
            </a:extLst>
          </p:cNvPr>
          <p:cNvSpPr>
            <a:spLocks xmlns:a="http://schemas.openxmlformats.org/drawingml/2006/main" noGrp="1"/>
          </p:cNvSpPr>
          <p:nvPr/>
        </p:nvSpPr>
        <p:spPr>
          <a:xfrm xmlns:a="http://schemas.openxmlformats.org/drawingml/2006/main">
            <a:off x="10477500" y="65722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797282"/>
                </a:solidFill>
                <a:latin typeface="Arial"/>
                <a:ea typeface="Arial"/>
                <a:cs typeface="Arial"/>
              </a:defRPr>
            </a:defPPr>
            <a:lvl1pPr algn="r">
              <a:defRPr sz="900" b="0">
                <a:solidFill>
                  <a:srgbClr val="797282"/>
                </a:solidFill>
                <a:latin typeface="Arial"/>
                <a:ea typeface="Arial"/>
                <a:cs typeface="Arial"/>
              </a:defRPr>
            </a:lvl1pPr>
            <a:lvl2pPr algn="r">
              <a:defRPr sz="900" b="0">
                <a:solidFill>
                  <a:srgbClr val="797282"/>
                </a:solidFill>
                <a:latin typeface="Arial"/>
                <a:ea typeface="Arial"/>
                <a:cs typeface="Arial"/>
              </a:defRPr>
            </a:lvl2pPr>
            <a:lvl3pPr algn="r">
              <a:defRPr sz="900" b="0">
                <a:solidFill>
                  <a:srgbClr val="797282"/>
                </a:solidFill>
                <a:latin typeface="Arial"/>
                <a:ea typeface="Arial"/>
                <a:cs typeface="Arial"/>
              </a:defRPr>
            </a:lvl3pPr>
            <a:lvl4pPr algn="r">
              <a:defRPr sz="900" b="0">
                <a:solidFill>
                  <a:srgbClr val="797282"/>
                </a:solidFill>
                <a:latin typeface="Arial"/>
                <a:ea typeface="Arial"/>
                <a:cs typeface="Arial"/>
              </a:defRPr>
            </a:lvl4pPr>
            <a:lvl5pPr algn="r">
              <a:defRPr sz="900" b="0">
                <a:solidFill>
                  <a:srgbClr val="797282"/>
                </a:solidFill>
                <a:latin typeface="Arial"/>
                <a:ea typeface="Arial"/>
                <a:cs typeface="Arial"/>
              </a:defRPr>
            </a:lvl5pPr>
            <a:lvl6pPr algn="r">
              <a:defRPr sz="900" b="0">
                <a:solidFill>
                  <a:srgbClr val="797282"/>
                </a:solidFill>
                <a:latin typeface="Arial"/>
                <a:ea typeface="Arial"/>
                <a:cs typeface="Arial"/>
              </a:defRPr>
            </a:lvl6pPr>
            <a:lvl7pPr algn="r">
              <a:defRPr sz="900" b="0">
                <a:solidFill>
                  <a:srgbClr val="797282"/>
                </a:solidFill>
                <a:latin typeface="Arial"/>
                <a:ea typeface="Arial"/>
                <a:cs typeface="Arial"/>
              </a:defRPr>
            </a:lvl7pPr>
            <a:lvl8pPr algn="r">
              <a:defRPr sz="900" b="0">
                <a:solidFill>
                  <a:srgbClr val="797282"/>
                </a:solidFill>
                <a:latin typeface="Arial"/>
                <a:ea typeface="Arial"/>
                <a:cs typeface="Arial"/>
              </a:defRPr>
            </a:lvl8pPr>
            <a:lvl9pPr algn="r">
              <a:defRPr sz="900" b="0">
                <a:solidFill>
                  <a:srgbClr val="797282"/>
                </a:solidFill>
                <a:latin typeface="Arial"/>
                <a:ea typeface="Arial"/>
                <a:cs typeface="Arial"/>
              </a:defRPr>
            </a:lvl9pPr>
          </a:lstStyle>
          <a:p xmlns:a="http://schemas.openxmlformats.org/drawingml/2006/main">
            <a:pPr algn="r">
              <a:defRPr sz="900" b="0">
                <a:solidFill>
                  <a:srgbClr val="797282"/>
                </a:solidFill>
                <a:latin typeface="Arial"/>
                <a:ea typeface="Arial"/>
                <a:cs typeface="Arial"/>
              </a:defRPr>
            </a:pPr>
            <a:r>
              <a:rPr sz="900" b="0">
                <a:solidFill>
                  <a:srgbClr val="797282"/>
                </a:solidFill>
                <a:latin typeface="Arial"/>
                <a:ea typeface="Arial"/>
                <a:cs typeface="Arial"/>
              </a:rPr>
              <a:t>08 / 08</a:t>
            </a:r>
          </a:p>
        </p:txBody>
      </p:sp>
      <p:sp>
        <p:nvSpPr>
          <p:cNvPr id="6" name="slide-title">
            <a:extLst xmlns:a="http://schemas.openxmlformats.org/drawingml/2006/main">
              <a:ext uri="{FF2B5EF4-FFF2-40B4-BE49-F238E27FC236}">
                <a16:creationId xmlns:a16="http://schemas.microsoft.com/office/drawing/2014/main" id="{448BC350-04FB-4D0C-B1F7-F4AB67ABB30E}"/>
              </a:ext>
            </a:extLst>
          </p:cNvPr>
          <p:cNvSpPr>
            <a:spLocks xmlns:a="http://schemas.openxmlformats.org/drawingml/2006/main" noGrp="1"/>
          </p:cNvSpPr>
          <p:nvPr/>
        </p:nvSpPr>
        <p:spPr>
          <a:xfrm xmlns:a="http://schemas.openxmlformats.org/drawingml/2006/main">
            <a:off x="685800" y="9906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7F5FA"/>
                </a:solidFill>
                <a:latin typeface="Arial"/>
                <a:ea typeface="Arial"/>
                <a:cs typeface="Arial"/>
              </a:defRPr>
            </a:defPPr>
            <a:lvl1pPr algn="l">
              <a:defRPr sz="4050" b="1">
                <a:solidFill>
                  <a:srgbClr val="F7F5FA"/>
                </a:solidFill>
                <a:latin typeface="Arial"/>
                <a:ea typeface="Arial"/>
                <a:cs typeface="Arial"/>
              </a:defRPr>
            </a:lvl1pPr>
            <a:lvl2pPr algn="l">
              <a:defRPr sz="4050" b="1">
                <a:solidFill>
                  <a:srgbClr val="F7F5FA"/>
                </a:solidFill>
                <a:latin typeface="Arial"/>
                <a:ea typeface="Arial"/>
                <a:cs typeface="Arial"/>
              </a:defRPr>
            </a:lvl2pPr>
            <a:lvl3pPr algn="l">
              <a:defRPr sz="4050" b="1">
                <a:solidFill>
                  <a:srgbClr val="F7F5FA"/>
                </a:solidFill>
                <a:latin typeface="Arial"/>
                <a:ea typeface="Arial"/>
                <a:cs typeface="Arial"/>
              </a:defRPr>
            </a:lvl3pPr>
            <a:lvl4pPr algn="l">
              <a:defRPr sz="4050" b="1">
                <a:solidFill>
                  <a:srgbClr val="F7F5FA"/>
                </a:solidFill>
                <a:latin typeface="Arial"/>
                <a:ea typeface="Arial"/>
                <a:cs typeface="Arial"/>
              </a:defRPr>
            </a:lvl4pPr>
            <a:lvl5pPr algn="l">
              <a:defRPr sz="4050" b="1">
                <a:solidFill>
                  <a:srgbClr val="F7F5FA"/>
                </a:solidFill>
                <a:latin typeface="Arial"/>
                <a:ea typeface="Arial"/>
                <a:cs typeface="Arial"/>
              </a:defRPr>
            </a:lvl5pPr>
            <a:lvl6pPr algn="l">
              <a:defRPr sz="4050" b="1">
                <a:solidFill>
                  <a:srgbClr val="F7F5FA"/>
                </a:solidFill>
                <a:latin typeface="Arial"/>
                <a:ea typeface="Arial"/>
                <a:cs typeface="Arial"/>
              </a:defRPr>
            </a:lvl6pPr>
            <a:lvl7pPr algn="l">
              <a:defRPr sz="4050" b="1">
                <a:solidFill>
                  <a:srgbClr val="F7F5FA"/>
                </a:solidFill>
                <a:latin typeface="Arial"/>
                <a:ea typeface="Arial"/>
                <a:cs typeface="Arial"/>
              </a:defRPr>
            </a:lvl7pPr>
            <a:lvl8pPr algn="l">
              <a:defRPr sz="4050" b="1">
                <a:solidFill>
                  <a:srgbClr val="F7F5FA"/>
                </a:solidFill>
                <a:latin typeface="Arial"/>
                <a:ea typeface="Arial"/>
                <a:cs typeface="Arial"/>
              </a:defRPr>
            </a:lvl8pPr>
            <a:lvl9pPr algn="l">
              <a:defRPr sz="4050" b="1">
                <a:solidFill>
                  <a:srgbClr val="F7F5FA"/>
                </a:solidFill>
                <a:latin typeface="Arial"/>
                <a:ea typeface="Arial"/>
                <a:cs typeface="Arial"/>
              </a:defRPr>
            </a:lvl9pPr>
          </a:lstStyle>
          <a:p xmlns:a="http://schemas.openxmlformats.org/drawingml/2006/main">
            <a:pPr algn="l">
              <a:defRPr sz="4050" b="1">
                <a:solidFill>
                  <a:srgbClr val="F7F5FA"/>
                </a:solidFill>
                <a:latin typeface="Arial"/>
                <a:ea typeface="Arial"/>
                <a:cs typeface="Arial"/>
              </a:defRPr>
            </a:pPr>
            <a:r>
              <a:rPr sz="4050" b="1">
                <a:solidFill>
                  <a:srgbClr val="F7F5FA"/>
                </a:solidFill>
                <a:latin typeface="Arial"/>
                <a:ea typeface="Arial"/>
                <a:cs typeface="Arial"/>
              </a:rPr>
              <a:t>MVP today. Open capacity next.</a:t>
            </a:r>
          </a:p>
        </p:txBody>
      </p:sp>
      <p:sp>
        <p:nvSpPr>
          <p:cNvPr id="7" name="slide-deck">
            <a:extLst xmlns:a="http://schemas.openxmlformats.org/drawingml/2006/main">
              <a:ext uri="{FF2B5EF4-FFF2-40B4-BE49-F238E27FC236}">
                <a16:creationId xmlns:a16="http://schemas.microsoft.com/office/drawing/2014/main" id="{0A617A71-B349-4C58-BFE3-C7D8049572F6}"/>
              </a:ext>
            </a:extLst>
          </p:cNvPr>
          <p:cNvSpPr>
            <a:spLocks xmlns:a="http://schemas.openxmlformats.org/drawingml/2006/main" noGrp="1"/>
          </p:cNvSpPr>
          <p:nvPr/>
        </p:nvSpPr>
        <p:spPr>
          <a:xfrm xmlns:a="http://schemas.openxmlformats.org/drawingml/2006/main">
            <a:off x="704850" y="176212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AA5B4"/>
                </a:solidFill>
                <a:latin typeface="Arial"/>
                <a:ea typeface="Arial"/>
                <a:cs typeface="Arial"/>
              </a:defRPr>
            </a:defPPr>
            <a:lvl1pPr algn="l">
              <a:defRPr sz="1650" b="0">
                <a:solidFill>
                  <a:srgbClr val="AAA5B4"/>
                </a:solidFill>
                <a:latin typeface="Arial"/>
                <a:ea typeface="Arial"/>
                <a:cs typeface="Arial"/>
              </a:defRPr>
            </a:lvl1pPr>
            <a:lvl2pPr algn="l">
              <a:defRPr sz="1650" b="0">
                <a:solidFill>
                  <a:srgbClr val="AAA5B4"/>
                </a:solidFill>
                <a:latin typeface="Arial"/>
                <a:ea typeface="Arial"/>
                <a:cs typeface="Arial"/>
              </a:defRPr>
            </a:lvl2pPr>
            <a:lvl3pPr algn="l">
              <a:defRPr sz="1650" b="0">
                <a:solidFill>
                  <a:srgbClr val="AAA5B4"/>
                </a:solidFill>
                <a:latin typeface="Arial"/>
                <a:ea typeface="Arial"/>
                <a:cs typeface="Arial"/>
              </a:defRPr>
            </a:lvl3pPr>
            <a:lvl4pPr algn="l">
              <a:defRPr sz="1650" b="0">
                <a:solidFill>
                  <a:srgbClr val="AAA5B4"/>
                </a:solidFill>
                <a:latin typeface="Arial"/>
                <a:ea typeface="Arial"/>
                <a:cs typeface="Arial"/>
              </a:defRPr>
            </a:lvl4pPr>
            <a:lvl5pPr algn="l">
              <a:defRPr sz="1650" b="0">
                <a:solidFill>
                  <a:srgbClr val="AAA5B4"/>
                </a:solidFill>
                <a:latin typeface="Arial"/>
                <a:ea typeface="Arial"/>
                <a:cs typeface="Arial"/>
              </a:defRPr>
            </a:lvl5pPr>
            <a:lvl6pPr algn="l">
              <a:defRPr sz="1650" b="0">
                <a:solidFill>
                  <a:srgbClr val="AAA5B4"/>
                </a:solidFill>
                <a:latin typeface="Arial"/>
                <a:ea typeface="Arial"/>
                <a:cs typeface="Arial"/>
              </a:defRPr>
            </a:lvl6pPr>
            <a:lvl7pPr algn="l">
              <a:defRPr sz="1650" b="0">
                <a:solidFill>
                  <a:srgbClr val="AAA5B4"/>
                </a:solidFill>
                <a:latin typeface="Arial"/>
                <a:ea typeface="Arial"/>
                <a:cs typeface="Arial"/>
              </a:defRPr>
            </a:lvl7pPr>
            <a:lvl8pPr algn="l">
              <a:defRPr sz="1650" b="0">
                <a:solidFill>
                  <a:srgbClr val="AAA5B4"/>
                </a:solidFill>
                <a:latin typeface="Arial"/>
                <a:ea typeface="Arial"/>
                <a:cs typeface="Arial"/>
              </a:defRPr>
            </a:lvl8pPr>
            <a:lvl9pPr algn="l">
              <a:defRPr sz="1650" b="0">
                <a:solidFill>
                  <a:srgbClr val="AAA5B4"/>
                </a:solidFill>
                <a:latin typeface="Arial"/>
                <a:ea typeface="Arial"/>
                <a:cs typeface="Arial"/>
              </a:defRPr>
            </a:lvl9pPr>
          </a:lstStyle>
          <a:p xmlns:a="http://schemas.openxmlformats.org/drawingml/2006/main">
            <a:pPr algn="l">
              <a:defRPr sz="1650" b="0">
                <a:solidFill>
                  <a:srgbClr val="AAA5B4"/>
                </a:solidFill>
                <a:latin typeface="Arial"/>
                <a:ea typeface="Arial"/>
                <a:cs typeface="Arial"/>
              </a:defRPr>
            </a:pPr>
            <a:r>
              <a:rPr sz="1650" b="0">
                <a:solidFill>
                  <a:srgbClr val="AAA5B4"/>
                </a:solidFill>
                <a:latin typeface="Arial"/>
                <a:ea typeface="Arial"/>
                <a:cs typeface="Arial"/>
              </a:rPr>
              <a:t>The integrated task flow is built. Provider trust and live settlement need proof.</a:t>
            </a:r>
          </a:p>
        </p:txBody>
      </p:sp>
      <p:sp>
        <p:nvSpPr>
          <p:cNvPr id="8" name="today-label">
            <a:extLst xmlns:a="http://schemas.openxmlformats.org/drawingml/2006/main">
              <a:ext uri="{FF2B5EF4-FFF2-40B4-BE49-F238E27FC236}">
                <a16:creationId xmlns:a16="http://schemas.microsoft.com/office/drawing/2014/main" id="{34226CE7-7BE0-4967-AA7F-EDE51E8A25F0}"/>
              </a:ext>
            </a:extLst>
          </p:cNvPr>
          <p:cNvSpPr>
            <a:spLocks xmlns:a="http://schemas.openxmlformats.org/drawingml/2006/main" noGrp="1"/>
          </p:cNvSpPr>
          <p:nvPr/>
        </p:nvSpPr>
        <p:spPr>
          <a:xfrm xmlns:a="http://schemas.openxmlformats.org/drawingml/2006/main">
            <a:off x="781050" y="263842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B2FF"/>
                </a:solidFill>
                <a:latin typeface="Arial"/>
                <a:ea typeface="Arial"/>
                <a:cs typeface="Arial"/>
              </a:defRPr>
            </a:defPPr>
            <a:lvl1pPr algn="l">
              <a:defRPr sz="1125" b="1">
                <a:solidFill>
                  <a:srgbClr val="C8B2FF"/>
                </a:solidFill>
                <a:latin typeface="Arial"/>
                <a:ea typeface="Arial"/>
                <a:cs typeface="Arial"/>
              </a:defRPr>
            </a:lvl1pPr>
            <a:lvl2pPr algn="l">
              <a:defRPr sz="1125" b="1">
                <a:solidFill>
                  <a:srgbClr val="C8B2FF"/>
                </a:solidFill>
                <a:latin typeface="Arial"/>
                <a:ea typeface="Arial"/>
                <a:cs typeface="Arial"/>
              </a:defRPr>
            </a:lvl2pPr>
            <a:lvl3pPr algn="l">
              <a:defRPr sz="1125" b="1">
                <a:solidFill>
                  <a:srgbClr val="C8B2FF"/>
                </a:solidFill>
                <a:latin typeface="Arial"/>
                <a:ea typeface="Arial"/>
                <a:cs typeface="Arial"/>
              </a:defRPr>
            </a:lvl3pPr>
            <a:lvl4pPr algn="l">
              <a:defRPr sz="1125" b="1">
                <a:solidFill>
                  <a:srgbClr val="C8B2FF"/>
                </a:solidFill>
                <a:latin typeface="Arial"/>
                <a:ea typeface="Arial"/>
                <a:cs typeface="Arial"/>
              </a:defRPr>
            </a:lvl4pPr>
            <a:lvl5pPr algn="l">
              <a:defRPr sz="1125" b="1">
                <a:solidFill>
                  <a:srgbClr val="C8B2FF"/>
                </a:solidFill>
                <a:latin typeface="Arial"/>
                <a:ea typeface="Arial"/>
                <a:cs typeface="Arial"/>
              </a:defRPr>
            </a:lvl5pPr>
            <a:lvl6pPr algn="l">
              <a:defRPr sz="1125" b="1">
                <a:solidFill>
                  <a:srgbClr val="C8B2FF"/>
                </a:solidFill>
                <a:latin typeface="Arial"/>
                <a:ea typeface="Arial"/>
                <a:cs typeface="Arial"/>
              </a:defRPr>
            </a:lvl6pPr>
            <a:lvl7pPr algn="l">
              <a:defRPr sz="1125" b="1">
                <a:solidFill>
                  <a:srgbClr val="C8B2FF"/>
                </a:solidFill>
                <a:latin typeface="Arial"/>
                <a:ea typeface="Arial"/>
                <a:cs typeface="Arial"/>
              </a:defRPr>
            </a:lvl7pPr>
            <a:lvl8pPr algn="l">
              <a:defRPr sz="1125" b="1">
                <a:solidFill>
                  <a:srgbClr val="C8B2FF"/>
                </a:solidFill>
                <a:latin typeface="Arial"/>
                <a:ea typeface="Arial"/>
                <a:cs typeface="Arial"/>
              </a:defRPr>
            </a:lvl8pPr>
            <a:lvl9pPr algn="l">
              <a:defRPr sz="1125" b="1">
                <a:solidFill>
                  <a:srgbClr val="C8B2FF"/>
                </a:solidFill>
                <a:latin typeface="Arial"/>
                <a:ea typeface="Arial"/>
                <a:cs typeface="Arial"/>
              </a:defRPr>
            </a:lvl9pPr>
          </a:lstStyle>
          <a:p xmlns:a="http://schemas.openxmlformats.org/drawingml/2006/main">
            <a:pPr algn="l">
              <a:defRPr sz="1125" b="1">
                <a:solidFill>
                  <a:srgbClr val="C8B2FF"/>
                </a:solidFill>
                <a:latin typeface="Arial"/>
                <a:ea typeface="Arial"/>
                <a:cs typeface="Arial"/>
              </a:defRPr>
            </a:pPr>
            <a:r>
              <a:rPr sz="1125" b="1">
                <a:solidFill>
                  <a:srgbClr val="C8B2FF"/>
                </a:solidFill>
                <a:latin typeface="Arial"/>
                <a:ea typeface="Arial"/>
                <a:cs typeface="Arial"/>
              </a:rPr>
              <a:t>IN THE MVP</a:t>
            </a:r>
          </a:p>
        </p:txBody>
      </p:sp>
      <p:sp>
        <p:nvSpPr>
          <p:cNvPr id="9" name="today-copy">
            <a:extLst xmlns:a="http://schemas.openxmlformats.org/drawingml/2006/main">
              <a:ext uri="{FF2B5EF4-FFF2-40B4-BE49-F238E27FC236}">
                <a16:creationId xmlns:a16="http://schemas.microsoft.com/office/drawing/2014/main" id="{9E8C4C51-E390-4411-B5E4-7EDAEABF4AD3}"/>
              </a:ext>
            </a:extLst>
          </p:cNvPr>
          <p:cNvSpPr>
            <a:spLocks xmlns:a="http://schemas.openxmlformats.org/drawingml/2006/main" noGrp="1"/>
          </p:cNvSpPr>
          <p:nvPr/>
        </p:nvSpPr>
        <p:spPr>
          <a:xfrm xmlns:a="http://schemas.openxmlformats.org/drawingml/2006/main">
            <a:off x="781050" y="3038475"/>
            <a:ext cx="47244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F7F5FA"/>
                </a:solidFill>
                <a:latin typeface="Arial"/>
                <a:ea typeface="Arial"/>
                <a:cs typeface="Arial"/>
              </a:defRPr>
            </a:defPPr>
            <a:lvl1pPr algn="l">
              <a:defRPr sz="1725" b="0">
                <a:solidFill>
                  <a:srgbClr val="F7F5FA"/>
                </a:solidFill>
                <a:latin typeface="Arial"/>
                <a:ea typeface="Arial"/>
                <a:cs typeface="Arial"/>
              </a:defRPr>
            </a:lvl1pPr>
            <a:lvl2pPr algn="l">
              <a:defRPr sz="1725" b="0">
                <a:solidFill>
                  <a:srgbClr val="F7F5FA"/>
                </a:solidFill>
                <a:latin typeface="Arial"/>
                <a:ea typeface="Arial"/>
                <a:cs typeface="Arial"/>
              </a:defRPr>
            </a:lvl2pPr>
            <a:lvl3pPr algn="l">
              <a:defRPr sz="1725" b="0">
                <a:solidFill>
                  <a:srgbClr val="F7F5FA"/>
                </a:solidFill>
                <a:latin typeface="Arial"/>
                <a:ea typeface="Arial"/>
                <a:cs typeface="Arial"/>
              </a:defRPr>
            </a:lvl3pPr>
            <a:lvl4pPr algn="l">
              <a:defRPr sz="1725" b="0">
                <a:solidFill>
                  <a:srgbClr val="F7F5FA"/>
                </a:solidFill>
                <a:latin typeface="Arial"/>
                <a:ea typeface="Arial"/>
                <a:cs typeface="Arial"/>
              </a:defRPr>
            </a:lvl4pPr>
            <a:lvl5pPr algn="l">
              <a:defRPr sz="1725" b="0">
                <a:solidFill>
                  <a:srgbClr val="F7F5FA"/>
                </a:solidFill>
                <a:latin typeface="Arial"/>
                <a:ea typeface="Arial"/>
                <a:cs typeface="Arial"/>
              </a:defRPr>
            </a:lvl5pPr>
            <a:lvl6pPr algn="l">
              <a:defRPr sz="1725" b="0">
                <a:solidFill>
                  <a:srgbClr val="F7F5FA"/>
                </a:solidFill>
                <a:latin typeface="Arial"/>
                <a:ea typeface="Arial"/>
                <a:cs typeface="Arial"/>
              </a:defRPr>
            </a:lvl6pPr>
            <a:lvl7pPr algn="l">
              <a:defRPr sz="1725" b="0">
                <a:solidFill>
                  <a:srgbClr val="F7F5FA"/>
                </a:solidFill>
                <a:latin typeface="Arial"/>
                <a:ea typeface="Arial"/>
                <a:cs typeface="Arial"/>
              </a:defRPr>
            </a:lvl7pPr>
            <a:lvl8pPr algn="l">
              <a:defRPr sz="1725" b="0">
                <a:solidFill>
                  <a:srgbClr val="F7F5FA"/>
                </a:solidFill>
                <a:latin typeface="Arial"/>
                <a:ea typeface="Arial"/>
                <a:cs typeface="Arial"/>
              </a:defRPr>
            </a:lvl8pPr>
            <a:lvl9pPr algn="l">
              <a:defRPr sz="1725" b="0">
                <a:solidFill>
                  <a:srgbClr val="F7F5FA"/>
                </a:solidFill>
                <a:latin typeface="Arial"/>
                <a:ea typeface="Arial"/>
                <a:cs typeface="Arial"/>
              </a:defRPr>
            </a:lvl9pPr>
          </a:lstStyle>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Operator-configured model offers</a:t>
            </a:r>
          </a:p>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Authenticated CPU workers</a:t>
            </a:r>
          </a:p>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Python SDK and MCP</a:t>
            </a:r>
          </a:p>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Trusted local OFF_CHAIN preview</a:t>
            </a:r>
          </a:p>
        </p:txBody>
      </p:sp>
      <p:sp>
        <p:nvSpPr>
          <p:cNvPr id="10" name="next-divider">
            <a:extLst xmlns:a="http://schemas.openxmlformats.org/drawingml/2006/main">
              <a:ext uri="{FF2B5EF4-FFF2-40B4-BE49-F238E27FC236}">
                <a16:creationId xmlns:a16="http://schemas.microsoft.com/office/drawing/2014/main" id="{9B5FC0F0-B72B-4F8C-B54E-B0DE83729220}"/>
              </a:ext>
            </a:extLst>
          </p:cNvPr>
          <p:cNvSpPr>
            <a:spLocks xmlns:a="http://schemas.openxmlformats.org/drawingml/2006/main" noGrp="1"/>
          </p:cNvSpPr>
          <p:nvPr/>
        </p:nvSpPr>
        <p:spPr>
          <a:xfrm xmlns:a="http://schemas.openxmlformats.org/drawingml/2006/main">
            <a:off x="6076950" y="2571750"/>
            <a:ext cx="0" cy="2286000"/>
          </a:xfrm>
          <a:prstGeom xmlns:a="http://schemas.openxmlformats.org/drawingml/2006/main" prst="line">
            <a:avLst/>
          </a:prstGeom>
          <a:noFill xmlns:a="http://schemas.openxmlformats.org/drawingml/2006/main"/>
          <a:ln xmlns:a="http://schemas.openxmlformats.org/drawingml/2006/main" w="14288">
            <a:solidFill>
              <a:srgbClr val="393442"/>
            </a:solidFill>
            <a:prstDash val="solid"/>
          </a:ln>
        </p:spPr>
      </p:sp>
      <p:sp>
        <p:nvSpPr>
          <p:cNvPr id="11" name="next-label">
            <a:extLst xmlns:a="http://schemas.openxmlformats.org/drawingml/2006/main">
              <a:ext uri="{FF2B5EF4-FFF2-40B4-BE49-F238E27FC236}">
                <a16:creationId xmlns:a16="http://schemas.microsoft.com/office/drawing/2014/main" id="{0B4F1282-2A39-461A-936F-DBA3BDCC5CCF}"/>
              </a:ext>
            </a:extLst>
          </p:cNvPr>
          <p:cNvSpPr>
            <a:spLocks xmlns:a="http://schemas.openxmlformats.org/drawingml/2006/main" noGrp="1"/>
          </p:cNvSpPr>
          <p:nvPr/>
        </p:nvSpPr>
        <p:spPr>
          <a:xfrm xmlns:a="http://schemas.openxmlformats.org/drawingml/2006/main">
            <a:off x="6667500" y="26384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82E5F4"/>
                </a:solidFill>
                <a:latin typeface="Arial"/>
                <a:ea typeface="Arial"/>
                <a:cs typeface="Arial"/>
              </a:defRPr>
            </a:defPPr>
            <a:lvl1pPr algn="l">
              <a:defRPr sz="1125" b="1">
                <a:solidFill>
                  <a:srgbClr val="82E5F4"/>
                </a:solidFill>
                <a:latin typeface="Arial"/>
                <a:ea typeface="Arial"/>
                <a:cs typeface="Arial"/>
              </a:defRPr>
            </a:lvl1pPr>
            <a:lvl2pPr algn="l">
              <a:defRPr sz="1125" b="1">
                <a:solidFill>
                  <a:srgbClr val="82E5F4"/>
                </a:solidFill>
                <a:latin typeface="Arial"/>
                <a:ea typeface="Arial"/>
                <a:cs typeface="Arial"/>
              </a:defRPr>
            </a:lvl2pPr>
            <a:lvl3pPr algn="l">
              <a:defRPr sz="1125" b="1">
                <a:solidFill>
                  <a:srgbClr val="82E5F4"/>
                </a:solidFill>
                <a:latin typeface="Arial"/>
                <a:ea typeface="Arial"/>
                <a:cs typeface="Arial"/>
              </a:defRPr>
            </a:lvl3pPr>
            <a:lvl4pPr algn="l">
              <a:defRPr sz="1125" b="1">
                <a:solidFill>
                  <a:srgbClr val="82E5F4"/>
                </a:solidFill>
                <a:latin typeface="Arial"/>
                <a:ea typeface="Arial"/>
                <a:cs typeface="Arial"/>
              </a:defRPr>
            </a:lvl4pPr>
            <a:lvl5pPr algn="l">
              <a:defRPr sz="1125" b="1">
                <a:solidFill>
                  <a:srgbClr val="82E5F4"/>
                </a:solidFill>
                <a:latin typeface="Arial"/>
                <a:ea typeface="Arial"/>
                <a:cs typeface="Arial"/>
              </a:defRPr>
            </a:lvl5pPr>
            <a:lvl6pPr algn="l">
              <a:defRPr sz="1125" b="1">
                <a:solidFill>
                  <a:srgbClr val="82E5F4"/>
                </a:solidFill>
                <a:latin typeface="Arial"/>
                <a:ea typeface="Arial"/>
                <a:cs typeface="Arial"/>
              </a:defRPr>
            </a:lvl6pPr>
            <a:lvl7pPr algn="l">
              <a:defRPr sz="1125" b="1">
                <a:solidFill>
                  <a:srgbClr val="82E5F4"/>
                </a:solidFill>
                <a:latin typeface="Arial"/>
                <a:ea typeface="Arial"/>
                <a:cs typeface="Arial"/>
              </a:defRPr>
            </a:lvl7pPr>
            <a:lvl8pPr algn="l">
              <a:defRPr sz="1125" b="1">
                <a:solidFill>
                  <a:srgbClr val="82E5F4"/>
                </a:solidFill>
                <a:latin typeface="Arial"/>
                <a:ea typeface="Arial"/>
                <a:cs typeface="Arial"/>
              </a:defRPr>
            </a:lvl8pPr>
            <a:lvl9pPr algn="l">
              <a:defRPr sz="1125" b="1">
                <a:solidFill>
                  <a:srgbClr val="82E5F4"/>
                </a:solidFill>
                <a:latin typeface="Arial"/>
                <a:ea typeface="Arial"/>
                <a:cs typeface="Arial"/>
              </a:defRPr>
            </a:lvl9pPr>
          </a:lstStyle>
          <a:p xmlns:a="http://schemas.openxmlformats.org/drawingml/2006/main">
            <a:pPr algn="l">
              <a:defRPr sz="1125" b="1">
                <a:solidFill>
                  <a:srgbClr val="82E5F4"/>
                </a:solidFill>
                <a:latin typeface="Arial"/>
                <a:ea typeface="Arial"/>
                <a:cs typeface="Arial"/>
              </a:defRPr>
            </a:pPr>
            <a:r>
              <a:rPr sz="1125" b="1">
                <a:solidFill>
                  <a:srgbClr val="82E5F4"/>
                </a:solidFill>
                <a:latin typeface="Arial"/>
                <a:ea typeface="Arial"/>
                <a:cs typeface="Arial"/>
              </a:rPr>
              <a:t>NEXT TO VALIDATE</a:t>
            </a:r>
          </a:p>
        </p:txBody>
      </p:sp>
      <p:sp>
        <p:nvSpPr>
          <p:cNvPr id="12" name="next-copy">
            <a:extLst xmlns:a="http://schemas.openxmlformats.org/drawingml/2006/main">
              <a:ext uri="{FF2B5EF4-FFF2-40B4-BE49-F238E27FC236}">
                <a16:creationId xmlns:a16="http://schemas.microsoft.com/office/drawing/2014/main" id="{CF53DA59-08D0-426E-8009-A080D3D29D4E}"/>
              </a:ext>
            </a:extLst>
          </p:cNvPr>
          <p:cNvSpPr>
            <a:spLocks xmlns:a="http://schemas.openxmlformats.org/drawingml/2006/main" noGrp="1"/>
          </p:cNvSpPr>
          <p:nvPr/>
        </p:nvSpPr>
        <p:spPr>
          <a:xfrm xmlns:a="http://schemas.openxmlformats.org/drawingml/2006/main">
            <a:off x="6667500" y="3038475"/>
            <a:ext cx="47053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F7F5FA"/>
                </a:solidFill>
                <a:latin typeface="Arial"/>
                <a:ea typeface="Arial"/>
                <a:cs typeface="Arial"/>
              </a:defRPr>
            </a:defPPr>
            <a:lvl1pPr algn="l">
              <a:defRPr sz="1725" b="0">
                <a:solidFill>
                  <a:srgbClr val="F7F5FA"/>
                </a:solidFill>
                <a:latin typeface="Arial"/>
                <a:ea typeface="Arial"/>
                <a:cs typeface="Arial"/>
              </a:defRPr>
            </a:lvl1pPr>
            <a:lvl2pPr algn="l">
              <a:defRPr sz="1725" b="0">
                <a:solidFill>
                  <a:srgbClr val="F7F5FA"/>
                </a:solidFill>
                <a:latin typeface="Arial"/>
                <a:ea typeface="Arial"/>
                <a:cs typeface="Arial"/>
              </a:defRPr>
            </a:lvl2pPr>
            <a:lvl3pPr algn="l">
              <a:defRPr sz="1725" b="0">
                <a:solidFill>
                  <a:srgbClr val="F7F5FA"/>
                </a:solidFill>
                <a:latin typeface="Arial"/>
                <a:ea typeface="Arial"/>
                <a:cs typeface="Arial"/>
              </a:defRPr>
            </a:lvl3pPr>
            <a:lvl4pPr algn="l">
              <a:defRPr sz="1725" b="0">
                <a:solidFill>
                  <a:srgbClr val="F7F5FA"/>
                </a:solidFill>
                <a:latin typeface="Arial"/>
                <a:ea typeface="Arial"/>
                <a:cs typeface="Arial"/>
              </a:defRPr>
            </a:lvl4pPr>
            <a:lvl5pPr algn="l">
              <a:defRPr sz="1725" b="0">
                <a:solidFill>
                  <a:srgbClr val="F7F5FA"/>
                </a:solidFill>
                <a:latin typeface="Arial"/>
                <a:ea typeface="Arial"/>
                <a:cs typeface="Arial"/>
              </a:defRPr>
            </a:lvl5pPr>
            <a:lvl6pPr algn="l">
              <a:defRPr sz="1725" b="0">
                <a:solidFill>
                  <a:srgbClr val="F7F5FA"/>
                </a:solidFill>
                <a:latin typeface="Arial"/>
                <a:ea typeface="Arial"/>
                <a:cs typeface="Arial"/>
              </a:defRPr>
            </a:lvl6pPr>
            <a:lvl7pPr algn="l">
              <a:defRPr sz="1725" b="0">
                <a:solidFill>
                  <a:srgbClr val="F7F5FA"/>
                </a:solidFill>
                <a:latin typeface="Arial"/>
                <a:ea typeface="Arial"/>
                <a:cs typeface="Arial"/>
              </a:defRPr>
            </a:lvl7pPr>
            <a:lvl8pPr algn="l">
              <a:defRPr sz="1725" b="0">
                <a:solidFill>
                  <a:srgbClr val="F7F5FA"/>
                </a:solidFill>
                <a:latin typeface="Arial"/>
                <a:ea typeface="Arial"/>
                <a:cs typeface="Arial"/>
              </a:defRPr>
            </a:lvl8pPr>
            <a:lvl9pPr algn="l">
              <a:defRPr sz="1725" b="0">
                <a:solidFill>
                  <a:srgbClr val="F7F5FA"/>
                </a:solidFill>
                <a:latin typeface="Arial"/>
                <a:ea typeface="Arial"/>
                <a:cs typeface="Arial"/>
              </a:defRPr>
            </a:lvl9pPr>
          </a:lstStyle>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Real hosted-model run</a:t>
            </a:r>
          </a:p>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Deployed worker payout</a:t>
            </a:r>
          </a:p>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Independent provider onboarding</a:t>
            </a:r>
          </a:p>
          <a:p xmlns:a="http://schemas.openxmlformats.org/drawingml/2006/main">
            <a:pPr algn="l">
              <a:defRPr sz="1725" b="0">
                <a:solidFill>
                  <a:srgbClr val="F7F5FA"/>
                </a:solidFill>
                <a:latin typeface="Arial"/>
                <a:ea typeface="Arial"/>
                <a:cs typeface="Arial"/>
              </a:defRPr>
            </a:pPr>
            <a:r>
              <a:rPr sz="1725" b="0">
                <a:solidFill>
                  <a:srgbClr val="F7F5FA"/>
                </a:solidFill>
                <a:latin typeface="Arial"/>
                <a:ea typeface="Arial"/>
                <a:cs typeface="Arial"/>
              </a:rPr>
              <a:t>Isolation for untrusted workers</a:t>
            </a:r>
          </a:p>
        </p:txBody>
      </p:sp>
      <p:sp>
        <p:nvSpPr>
          <p:cNvPr id="13" name="ask-rule">
            <a:extLst xmlns:a="http://schemas.openxmlformats.org/drawingml/2006/main">
              <a:ext uri="{FF2B5EF4-FFF2-40B4-BE49-F238E27FC236}">
                <a16:creationId xmlns:a16="http://schemas.microsoft.com/office/drawing/2014/main" id="{F02A5FC1-0A1B-4593-A3EB-EC7FF0EBC704}"/>
              </a:ext>
            </a:extLst>
          </p:cNvPr>
          <p:cNvSpPr>
            <a:spLocks xmlns:a="http://schemas.openxmlformats.org/drawingml/2006/main" noGrp="1"/>
          </p:cNvSpPr>
          <p:nvPr/>
        </p:nvSpPr>
        <p:spPr>
          <a:xfrm xmlns:a="http://schemas.openxmlformats.org/drawingml/2006/main">
            <a:off x="762000" y="5162550"/>
            <a:ext cx="10668000" cy="0"/>
          </a:xfrm>
          <a:prstGeom xmlns:a="http://schemas.openxmlformats.org/drawingml/2006/main" prst="line">
            <a:avLst/>
          </a:prstGeom>
          <a:noFill xmlns:a="http://schemas.openxmlformats.org/drawingml/2006/main"/>
          <a:ln xmlns:a="http://schemas.openxmlformats.org/drawingml/2006/main" w="9525">
            <a:solidFill>
              <a:srgbClr val="393442"/>
            </a:solidFill>
            <a:prstDash val="solid"/>
          </a:ln>
        </p:spPr>
      </p:sp>
      <p:sp>
        <p:nvSpPr>
          <p:cNvPr id="14" name="ask">
            <a:extLst xmlns:a="http://schemas.openxmlformats.org/drawingml/2006/main">
              <a:ext uri="{FF2B5EF4-FFF2-40B4-BE49-F238E27FC236}">
                <a16:creationId xmlns:a16="http://schemas.microsoft.com/office/drawing/2014/main" id="{AC4E1286-89D2-4577-9BEF-4D2EE77C9FFD}"/>
              </a:ext>
            </a:extLst>
          </p:cNvPr>
          <p:cNvSpPr>
            <a:spLocks xmlns:a="http://schemas.openxmlformats.org/drawingml/2006/main" noGrp="1"/>
          </p:cNvSpPr>
          <p:nvPr/>
        </p:nvSpPr>
        <p:spPr>
          <a:xfrm xmlns:a="http://schemas.openxmlformats.org/drawingml/2006/main">
            <a:off x="781050" y="542925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F7F5FA"/>
                </a:solidFill>
                <a:latin typeface="Arial"/>
                <a:ea typeface="Arial"/>
                <a:cs typeface="Arial"/>
              </a:defRPr>
            </a:defPPr>
            <a:lvl1pPr algn="l">
              <a:defRPr sz="2400" b="1">
                <a:solidFill>
                  <a:srgbClr val="F7F5FA"/>
                </a:solidFill>
                <a:latin typeface="Arial"/>
                <a:ea typeface="Arial"/>
                <a:cs typeface="Arial"/>
              </a:defRPr>
            </a:lvl1pPr>
            <a:lvl2pPr algn="l">
              <a:defRPr sz="2400" b="1">
                <a:solidFill>
                  <a:srgbClr val="F7F5FA"/>
                </a:solidFill>
                <a:latin typeface="Arial"/>
                <a:ea typeface="Arial"/>
                <a:cs typeface="Arial"/>
              </a:defRPr>
            </a:lvl2pPr>
            <a:lvl3pPr algn="l">
              <a:defRPr sz="2400" b="1">
                <a:solidFill>
                  <a:srgbClr val="F7F5FA"/>
                </a:solidFill>
                <a:latin typeface="Arial"/>
                <a:ea typeface="Arial"/>
                <a:cs typeface="Arial"/>
              </a:defRPr>
            </a:lvl3pPr>
            <a:lvl4pPr algn="l">
              <a:defRPr sz="2400" b="1">
                <a:solidFill>
                  <a:srgbClr val="F7F5FA"/>
                </a:solidFill>
                <a:latin typeface="Arial"/>
                <a:ea typeface="Arial"/>
                <a:cs typeface="Arial"/>
              </a:defRPr>
            </a:lvl4pPr>
            <a:lvl5pPr algn="l">
              <a:defRPr sz="2400" b="1">
                <a:solidFill>
                  <a:srgbClr val="F7F5FA"/>
                </a:solidFill>
                <a:latin typeface="Arial"/>
                <a:ea typeface="Arial"/>
                <a:cs typeface="Arial"/>
              </a:defRPr>
            </a:lvl5pPr>
            <a:lvl6pPr algn="l">
              <a:defRPr sz="2400" b="1">
                <a:solidFill>
                  <a:srgbClr val="F7F5FA"/>
                </a:solidFill>
                <a:latin typeface="Arial"/>
                <a:ea typeface="Arial"/>
                <a:cs typeface="Arial"/>
              </a:defRPr>
            </a:lvl6pPr>
            <a:lvl7pPr algn="l">
              <a:defRPr sz="2400" b="1">
                <a:solidFill>
                  <a:srgbClr val="F7F5FA"/>
                </a:solidFill>
                <a:latin typeface="Arial"/>
                <a:ea typeface="Arial"/>
                <a:cs typeface="Arial"/>
              </a:defRPr>
            </a:lvl7pPr>
            <a:lvl8pPr algn="l">
              <a:defRPr sz="2400" b="1">
                <a:solidFill>
                  <a:srgbClr val="F7F5FA"/>
                </a:solidFill>
                <a:latin typeface="Arial"/>
                <a:ea typeface="Arial"/>
                <a:cs typeface="Arial"/>
              </a:defRPr>
            </a:lvl8pPr>
            <a:lvl9pPr algn="l">
              <a:defRPr sz="2400" b="1">
                <a:solidFill>
                  <a:srgbClr val="F7F5FA"/>
                </a:solidFill>
                <a:latin typeface="Arial"/>
                <a:ea typeface="Arial"/>
                <a:cs typeface="Arial"/>
              </a:defRPr>
            </a:lvl9pPr>
          </a:lstStyle>
          <a:p xmlns:a="http://schemas.openxmlformats.org/drawingml/2006/main">
            <a:pPr algn="l">
              <a:defRPr sz="2400" b="1">
                <a:solidFill>
                  <a:srgbClr val="F7F5FA"/>
                </a:solidFill>
                <a:latin typeface="Arial"/>
                <a:ea typeface="Arial"/>
                <a:cs typeface="Arial"/>
              </a:defRPr>
            </a:pPr>
            <a:r>
              <a:rPr sz="2400" b="1">
                <a:solidFill>
                  <a:srgbClr val="F7F5FA"/>
                </a:solidFill>
                <a:latin typeface="Arial"/>
                <a:ea typeface="Arial"/>
                <a:cs typeface="Arial"/>
              </a:rPr>
              <a:t>Seeking pilot teams and compute operators.</a:t>
            </a:r>
          </a:p>
        </p:txBody>
      </p:sp>
      <p:sp>
        <p:nvSpPr>
          <p:cNvPr id="15" name="website">
            <a:extLst xmlns:a="http://schemas.openxmlformats.org/drawingml/2006/main">
              <a:ext uri="{FF2B5EF4-FFF2-40B4-BE49-F238E27FC236}">
                <a16:creationId xmlns:a16="http://schemas.microsoft.com/office/drawing/2014/main" id="{1D4362BD-D452-4511-B2FA-54F1A6114A42}"/>
              </a:ext>
            </a:extLst>
          </p:cNvPr>
          <p:cNvSpPr>
            <a:spLocks xmlns:a="http://schemas.openxmlformats.org/drawingml/2006/main" noGrp="1"/>
          </p:cNvSpPr>
          <p:nvPr/>
        </p:nvSpPr>
        <p:spPr>
          <a:xfrm xmlns:a="http://schemas.openxmlformats.org/drawingml/2006/main">
            <a:off x="781050" y="596265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C8B2FF"/>
                </a:solidFill>
                <a:latin typeface="Arial"/>
                <a:ea typeface="Arial"/>
                <a:cs typeface="Arial"/>
              </a:defRPr>
            </a:defPPr>
            <a:lvl1pPr algn="l">
              <a:defRPr sz="1275" b="0">
                <a:solidFill>
                  <a:srgbClr val="C8B2FF"/>
                </a:solidFill>
                <a:latin typeface="Arial"/>
                <a:ea typeface="Arial"/>
                <a:cs typeface="Arial"/>
              </a:defRPr>
            </a:lvl1pPr>
            <a:lvl2pPr algn="l">
              <a:defRPr sz="1275" b="0">
                <a:solidFill>
                  <a:srgbClr val="C8B2FF"/>
                </a:solidFill>
                <a:latin typeface="Arial"/>
                <a:ea typeface="Arial"/>
                <a:cs typeface="Arial"/>
              </a:defRPr>
            </a:lvl2pPr>
            <a:lvl3pPr algn="l">
              <a:defRPr sz="1275" b="0">
                <a:solidFill>
                  <a:srgbClr val="C8B2FF"/>
                </a:solidFill>
                <a:latin typeface="Arial"/>
                <a:ea typeface="Arial"/>
                <a:cs typeface="Arial"/>
              </a:defRPr>
            </a:lvl3pPr>
            <a:lvl4pPr algn="l">
              <a:defRPr sz="1275" b="0">
                <a:solidFill>
                  <a:srgbClr val="C8B2FF"/>
                </a:solidFill>
                <a:latin typeface="Arial"/>
                <a:ea typeface="Arial"/>
                <a:cs typeface="Arial"/>
              </a:defRPr>
            </a:lvl4pPr>
            <a:lvl5pPr algn="l">
              <a:defRPr sz="1275" b="0">
                <a:solidFill>
                  <a:srgbClr val="C8B2FF"/>
                </a:solidFill>
                <a:latin typeface="Arial"/>
                <a:ea typeface="Arial"/>
                <a:cs typeface="Arial"/>
              </a:defRPr>
            </a:lvl5pPr>
            <a:lvl6pPr algn="l">
              <a:defRPr sz="1275" b="0">
                <a:solidFill>
                  <a:srgbClr val="C8B2FF"/>
                </a:solidFill>
                <a:latin typeface="Arial"/>
                <a:ea typeface="Arial"/>
                <a:cs typeface="Arial"/>
              </a:defRPr>
            </a:lvl6pPr>
            <a:lvl7pPr algn="l">
              <a:defRPr sz="1275" b="0">
                <a:solidFill>
                  <a:srgbClr val="C8B2FF"/>
                </a:solidFill>
                <a:latin typeface="Arial"/>
                <a:ea typeface="Arial"/>
                <a:cs typeface="Arial"/>
              </a:defRPr>
            </a:lvl7pPr>
            <a:lvl8pPr algn="l">
              <a:defRPr sz="1275" b="0">
                <a:solidFill>
                  <a:srgbClr val="C8B2FF"/>
                </a:solidFill>
                <a:latin typeface="Arial"/>
                <a:ea typeface="Arial"/>
                <a:cs typeface="Arial"/>
              </a:defRPr>
            </a:lvl8pPr>
            <a:lvl9pPr algn="l">
              <a:defRPr sz="1275" b="0">
                <a:solidFill>
                  <a:srgbClr val="C8B2FF"/>
                </a:solidFill>
                <a:latin typeface="Arial"/>
                <a:ea typeface="Arial"/>
                <a:cs typeface="Arial"/>
              </a:defRPr>
            </a:lvl9pPr>
          </a:lstStyle>
          <a:p xmlns:a="http://schemas.openxmlformats.org/drawingml/2006/main">
            <a:pPr algn="l">
              <a:defRPr sz="1275" b="0">
                <a:solidFill>
                  <a:srgbClr val="C8B2FF"/>
                </a:solidFill>
                <a:latin typeface="Arial"/>
                <a:ea typeface="Arial"/>
                <a:cs typeface="Arial"/>
              </a:defRPr>
            </a:pPr>
            <a:r>
              <a:rPr sz="1275" b="0">
                <a:solidFill>
                  <a:srgbClr val="C8B2FF"/>
                </a:solidFill>
                <a:latin typeface="Arial"/>
                <a:ea typeface="Arial"/>
                <a:cs typeface="Arial"/>
              </a:rPr>
              <a:t>aperture-ai-gateway.vercel.app</a:t>
            </a:r>
          </a:p>
        </p:txBody>
      </p:sp>
      <p:pic>
        <p:nvPicPr>
          <p:cNvPr id="16" name="">
            <a:extLst xmlns:a="http://schemas.openxmlformats.org/drawingml/2006/main">
              <a:ext uri="{FF2B5EF4-FFF2-40B4-BE49-F238E27FC236}">
                <a16:creationId xmlns:a16="http://schemas.microsoft.com/office/drawing/2014/main" id="{FA5A3187-3E86-418E-A344-0A1BC2EF775D}"/>
              </a:ext>
            </a:extLst>
          </p:cNvPr>
          <p:cNvPicPr>
            <a:picLocks xmlns:a="http://schemas.openxmlformats.org/drawingml/2006/main" noChangeAspect="1"/>
          </p:cNvPicPr>
          <p:nvPr/>
        </p:nvPicPr>
        <p:blipFill>
          <a:blip xmlns:r="http://schemas.openxmlformats.org/officeDocument/2006/relationships" xmlns:a="http://schemas.openxmlformats.org/drawingml/2006/main" r:embed="Re055a30951ea42f3"/>
          <a:stretch xmlns:a="http://schemas.openxmlformats.org/drawingml/2006/main"/>
        </p:blipFill>
        <p:spPr>
          <a:xfrm xmlns:a="http://schemas.openxmlformats.org/drawingml/2006/main">
            <a:off x="10810875" y="5562600"/>
            <a:ext cx="495300" cy="495300"/>
          </a:xfrm>
          <a:prstGeom xmlns:a="http://schemas.openxmlformats.org/drawingml/2006/main" prst="rect">
            <a:avLst/>
          </a:prstGeom>
        </p:spPr>
      </p:pic>
    </p:spTree>
    <p:extLst>
      <p:ext uri="{BB962C8B-B14F-4D97-AF65-F5344CB8AC3E}">
        <p14:creationId xmlns:p14="http://schemas.microsoft.com/office/powerpoint/2010/main" val="2032523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2026-10-23T21:41:08.1630000Z</dcterms:created>
  <dcterms:modified xsi:type="dcterms:W3CDTF">2026-10-23T21:41:08.1630000Z</dcterms:modified>
</coreProperties>
</file>