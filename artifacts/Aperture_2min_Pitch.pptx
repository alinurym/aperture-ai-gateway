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a04203a15d4e03" /><Relationship Type="http://schemas.openxmlformats.org/officeDocument/2006/relationships/extended-properties" Target="/docProps/app.xml" Id="R9796b9d7d0f24c61" /><Relationship Type="http://schemas.openxmlformats.org/officeDocument/2006/relationships/officeDocument" Target="/ppt/presentation.xml" Id="R3ebf9c16e8214322" /></Relationships>
</file>

<file path=ppt/presentation.xml><?xml version="1.0" encoding="utf-8"?>
<p:presentation xmlns:p="http://schemas.openxmlformats.org/presentationml/2006/main">
  <p:sldMasterIdLst>
    <p:sldMasterId xmlns:r="http://schemas.openxmlformats.org/officeDocument/2006/relationships" id="2147483648" r:id="R6f0879d9b7a24079"/>
  </p:sldMasterIdLst>
  <p:notesMasterIdLst>
    <p:notesMasterId xmlns:r="http://schemas.openxmlformats.org/officeDocument/2006/relationships" r:id="R4f868e25bdd247f4"/>
  </p:notesMasterIdLst>
  <p:sldIdLst>
    <p:sldId xmlns:r="http://schemas.openxmlformats.org/officeDocument/2006/relationships" id="256" r:id="R7d7bbf46a6024882"/>
    <p:sldId xmlns:r="http://schemas.openxmlformats.org/officeDocument/2006/relationships" id="257" r:id="R20c3b3a74a954162"/>
    <p:sldId xmlns:r="http://schemas.openxmlformats.org/officeDocument/2006/relationships" id="258" r:id="R8bcafae4764b45ea"/>
    <p:sldId xmlns:r="http://schemas.openxmlformats.org/officeDocument/2006/relationships" id="259" r:id="R1d983aa0f4624bd2"/>
    <p:sldId xmlns:r="http://schemas.openxmlformats.org/officeDocument/2006/relationships" id="260" r:id="R7ef728d7b34d4993"/>
    <p:sldId xmlns:r="http://schemas.openxmlformats.org/officeDocument/2006/relationships" id="261" r:id="R726d20bfd0104338"/>
    <p:sldId xmlns:r="http://schemas.openxmlformats.org/officeDocument/2006/relationships" id="262" r:id="R798dc0c6ac8548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1be0e7118e4cc3" /><Relationship Type="http://schemas.openxmlformats.org/officeDocument/2006/relationships/slideMaster" Target="/ppt/slideMasters/slideMaster1.xml" Id="R6f0879d9b7a24079" /><Relationship Type="http://schemas.openxmlformats.org/officeDocument/2006/relationships/notesMaster" Target="/ppt/notesMasters/notesMaster1.xml" Id="R4f868e25bdd247f4" /><Relationship Type="http://schemas.openxmlformats.org/officeDocument/2006/relationships/presProps" Target="/ppt/presProps.xml" Id="R9d4308fe8c5343a7" /><Relationship Type="http://schemas.openxmlformats.org/officeDocument/2006/relationships/tableStyles" Target="/ppt/tableStyles.xml" Id="Re364ef723fa04ec0" /><Relationship Type="http://schemas.openxmlformats.org/officeDocument/2006/relationships/slide" Target="/ppt/slides/slide1.xml" Id="R7d7bbf46a6024882" /><Relationship Type="http://schemas.openxmlformats.org/officeDocument/2006/relationships/slide" Target="/ppt/slides/slide2.xml" Id="R20c3b3a74a954162" /><Relationship Type="http://schemas.openxmlformats.org/officeDocument/2006/relationships/slide" Target="/ppt/slides/slide3.xml" Id="R8bcafae4764b45ea" /><Relationship Type="http://schemas.openxmlformats.org/officeDocument/2006/relationships/slide" Target="/ppt/slides/slide4.xml" Id="R1d983aa0f4624bd2" /><Relationship Type="http://schemas.openxmlformats.org/officeDocument/2006/relationships/slide" Target="/ppt/slides/slide5.xml" Id="R7ef728d7b34d4993" /><Relationship Type="http://schemas.openxmlformats.org/officeDocument/2006/relationships/slide" Target="/ppt/slides/slide6.xml" Id="R726d20bfd0104338" /><Relationship Type="http://schemas.openxmlformats.org/officeDocument/2006/relationships/slide" Target="/ppt/slides/slide7.xml" Id="R798dc0c6ac8548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4f7a6a97564e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4935681019428c" /><Relationship Type="http://schemas.openxmlformats.org/officeDocument/2006/relationships/notesMaster" Target="/ppt/notesMasters/notesMaster1.xml" Id="R9c35eebee1aa45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f6652fee224720" /><Relationship Type="http://schemas.openxmlformats.org/officeDocument/2006/relationships/notesMaster" Target="/ppt/notesMasters/notesMaster1.xml" Id="Rd1a067d567504a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219ca92297463e" /><Relationship Type="http://schemas.openxmlformats.org/officeDocument/2006/relationships/notesMaster" Target="/ppt/notesMasters/notesMaster1.xml" Id="Rcfdb472ae3f245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f9a266b6b7433b" /><Relationship Type="http://schemas.openxmlformats.org/officeDocument/2006/relationships/notesMaster" Target="/ppt/notesMasters/notesMaster1.xml" Id="R8e5dc376f4ab46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d967973f66469a" /><Relationship Type="http://schemas.openxmlformats.org/officeDocument/2006/relationships/notesMaster" Target="/ppt/notesMasters/notesMaster1.xml" Id="R7880205532814b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f232862f744b33" /><Relationship Type="http://schemas.openxmlformats.org/officeDocument/2006/relationships/notesMaster" Target="/ppt/notesMasters/notesMaster1.xml" Id="Rd233920d82db4b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37de5d2c9b4ac8" /><Relationship Type="http://schemas.openxmlformats.org/officeDocument/2006/relationships/notesMaster" Target="/ppt/notesMasters/notesMaster1.xml" Id="R4fbd5207f31848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0:00–0:16</a:t>
            </a:r>
          </a:p>
          <a:p xmlns:a="http://schemas.openxmlformats.org/drawingml/2006/main">
            <a:r>
              <a:t/>
            </a:r>
          </a:p>
          <a:p xmlns:a="http://schemas.openxmlformats.org/drawingml/2006/main">
            <a:r>
              <a:t>AI agents can request model answers, write code, and run data jobs. But the owner still needs to set the authority, spend, and execution limits for every task.</a:t>
            </a:r>
          </a:p>
          <a:p xmlns:a="http://schemas.openxmlformats.org/drawingml/2006/main">
            <a:r>
              <a:t/>
            </a:r>
          </a:p>
          <a:p xmlns:a="http://schemas.openxmlformats.org/drawingml/2006/main">
            <a:r>
              <a:t>Source notes: README.md; docs/competition-positioning.md. The visual uses only the official Aperture mark from docs/aperture-mark-v3.png.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0:16–0:33</a:t>
            </a:r>
          </a:p>
          <a:p xmlns:a="http://schemas.openxmlformats.org/drawingml/2006/main">
            <a:r>
              <a:t/>
            </a:r>
          </a:p>
          <a:p xmlns:a="http://schemas.openxmlformats.org/drawingml/2006/main">
            <a:r>
              <a:t>Aperture brings those paths into one gateway. An agent can call a configured model, dispatch Python compute, or run a recoverable data workflow through authenticated workers.</a:t>
            </a:r>
          </a:p>
          <a:p xmlns:a="http://schemas.openxmlformats.org/drawingml/2006/main">
            <a:r>
              <a:t/>
            </a:r>
          </a:p>
          <a:p xmlns:a="http://schemas.openxmlformats.org/drawingml/2006/main">
            <a:r>
              <a:t>Source notes: README.md; docs/inference.md; docs/worker-market.md. Model discovery is operator-configured and compute capacity is CPU-based in the current MVP.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0:33–0:50</a:t>
            </a:r>
          </a:p>
          <a:p xmlns:a="http://schemas.openxmlformats.org/drawingml/2006/main">
            <a:r>
              <a:t/>
            </a:r>
          </a:p>
          <a:p xmlns:a="http://schemas.openxmlformats.org/drawingml/2006/main">
            <a:r>
              <a:t>Before dispatch, a wallet owner signs the route, input, maximum spend, and runtime. Agents connect through Python SDK or MCP. Accepted tasks are journaled, so a restart can resume without blind duplicate admission.</a:t>
            </a:r>
          </a:p>
          <a:p xmlns:a="http://schemas.openxmlformats.org/drawingml/2006/main">
            <a:r>
              <a:t/>
            </a:r>
          </a:p>
          <a:p xmlns:a="http://schemas.openxmlformats.org/drawingml/2006/main">
            <a:r>
              <a:t>Source notes: README.md; docs/agent-workflows.md; docs/python-agent-sdk.md; docs/mcp-agent.md. The owner signature binds the task terms; recovery applies to accepted workflow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0:50–1:10</a:t>
            </a:r>
          </a:p>
          <a:p xmlns:a="http://schemas.openxmlformats.org/drawingml/2006/main">
            <a:r>
              <a:t/>
            </a:r>
          </a:p>
          <a:p xmlns:a="http://schemas.openxmlformats.org/drawingml/2006/main">
            <a:r>
              <a:t>This joins the original AI Sentinel to today's compute path. Sentinel can review the exact Python source and attach its signed review receipt to the compute manifest. The model informs the owner; it cannot authorize the worker. The owner signs the separate compute quote.</a:t>
            </a:r>
          </a:p>
          <a:p xmlns:a="http://schemas.openxmlformats.org/drawingml/2006/main">
            <a:r>
              <a:t/>
            </a:r>
          </a:p>
          <a:p xmlns:a="http://schemas.openxmlformats.org/drawingml/2006/main">
            <a:r>
              <a:t>Source notes: docs/historical-integration.md; docs/inference.md; README.md. The linkage is verified with API regressions and a fixed HTTP fixture; that fixture is not a live Gemini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1:10–1:28</a:t>
            </a:r>
          </a:p>
          <a:p xmlns:a="http://schemas.openxmlformats.org/drawingml/2006/main">
            <a:r>
              <a:t/>
            </a:r>
          </a:p>
          <a:p xmlns:a="http://schemas.openxmlformats.org/drawingml/2006/main">
            <a:r>
              <a:t>Each worker returns named files and signed evidence linked to the task. Solana provides the payment channel; the updated source routes a confirmed charge to the assigned worker. We still need a redeploy and live payout verification. The local preview moves zero SOL.</a:t>
            </a:r>
          </a:p>
          <a:p xmlns:a="http://schemas.openxmlformats.org/drawingml/2006/main">
            <a:r>
              <a:t/>
            </a:r>
          </a:p>
          <a:p xmlns:a="http://schemas.openxmlformats.org/drawingml/2006/main">
            <a:r>
              <a:t>Source notes: README.md; docs/protocol-v2.md; programs/src/lib.rs. The 100% worker routing is in updated contract source and has not been redeployed or verified with a live payout.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1:28–1:46</a:t>
            </a:r>
          </a:p>
          <a:p xmlns:a="http://schemas.openxmlformats.org/drawingml/2006/main">
            <a:r>
              <a:t/>
            </a:r>
          </a:p>
          <a:p xmlns:a="http://schemas.openxmlformats.org/drawingml/2006/main">
            <a:r>
              <a:t>In a reproducible local check, we interrupted a five-step workflow processing seventeen thousand synthetic rows. Recovery finished five tasks with no duplicate admission. Three result files matched direct Python byte for byte. This used a trusted host CPU, without Docker isolation or payment.</a:t>
            </a:r>
          </a:p>
          <a:p xmlns:a="http://schemas.openxmlformats.org/drawingml/2006/main">
            <a:r>
              <a:t/>
            </a:r>
          </a:p>
          <a:p xmlns:a="http://schemas.openxmlformats.org/drawingml/2006/main">
            <a:r>
              <a:t>Source notes: docs/mvp-evidence.md; docs/presentation-evidence.json. The measured workflow was local trusted CPU execution in OFF_CHAIN mode; it does not establish remote correctness, Docker isolation, speed advantage, or Solana payment.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1:46–2:00</a:t>
            </a:r>
          </a:p>
          <a:p xmlns:a="http://schemas.openxmlformats.org/drawingml/2006/main">
            <a:r>
              <a:t/>
            </a:r>
          </a:p>
          <a:p xmlns:a="http://schemas.openxmlformats.org/drawingml/2006/main">
            <a:r>
              <a:t>The MVP's control path now unites inference, agents, and compute. Next we need live provider and settlement checks, then independent workers. We are looking for pilot teams to help test that path.</a:t>
            </a:r>
          </a:p>
          <a:p xmlns:a="http://schemas.openxmlformats.org/drawingml/2006/main">
            <a:r>
              <a:t/>
            </a:r>
          </a:p>
          <a:p xmlns:a="http://schemas.openxmlformats.org/drawingml/2006/main">
            <a:r>
              <a:t>Source notes: README.md; docs/historical-integration.md; docs/competition-positioning.md. Provider discovery remains operator-managed; the listed items are validation and roadmap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456f0920da4c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4eaa67a61d4a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9388748b2545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f8b525bcf541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85b544c93a43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3fef2f240945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6EA1BB-2CF4-4F53-99AF-9A0C36E80CD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16375D-1D19-46DA-B0D3-6281283D6C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0F781A-A6D2-47F1-B68A-0B0BD2DA6D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CBE80D-DFAE-45F3-8EEA-4D7D2534AB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CE0700-89B1-41DB-B52F-E006686927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FAB591-C761-48CA-9DD9-917DB21516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AFD25C-FB52-4BE0-BB72-CCC1EFE31A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C479F6-4C4D-4B53-8F80-7ED48F26C6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0B493A-82FA-4968-9730-6B77BF6B17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2B6CB9-84ED-4ACB-969A-5B84CE491C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22efe338b54816" /><Relationship Type="http://schemas.openxmlformats.org/officeDocument/2006/relationships/slideLayout" Target="/ppt/slideLayouts/slideLayout1.xml" Id="R3318a9db642749bb" /><Relationship Type="http://schemas.openxmlformats.org/officeDocument/2006/relationships/slideLayout" Target="/ppt/slideLayouts/slideLayout2.xml" Id="Rfc03c0bb8f584284" /><Relationship Type="http://schemas.openxmlformats.org/officeDocument/2006/relationships/slideLayout" Target="/ppt/slideLayouts/slideLayout3.xml" Id="Rd5614054d0b94f7c" /><Relationship Type="http://schemas.openxmlformats.org/officeDocument/2006/relationships/slideLayout" Target="/ppt/slideLayouts/slideLayout4.xml" Id="R6c1f198ae7cf41c3" /><Relationship Type="http://schemas.openxmlformats.org/officeDocument/2006/relationships/slideLayout" Target="/ppt/slideLayouts/slideLayout5.xml" Id="R27c0cfc0536f4704" /><Relationship Type="http://schemas.openxmlformats.org/officeDocument/2006/relationships/slideLayout" Target="/ppt/slideLayouts/slideLayout6.xml" Id="Recff077134eb46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18a9db642749bb"/>
    <p:sldLayoutId xmlns:r="http://schemas.openxmlformats.org/officeDocument/2006/relationships" id="2147483650" r:id="Rfc03c0bb8f584284"/>
    <p:sldLayoutId xmlns:r="http://schemas.openxmlformats.org/officeDocument/2006/relationships" id="2147483651" r:id="Rd5614054d0b94f7c"/>
    <p:sldLayoutId xmlns:r="http://schemas.openxmlformats.org/officeDocument/2006/relationships" id="2147483652" r:id="R6c1f198ae7cf41c3"/>
    <p:sldLayoutId xmlns:r="http://schemas.openxmlformats.org/officeDocument/2006/relationships" id="2147483653" r:id="R27c0cfc0536f4704"/>
    <p:sldLayoutId xmlns:r="http://schemas.openxmlformats.org/officeDocument/2006/relationships" id="2147483654" r:id="Recff077134eb46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09d28a9ca74f65" /><Relationship Type="http://schemas.openxmlformats.org/officeDocument/2006/relationships/image" Target="/ppt/media/image.png" Id="Rcb679097f83d4fd9" /><Relationship Type="http://schemas.openxmlformats.org/officeDocument/2006/relationships/image" Target="/ppt/media/image2.png" Id="R358a6d59b91546bf" /><Relationship Type="http://schemas.openxmlformats.org/officeDocument/2006/relationships/notesSlide" Target="/ppt/notesSlides/notesSlide1.xml" Id="R93d570b70b8f4a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f907cd4d77452f" /><Relationship Type="http://schemas.openxmlformats.org/officeDocument/2006/relationships/image" Target="/ppt/media/image3.png" Id="Ra95a480c7ef74dd7" /><Relationship Type="http://schemas.openxmlformats.org/officeDocument/2006/relationships/image" Target="/ppt/media/image4.png" Id="Rce0f8244d613464c" /><Relationship Type="http://schemas.openxmlformats.org/officeDocument/2006/relationships/notesSlide" Target="/ppt/notesSlides/notesSlide2.xml" Id="Rf816a8ab764c4a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955d98c4fb43c8" /><Relationship Type="http://schemas.openxmlformats.org/officeDocument/2006/relationships/image" Target="/ppt/media/image5.png" Id="R9cce16c35a8c40bc" /><Relationship Type="http://schemas.openxmlformats.org/officeDocument/2006/relationships/notesSlide" Target="/ppt/notesSlides/notesSlide3.xml" Id="R64b225f88c2749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3a82c2202e4a97" /><Relationship Type="http://schemas.openxmlformats.org/officeDocument/2006/relationships/image" Target="/ppt/media/image6.png" Id="Ra644ca8b89c04235" /><Relationship Type="http://schemas.openxmlformats.org/officeDocument/2006/relationships/notesSlide" Target="/ppt/notesSlides/notesSlide4.xml" Id="R9e13b804e0a847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ee7ec960664b6a" /><Relationship Type="http://schemas.openxmlformats.org/officeDocument/2006/relationships/image" Target="/ppt/media/image7.png" Id="R7595486fefbf4061" /><Relationship Type="http://schemas.openxmlformats.org/officeDocument/2006/relationships/notesSlide" Target="/ppt/notesSlides/notesSlide5.xml" Id="R82f17ec105c342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4cd10c0e244006" /><Relationship Type="http://schemas.openxmlformats.org/officeDocument/2006/relationships/image" Target="/ppt/media/image8.png" Id="Re9e7186b17f0427e" /><Relationship Type="http://schemas.openxmlformats.org/officeDocument/2006/relationships/notesSlide" Target="/ppt/notesSlides/notesSlide6.xml" Id="Rf9a239c525f843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5bebd9d2c2c456b" /><Relationship Type="http://schemas.openxmlformats.org/officeDocument/2006/relationships/image" Target="/ppt/media/image9.png" Id="R012507a32338425f" /><Relationship Type="http://schemas.openxmlformats.org/officeDocument/2006/relationships/image" Target="/ppt/media/image10.png" Id="R146e825d1c9c4d84" /><Relationship Type="http://schemas.openxmlformats.org/officeDocument/2006/relationships/notesSlide" Target="/ppt/notesSlides/notesSlide7.xml" Id="R5a0fb477e6e543b8" /></Relationships>
</file>

<file path=ppt/slides/slide1.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12DAF41-437A-43FC-B54A-00F17345514A}"/>
              </a:ext>
            </a:extLst>
          </p:cNvPr>
          <p:cNvPicPr>
            <a:picLocks xmlns:a="http://schemas.openxmlformats.org/drawingml/2006/main" noChangeAspect="1"/>
          </p:cNvPicPr>
          <p:nvPr/>
        </p:nvPicPr>
        <p:blipFill>
          <a:blip xmlns:r="http://schemas.openxmlformats.org/officeDocument/2006/relationships" xmlns:a="http://schemas.openxmlformats.org/drawingml/2006/main" r:embed="Rcb679097f83d4fd9"/>
          <a:stretch xmlns:a="http://schemas.openxmlformats.org/drawingml/2006/main"/>
        </p:blipFill>
        <p:spPr>
          <a:xfrm xmlns:a="http://schemas.openxmlformats.org/drawingml/2006/main">
            <a:off x="781050" y="685800"/>
            <a:ext cx="628650" cy="628650"/>
          </a:xfrm>
          <a:prstGeom xmlns:a="http://schemas.openxmlformats.org/drawingml/2006/main" prst="rect">
            <a:avLst/>
          </a:prstGeom>
        </p:spPr>
      </p:pic>
      <p:sp>
        <p:nvSpPr>
          <p:cNvPr id="2" name="cover-kicker">
            <a:extLst xmlns:a="http://schemas.openxmlformats.org/drawingml/2006/main">
              <a:ext uri="{FF2B5EF4-FFF2-40B4-BE49-F238E27FC236}">
                <a16:creationId xmlns:a16="http://schemas.microsoft.com/office/drawing/2014/main" id="{79F1DA98-D54E-45EE-B28F-D44E142C358E}"/>
              </a:ext>
            </a:extLst>
          </p:cNvPr>
          <p:cNvSpPr>
            <a:spLocks xmlns:a="http://schemas.openxmlformats.org/drawingml/2006/main" noGrp="1"/>
          </p:cNvSpPr>
          <p:nvPr/>
        </p:nvSpPr>
        <p:spPr>
          <a:xfrm xmlns:a="http://schemas.openxmlformats.org/drawingml/2006/main">
            <a:off x="1562100" y="7810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C6AEFF"/>
                </a:solidFill>
                <a:latin typeface="Arial"/>
                <a:ea typeface="Arial"/>
                <a:cs typeface="Arial"/>
              </a:defRPr>
            </a:defPPr>
            <a:lvl1pPr algn="l">
              <a:defRPr sz="1275" b="1">
                <a:solidFill>
                  <a:srgbClr val="C6AEFF"/>
                </a:solidFill>
                <a:latin typeface="Arial"/>
                <a:ea typeface="Arial"/>
                <a:cs typeface="Arial"/>
              </a:defRPr>
            </a:lvl1pPr>
            <a:lvl2pPr algn="l">
              <a:defRPr sz="1275" b="1">
                <a:solidFill>
                  <a:srgbClr val="C6AEFF"/>
                </a:solidFill>
                <a:latin typeface="Arial"/>
                <a:ea typeface="Arial"/>
                <a:cs typeface="Arial"/>
              </a:defRPr>
            </a:lvl2pPr>
            <a:lvl3pPr algn="l">
              <a:defRPr sz="1275" b="1">
                <a:solidFill>
                  <a:srgbClr val="C6AEFF"/>
                </a:solidFill>
                <a:latin typeface="Arial"/>
                <a:ea typeface="Arial"/>
                <a:cs typeface="Arial"/>
              </a:defRPr>
            </a:lvl3pPr>
            <a:lvl4pPr algn="l">
              <a:defRPr sz="1275" b="1">
                <a:solidFill>
                  <a:srgbClr val="C6AEFF"/>
                </a:solidFill>
                <a:latin typeface="Arial"/>
                <a:ea typeface="Arial"/>
                <a:cs typeface="Arial"/>
              </a:defRPr>
            </a:lvl4pPr>
            <a:lvl5pPr algn="l">
              <a:defRPr sz="1275" b="1">
                <a:solidFill>
                  <a:srgbClr val="C6AEFF"/>
                </a:solidFill>
                <a:latin typeface="Arial"/>
                <a:ea typeface="Arial"/>
                <a:cs typeface="Arial"/>
              </a:defRPr>
            </a:lvl5pPr>
            <a:lvl6pPr algn="l">
              <a:defRPr sz="1275" b="1">
                <a:solidFill>
                  <a:srgbClr val="C6AEFF"/>
                </a:solidFill>
                <a:latin typeface="Arial"/>
                <a:ea typeface="Arial"/>
                <a:cs typeface="Arial"/>
              </a:defRPr>
            </a:lvl6pPr>
            <a:lvl7pPr algn="l">
              <a:defRPr sz="1275" b="1">
                <a:solidFill>
                  <a:srgbClr val="C6AEFF"/>
                </a:solidFill>
                <a:latin typeface="Arial"/>
                <a:ea typeface="Arial"/>
                <a:cs typeface="Arial"/>
              </a:defRPr>
            </a:lvl7pPr>
            <a:lvl8pPr algn="l">
              <a:defRPr sz="1275" b="1">
                <a:solidFill>
                  <a:srgbClr val="C6AEFF"/>
                </a:solidFill>
                <a:latin typeface="Arial"/>
                <a:ea typeface="Arial"/>
                <a:cs typeface="Arial"/>
              </a:defRPr>
            </a:lvl8pPr>
            <a:lvl9pPr algn="l">
              <a:defRPr sz="1275" b="1">
                <a:solidFill>
                  <a:srgbClr val="C6AEFF"/>
                </a:solidFill>
                <a:latin typeface="Arial"/>
                <a:ea typeface="Arial"/>
                <a:cs typeface="Arial"/>
              </a:defRPr>
            </a:lvl9pPr>
          </a:lstStyle>
          <a:p xmlns:a="http://schemas.openxmlformats.org/drawingml/2006/main">
            <a:pPr algn="l">
              <a:defRPr sz="1275" b="1">
                <a:solidFill>
                  <a:srgbClr val="C6AEFF"/>
                </a:solidFill>
                <a:latin typeface="Arial"/>
                <a:ea typeface="Arial"/>
                <a:cs typeface="Arial"/>
              </a:defRPr>
            </a:pPr>
            <a:r>
              <a:rPr sz="1275" b="1">
                <a:solidFill>
                  <a:srgbClr val="C6AEFF"/>
                </a:solidFill>
                <a:latin typeface="Arial"/>
                <a:ea typeface="Arial"/>
                <a:cs typeface="Arial"/>
              </a:rPr>
              <a:t>APERTURE  /  SOLANA AI GATEWAY</a:t>
            </a:r>
          </a:p>
        </p:txBody>
      </p:sp>
      <p:sp>
        <p:nvSpPr>
          <p:cNvPr id="3" name="cover-title">
            <a:extLst xmlns:a="http://schemas.openxmlformats.org/drawingml/2006/main">
              <a:ext uri="{FF2B5EF4-FFF2-40B4-BE49-F238E27FC236}">
                <a16:creationId xmlns:a16="http://schemas.microsoft.com/office/drawing/2014/main" id="{03980722-1F48-4A52-A6B6-CD274F186587}"/>
              </a:ext>
            </a:extLst>
          </p:cNvPr>
          <p:cNvSpPr>
            <a:spLocks xmlns:a="http://schemas.openxmlformats.org/drawingml/2006/main" noGrp="1"/>
          </p:cNvSpPr>
          <p:nvPr/>
        </p:nvSpPr>
        <p:spPr>
          <a:xfrm xmlns:a="http://schemas.openxmlformats.org/drawingml/2006/main">
            <a:off x="781050" y="2095500"/>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250" b="1">
                <a:solidFill>
                  <a:srgbClr val="F6F3FB"/>
                </a:solidFill>
                <a:latin typeface="Arial"/>
                <a:ea typeface="Arial"/>
                <a:cs typeface="Arial"/>
              </a:defRPr>
            </a:defPPr>
            <a:lvl1pPr algn="l">
              <a:defRPr sz="5250" b="1">
                <a:solidFill>
                  <a:srgbClr val="F6F3FB"/>
                </a:solidFill>
                <a:latin typeface="Arial"/>
                <a:ea typeface="Arial"/>
                <a:cs typeface="Arial"/>
              </a:defRPr>
            </a:lvl1pPr>
            <a:lvl2pPr algn="l">
              <a:defRPr sz="5250" b="1">
                <a:solidFill>
                  <a:srgbClr val="F6F3FB"/>
                </a:solidFill>
                <a:latin typeface="Arial"/>
                <a:ea typeface="Arial"/>
                <a:cs typeface="Arial"/>
              </a:defRPr>
            </a:lvl2pPr>
            <a:lvl3pPr algn="l">
              <a:defRPr sz="5250" b="1">
                <a:solidFill>
                  <a:srgbClr val="F6F3FB"/>
                </a:solidFill>
                <a:latin typeface="Arial"/>
                <a:ea typeface="Arial"/>
                <a:cs typeface="Arial"/>
              </a:defRPr>
            </a:lvl3pPr>
            <a:lvl4pPr algn="l">
              <a:defRPr sz="5250" b="1">
                <a:solidFill>
                  <a:srgbClr val="F6F3FB"/>
                </a:solidFill>
                <a:latin typeface="Arial"/>
                <a:ea typeface="Arial"/>
                <a:cs typeface="Arial"/>
              </a:defRPr>
            </a:lvl4pPr>
            <a:lvl5pPr algn="l">
              <a:defRPr sz="5250" b="1">
                <a:solidFill>
                  <a:srgbClr val="F6F3FB"/>
                </a:solidFill>
                <a:latin typeface="Arial"/>
                <a:ea typeface="Arial"/>
                <a:cs typeface="Arial"/>
              </a:defRPr>
            </a:lvl5pPr>
            <a:lvl6pPr algn="l">
              <a:defRPr sz="5250" b="1">
                <a:solidFill>
                  <a:srgbClr val="F6F3FB"/>
                </a:solidFill>
                <a:latin typeface="Arial"/>
                <a:ea typeface="Arial"/>
                <a:cs typeface="Arial"/>
              </a:defRPr>
            </a:lvl6pPr>
            <a:lvl7pPr algn="l">
              <a:defRPr sz="5250" b="1">
                <a:solidFill>
                  <a:srgbClr val="F6F3FB"/>
                </a:solidFill>
                <a:latin typeface="Arial"/>
                <a:ea typeface="Arial"/>
                <a:cs typeface="Arial"/>
              </a:defRPr>
            </a:lvl7pPr>
            <a:lvl8pPr algn="l">
              <a:defRPr sz="5250" b="1">
                <a:solidFill>
                  <a:srgbClr val="F6F3FB"/>
                </a:solidFill>
                <a:latin typeface="Arial"/>
                <a:ea typeface="Arial"/>
                <a:cs typeface="Arial"/>
              </a:defRPr>
            </a:lvl8pPr>
            <a:lvl9pPr algn="l">
              <a:defRPr sz="5250" b="1">
                <a:solidFill>
                  <a:srgbClr val="F6F3FB"/>
                </a:solidFill>
                <a:latin typeface="Arial"/>
                <a:ea typeface="Arial"/>
                <a:cs typeface="Arial"/>
              </a:defRPr>
            </a:lvl9pPr>
          </a:lstStyle>
          <a:p xmlns:a="http://schemas.openxmlformats.org/drawingml/2006/main">
            <a:pPr algn="l">
              <a:lnSpc>
                <a:spcPct val="95000"/>
              </a:lnSpc>
              <a:buNone/>
              <a:defRPr sz="5250" b="1">
                <a:solidFill>
                  <a:srgbClr val="F6F3FB"/>
                </a:solidFill>
                <a:latin typeface="Arial"/>
                <a:ea typeface="Arial"/>
                <a:cs typeface="Arial"/>
              </a:defRPr>
            </a:pPr>
            <a:r>
              <a:rPr sz="5250" b="1">
                <a:solidFill>
                  <a:srgbClr val="F6F3FB"/>
                </a:solidFill>
                <a:latin typeface="Arial"/>
                <a:ea typeface="Arial"/>
                <a:cs typeface="Arial"/>
              </a:rPr>
              <a:t>AI inference</a:t>
            </a:r>
          </a:p>
          <a:p xmlns:a="http://schemas.openxmlformats.org/drawingml/2006/main">
            <a:pPr algn="l">
              <a:lnSpc>
                <a:spcPct val="95000"/>
              </a:lnSpc>
              <a:buNone/>
              <a:defRPr sz="5250" b="1">
                <a:solidFill>
                  <a:srgbClr val="F6F3FB"/>
                </a:solidFill>
                <a:latin typeface="Arial"/>
                <a:ea typeface="Arial"/>
                <a:cs typeface="Arial"/>
              </a:defRPr>
            </a:pPr>
            <a:r>
              <a:rPr sz="5250" b="1">
                <a:solidFill>
                  <a:srgbClr val="F6F3FB"/>
                </a:solidFill>
                <a:latin typeface="Arial"/>
                <a:ea typeface="Arial"/>
                <a:cs typeface="Arial"/>
              </a:rPr>
              <a:t>meets open compute</a:t>
            </a:r>
          </a:p>
        </p:txBody>
      </p:sp>
      <p:sp>
        <p:nvSpPr>
          <p:cNvPr id="4" name="cover-subtitle">
            <a:extLst xmlns:a="http://schemas.openxmlformats.org/drawingml/2006/main">
              <a:ext uri="{FF2B5EF4-FFF2-40B4-BE49-F238E27FC236}">
                <a16:creationId xmlns:a16="http://schemas.microsoft.com/office/drawing/2014/main" id="{AA839655-E443-4B12-AE2B-9D21B705F659}"/>
              </a:ext>
            </a:extLst>
          </p:cNvPr>
          <p:cNvSpPr>
            <a:spLocks xmlns:a="http://schemas.openxmlformats.org/drawingml/2006/main" noGrp="1"/>
          </p:cNvSpPr>
          <p:nvPr/>
        </p:nvSpPr>
        <p:spPr>
          <a:xfrm xmlns:a="http://schemas.openxmlformats.org/drawingml/2006/main">
            <a:off x="819150" y="4152900"/>
            <a:ext cx="657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AAA5B4"/>
                </a:solidFill>
                <a:latin typeface="Arial"/>
                <a:ea typeface="Arial"/>
                <a:cs typeface="Arial"/>
              </a:defRPr>
            </a:defPPr>
            <a:lvl1pPr algn="l">
              <a:defRPr sz="2100" b="0">
                <a:solidFill>
                  <a:srgbClr val="AAA5B4"/>
                </a:solidFill>
                <a:latin typeface="Arial"/>
                <a:ea typeface="Arial"/>
                <a:cs typeface="Arial"/>
              </a:defRPr>
            </a:lvl1pPr>
            <a:lvl2pPr algn="l">
              <a:defRPr sz="2100" b="0">
                <a:solidFill>
                  <a:srgbClr val="AAA5B4"/>
                </a:solidFill>
                <a:latin typeface="Arial"/>
                <a:ea typeface="Arial"/>
                <a:cs typeface="Arial"/>
              </a:defRPr>
            </a:lvl2pPr>
            <a:lvl3pPr algn="l">
              <a:defRPr sz="2100" b="0">
                <a:solidFill>
                  <a:srgbClr val="AAA5B4"/>
                </a:solidFill>
                <a:latin typeface="Arial"/>
                <a:ea typeface="Arial"/>
                <a:cs typeface="Arial"/>
              </a:defRPr>
            </a:lvl3pPr>
            <a:lvl4pPr algn="l">
              <a:defRPr sz="2100" b="0">
                <a:solidFill>
                  <a:srgbClr val="AAA5B4"/>
                </a:solidFill>
                <a:latin typeface="Arial"/>
                <a:ea typeface="Arial"/>
                <a:cs typeface="Arial"/>
              </a:defRPr>
            </a:lvl4pPr>
            <a:lvl5pPr algn="l">
              <a:defRPr sz="2100" b="0">
                <a:solidFill>
                  <a:srgbClr val="AAA5B4"/>
                </a:solidFill>
                <a:latin typeface="Arial"/>
                <a:ea typeface="Arial"/>
                <a:cs typeface="Arial"/>
              </a:defRPr>
            </a:lvl5pPr>
            <a:lvl6pPr algn="l">
              <a:defRPr sz="2100" b="0">
                <a:solidFill>
                  <a:srgbClr val="AAA5B4"/>
                </a:solidFill>
                <a:latin typeface="Arial"/>
                <a:ea typeface="Arial"/>
                <a:cs typeface="Arial"/>
              </a:defRPr>
            </a:lvl6pPr>
            <a:lvl7pPr algn="l">
              <a:defRPr sz="2100" b="0">
                <a:solidFill>
                  <a:srgbClr val="AAA5B4"/>
                </a:solidFill>
                <a:latin typeface="Arial"/>
                <a:ea typeface="Arial"/>
                <a:cs typeface="Arial"/>
              </a:defRPr>
            </a:lvl7pPr>
            <a:lvl8pPr algn="l">
              <a:defRPr sz="2100" b="0">
                <a:solidFill>
                  <a:srgbClr val="AAA5B4"/>
                </a:solidFill>
                <a:latin typeface="Arial"/>
                <a:ea typeface="Arial"/>
                <a:cs typeface="Arial"/>
              </a:defRPr>
            </a:lvl8pPr>
            <a:lvl9pPr algn="l">
              <a:defRPr sz="2100" b="0">
                <a:solidFill>
                  <a:srgbClr val="AAA5B4"/>
                </a:solidFill>
                <a:latin typeface="Arial"/>
                <a:ea typeface="Arial"/>
                <a:cs typeface="Arial"/>
              </a:defRPr>
            </a:lvl9pPr>
          </a:lstStyle>
          <a:p xmlns:a="http://schemas.openxmlformats.org/drawingml/2006/main">
            <a:pPr algn="l">
              <a:defRPr sz="2100" b="0">
                <a:solidFill>
                  <a:srgbClr val="AAA5B4"/>
                </a:solidFill>
                <a:latin typeface="Arial"/>
                <a:ea typeface="Arial"/>
                <a:cs typeface="Arial"/>
              </a:defRPr>
            </a:pPr>
            <a:r>
              <a:rPr sz="2100" b="0">
                <a:solidFill>
                  <a:srgbClr val="AAA5B4"/>
                </a:solidFill>
                <a:latin typeface="Arial"/>
                <a:ea typeface="Arial"/>
                <a:cs typeface="Arial"/>
              </a:rPr>
              <a:t>One owner-approved task path for models, Python jobs and data workflows.</a:t>
            </a:r>
          </a:p>
        </p:txBody>
      </p:sp>
      <p:sp>
        <p:nvSpPr>
          <p:cNvPr id="5" name="cover-position">
            <a:extLst xmlns:a="http://schemas.openxmlformats.org/drawingml/2006/main">
              <a:ext uri="{FF2B5EF4-FFF2-40B4-BE49-F238E27FC236}">
                <a16:creationId xmlns:a16="http://schemas.microsoft.com/office/drawing/2014/main" id="{77B2ADEC-93A5-4285-A67B-D80A386D15B1}"/>
              </a:ext>
            </a:extLst>
          </p:cNvPr>
          <p:cNvSpPr>
            <a:spLocks xmlns:a="http://schemas.openxmlformats.org/drawingml/2006/main" noGrp="1"/>
          </p:cNvSpPr>
          <p:nvPr/>
        </p:nvSpPr>
        <p:spPr>
          <a:xfrm xmlns:a="http://schemas.openxmlformats.org/drawingml/2006/main">
            <a:off x="819150" y="558165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26C7B"/>
                </a:solidFill>
                <a:latin typeface="Arial"/>
                <a:ea typeface="Arial"/>
                <a:cs typeface="Arial"/>
              </a:defRPr>
            </a:defPPr>
            <a:lvl1pPr algn="l">
              <a:defRPr sz="1125" b="1">
                <a:solidFill>
                  <a:srgbClr val="726C7B"/>
                </a:solidFill>
                <a:latin typeface="Arial"/>
                <a:ea typeface="Arial"/>
                <a:cs typeface="Arial"/>
              </a:defRPr>
            </a:lvl1pPr>
            <a:lvl2pPr algn="l">
              <a:defRPr sz="1125" b="1">
                <a:solidFill>
                  <a:srgbClr val="726C7B"/>
                </a:solidFill>
                <a:latin typeface="Arial"/>
                <a:ea typeface="Arial"/>
                <a:cs typeface="Arial"/>
              </a:defRPr>
            </a:lvl2pPr>
            <a:lvl3pPr algn="l">
              <a:defRPr sz="1125" b="1">
                <a:solidFill>
                  <a:srgbClr val="726C7B"/>
                </a:solidFill>
                <a:latin typeface="Arial"/>
                <a:ea typeface="Arial"/>
                <a:cs typeface="Arial"/>
              </a:defRPr>
            </a:lvl3pPr>
            <a:lvl4pPr algn="l">
              <a:defRPr sz="1125" b="1">
                <a:solidFill>
                  <a:srgbClr val="726C7B"/>
                </a:solidFill>
                <a:latin typeface="Arial"/>
                <a:ea typeface="Arial"/>
                <a:cs typeface="Arial"/>
              </a:defRPr>
            </a:lvl4pPr>
            <a:lvl5pPr algn="l">
              <a:defRPr sz="1125" b="1">
                <a:solidFill>
                  <a:srgbClr val="726C7B"/>
                </a:solidFill>
                <a:latin typeface="Arial"/>
                <a:ea typeface="Arial"/>
                <a:cs typeface="Arial"/>
              </a:defRPr>
            </a:lvl5pPr>
            <a:lvl6pPr algn="l">
              <a:defRPr sz="1125" b="1">
                <a:solidFill>
                  <a:srgbClr val="726C7B"/>
                </a:solidFill>
                <a:latin typeface="Arial"/>
                <a:ea typeface="Arial"/>
                <a:cs typeface="Arial"/>
              </a:defRPr>
            </a:lvl6pPr>
            <a:lvl7pPr algn="l">
              <a:defRPr sz="1125" b="1">
                <a:solidFill>
                  <a:srgbClr val="726C7B"/>
                </a:solidFill>
                <a:latin typeface="Arial"/>
                <a:ea typeface="Arial"/>
                <a:cs typeface="Arial"/>
              </a:defRPr>
            </a:lvl7pPr>
            <a:lvl8pPr algn="l">
              <a:defRPr sz="1125" b="1">
                <a:solidFill>
                  <a:srgbClr val="726C7B"/>
                </a:solidFill>
                <a:latin typeface="Arial"/>
                <a:ea typeface="Arial"/>
                <a:cs typeface="Arial"/>
              </a:defRPr>
            </a:lvl8pPr>
            <a:lvl9pPr algn="l">
              <a:defRPr sz="1125" b="1">
                <a:solidFill>
                  <a:srgbClr val="726C7B"/>
                </a:solidFill>
                <a:latin typeface="Arial"/>
                <a:ea typeface="Arial"/>
                <a:cs typeface="Arial"/>
              </a:defRPr>
            </a:lvl9pPr>
          </a:lstStyle>
          <a:p xmlns:a="http://schemas.openxmlformats.org/drawingml/2006/main">
            <a:pPr algn="l">
              <a:defRPr sz="1125" b="1">
                <a:solidFill>
                  <a:srgbClr val="726C7B"/>
                </a:solidFill>
                <a:latin typeface="Arial"/>
                <a:ea typeface="Arial"/>
                <a:cs typeface="Arial"/>
              </a:defRPr>
            </a:pPr>
            <a:r>
              <a:rPr sz="1125" b="1">
                <a:solidFill>
                  <a:srgbClr val="726C7B"/>
                </a:solidFill>
                <a:latin typeface="Arial"/>
                <a:ea typeface="Arial"/>
                <a:cs typeface="Arial"/>
              </a:rPr>
              <a:t>OWNER-SET LIMITS     SIGNED RESULTS     SOLANA SETTLEMENT PATH</a:t>
            </a:r>
          </a:p>
        </p:txBody>
      </p:sp>
      <p:pic>
        <p:nvPicPr>
          <p:cNvPr id="6" name="">
            <a:extLst xmlns:a="http://schemas.openxmlformats.org/drawingml/2006/main">
              <a:ext uri="{FF2B5EF4-FFF2-40B4-BE49-F238E27FC236}">
                <a16:creationId xmlns:a16="http://schemas.microsoft.com/office/drawing/2014/main" id="{2F07C546-95E1-4841-AB51-F12A83B9BCEF}"/>
              </a:ext>
            </a:extLst>
          </p:cNvPr>
          <p:cNvPicPr>
            <a:picLocks xmlns:a="http://schemas.openxmlformats.org/drawingml/2006/main" noChangeAspect="1"/>
          </p:cNvPicPr>
          <p:nvPr/>
        </p:nvPicPr>
        <p:blipFill>
          <a:blip xmlns:r="http://schemas.openxmlformats.org/officeDocument/2006/relationships" xmlns:a="http://schemas.openxmlformats.org/drawingml/2006/main" r:embed="R358a6d59b91546bf"/>
          <a:stretch xmlns:a="http://schemas.openxmlformats.org/drawingml/2006/main"/>
        </p:blipFill>
        <p:spPr>
          <a:xfrm xmlns:a="http://schemas.openxmlformats.org/drawingml/2006/main">
            <a:off x="8477250" y="2047875"/>
            <a:ext cx="2571750" cy="2571750"/>
          </a:xfrm>
          <a:prstGeom xmlns:a="http://schemas.openxmlformats.org/drawingml/2006/main" prst="rect">
            <a:avLst/>
          </a:prstGeom>
        </p:spPr>
      </p:pic>
      <p:sp>
        <p:nvSpPr>
          <p:cNvPr id="7" name="cover-edition">
            <a:extLst xmlns:a="http://schemas.openxmlformats.org/drawingml/2006/main">
              <a:ext uri="{FF2B5EF4-FFF2-40B4-BE49-F238E27FC236}">
                <a16:creationId xmlns:a16="http://schemas.microsoft.com/office/drawing/2014/main" id="{BA0EE3C0-10F3-4E5C-B718-A588191252A2}"/>
              </a:ext>
            </a:extLst>
          </p:cNvPr>
          <p:cNvSpPr>
            <a:spLocks xmlns:a="http://schemas.openxmlformats.org/drawingml/2006/main" noGrp="1"/>
          </p:cNvSpPr>
          <p:nvPr/>
        </p:nvSpPr>
        <p:spPr>
          <a:xfrm xmlns:a="http://schemas.openxmlformats.org/drawingml/2006/main">
            <a:off x="9810750" y="5867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726C7B"/>
                </a:solidFill>
                <a:latin typeface="Arial"/>
                <a:ea typeface="Arial"/>
                <a:cs typeface="Arial"/>
              </a:defRPr>
            </a:defPPr>
            <a:lvl1pPr algn="r">
              <a:defRPr sz="1050" b="0">
                <a:solidFill>
                  <a:srgbClr val="726C7B"/>
                </a:solidFill>
                <a:latin typeface="Arial"/>
                <a:ea typeface="Arial"/>
                <a:cs typeface="Arial"/>
              </a:defRPr>
            </a:lvl1pPr>
            <a:lvl2pPr algn="r">
              <a:defRPr sz="1050" b="0">
                <a:solidFill>
                  <a:srgbClr val="726C7B"/>
                </a:solidFill>
                <a:latin typeface="Arial"/>
                <a:ea typeface="Arial"/>
                <a:cs typeface="Arial"/>
              </a:defRPr>
            </a:lvl2pPr>
            <a:lvl3pPr algn="r">
              <a:defRPr sz="1050" b="0">
                <a:solidFill>
                  <a:srgbClr val="726C7B"/>
                </a:solidFill>
                <a:latin typeface="Arial"/>
                <a:ea typeface="Arial"/>
                <a:cs typeface="Arial"/>
              </a:defRPr>
            </a:lvl3pPr>
            <a:lvl4pPr algn="r">
              <a:defRPr sz="1050" b="0">
                <a:solidFill>
                  <a:srgbClr val="726C7B"/>
                </a:solidFill>
                <a:latin typeface="Arial"/>
                <a:ea typeface="Arial"/>
                <a:cs typeface="Arial"/>
              </a:defRPr>
            </a:lvl4pPr>
            <a:lvl5pPr algn="r">
              <a:defRPr sz="1050" b="0">
                <a:solidFill>
                  <a:srgbClr val="726C7B"/>
                </a:solidFill>
                <a:latin typeface="Arial"/>
                <a:ea typeface="Arial"/>
                <a:cs typeface="Arial"/>
              </a:defRPr>
            </a:lvl5pPr>
            <a:lvl6pPr algn="r">
              <a:defRPr sz="1050" b="0">
                <a:solidFill>
                  <a:srgbClr val="726C7B"/>
                </a:solidFill>
                <a:latin typeface="Arial"/>
                <a:ea typeface="Arial"/>
                <a:cs typeface="Arial"/>
              </a:defRPr>
            </a:lvl6pPr>
            <a:lvl7pPr algn="r">
              <a:defRPr sz="1050" b="0">
                <a:solidFill>
                  <a:srgbClr val="726C7B"/>
                </a:solidFill>
                <a:latin typeface="Arial"/>
                <a:ea typeface="Arial"/>
                <a:cs typeface="Arial"/>
              </a:defRPr>
            </a:lvl7pPr>
            <a:lvl8pPr algn="r">
              <a:defRPr sz="1050" b="0">
                <a:solidFill>
                  <a:srgbClr val="726C7B"/>
                </a:solidFill>
                <a:latin typeface="Arial"/>
                <a:ea typeface="Arial"/>
                <a:cs typeface="Arial"/>
              </a:defRPr>
            </a:lvl8pPr>
            <a:lvl9pPr algn="r">
              <a:defRPr sz="1050" b="0">
                <a:solidFill>
                  <a:srgbClr val="726C7B"/>
                </a:solidFill>
                <a:latin typeface="Arial"/>
                <a:ea typeface="Arial"/>
                <a:cs typeface="Arial"/>
              </a:defRPr>
            </a:lvl9pPr>
          </a:lstStyle>
          <a:p xmlns:a="http://schemas.openxmlformats.org/drawingml/2006/main">
            <a:pPr algn="r">
              <a:defRPr sz="1050" b="0">
                <a:solidFill>
                  <a:srgbClr val="726C7B"/>
                </a:solidFill>
                <a:latin typeface="Arial"/>
                <a:ea typeface="Arial"/>
                <a:cs typeface="Arial"/>
              </a:defRPr>
            </a:pPr>
            <a:r>
              <a:rPr sz="1050" b="0">
                <a:solidFill>
                  <a:srgbClr val="726C7B"/>
                </a:solidFill>
                <a:latin typeface="Arial"/>
                <a:ea typeface="Arial"/>
                <a:cs typeface="Arial"/>
              </a:rPr>
              <a:t>MVP  /  2026</a:t>
            </a:r>
          </a:p>
        </p:txBody>
      </p:sp>
    </p:spTree>
    <p:extLst>
      <p:ext uri="{BB962C8B-B14F-4D97-AF65-F5344CB8AC3E}">
        <p14:creationId xmlns:p14="http://schemas.microsoft.com/office/powerpoint/2010/main" val="1902585838"/>
      </p:ext>
    </p:extLst>
  </p:cSld>
</p:sld>
</file>

<file path=ppt/slides/slide2.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2B955156-2A5A-438E-AE11-734648931751}"/>
              </a:ext>
            </a:extLst>
          </p:cNvPr>
          <p:cNvPicPr>
            <a:picLocks xmlns:a="http://schemas.openxmlformats.org/drawingml/2006/main" noChangeAspect="1"/>
          </p:cNvPicPr>
          <p:nvPr/>
        </p:nvPicPr>
        <p:blipFill>
          <a:blip xmlns:r="http://schemas.openxmlformats.org/officeDocument/2006/relationships" xmlns:a="http://schemas.openxmlformats.org/drawingml/2006/main" r:embed="Ra95a480c7ef74dd7"/>
          <a:stretch xmlns:a="http://schemas.openxmlformats.org/drawingml/2006/main"/>
        </p:blipFill>
        <p:spPr>
          <a:xfrm xmlns:a="http://schemas.openxmlformats.org/drawingml/2006/main">
            <a:off x="685800" y="361950"/>
            <a:ext cx="285750" cy="285750"/>
          </a:xfrm>
          <a:prstGeom xmlns:a="http://schemas.openxmlformats.org/drawingml/2006/main" prst="rect">
            <a:avLst/>
          </a:prstGeom>
        </p:spPr>
      </p:pic>
      <p:sp>
        <p:nvSpPr>
          <p:cNvPr id="2" name="project-name">
            <a:extLst xmlns:a="http://schemas.openxmlformats.org/drawingml/2006/main">
              <a:ext uri="{FF2B5EF4-FFF2-40B4-BE49-F238E27FC236}">
                <a16:creationId xmlns:a16="http://schemas.microsoft.com/office/drawing/2014/main" id="{76AA22D4-66DF-4A88-92C8-BD382C47D3A3}"/>
              </a:ext>
            </a:extLst>
          </p:cNvPr>
          <p:cNvSpPr>
            <a:spLocks xmlns:a="http://schemas.openxmlformats.org/drawingml/2006/main" noGrp="1"/>
          </p:cNvSpPr>
          <p:nvPr/>
        </p:nvSpPr>
        <p:spPr>
          <a:xfrm xmlns:a="http://schemas.openxmlformats.org/drawingml/2006/main">
            <a:off x="1085850" y="3714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6F3FB"/>
                </a:solidFill>
                <a:latin typeface="Arial"/>
                <a:ea typeface="Arial"/>
                <a:cs typeface="Arial"/>
              </a:defRPr>
            </a:defPPr>
            <a:lvl1pPr algn="l">
              <a:defRPr sz="1125" b="1">
                <a:solidFill>
                  <a:srgbClr val="F6F3FB"/>
                </a:solidFill>
                <a:latin typeface="Arial"/>
                <a:ea typeface="Arial"/>
                <a:cs typeface="Arial"/>
              </a:defRPr>
            </a:lvl1pPr>
            <a:lvl2pPr algn="l">
              <a:defRPr sz="1125" b="1">
                <a:solidFill>
                  <a:srgbClr val="F6F3FB"/>
                </a:solidFill>
                <a:latin typeface="Arial"/>
                <a:ea typeface="Arial"/>
                <a:cs typeface="Arial"/>
              </a:defRPr>
            </a:lvl2pPr>
            <a:lvl3pPr algn="l">
              <a:defRPr sz="1125" b="1">
                <a:solidFill>
                  <a:srgbClr val="F6F3FB"/>
                </a:solidFill>
                <a:latin typeface="Arial"/>
                <a:ea typeface="Arial"/>
                <a:cs typeface="Arial"/>
              </a:defRPr>
            </a:lvl3pPr>
            <a:lvl4pPr algn="l">
              <a:defRPr sz="1125" b="1">
                <a:solidFill>
                  <a:srgbClr val="F6F3FB"/>
                </a:solidFill>
                <a:latin typeface="Arial"/>
                <a:ea typeface="Arial"/>
                <a:cs typeface="Arial"/>
              </a:defRPr>
            </a:lvl4pPr>
            <a:lvl5pPr algn="l">
              <a:defRPr sz="1125" b="1">
                <a:solidFill>
                  <a:srgbClr val="F6F3FB"/>
                </a:solidFill>
                <a:latin typeface="Arial"/>
                <a:ea typeface="Arial"/>
                <a:cs typeface="Arial"/>
              </a:defRPr>
            </a:lvl5pPr>
            <a:lvl6pPr algn="l">
              <a:defRPr sz="1125" b="1">
                <a:solidFill>
                  <a:srgbClr val="F6F3FB"/>
                </a:solidFill>
                <a:latin typeface="Arial"/>
                <a:ea typeface="Arial"/>
                <a:cs typeface="Arial"/>
              </a:defRPr>
            </a:lvl6pPr>
            <a:lvl7pPr algn="l">
              <a:defRPr sz="1125" b="1">
                <a:solidFill>
                  <a:srgbClr val="F6F3FB"/>
                </a:solidFill>
                <a:latin typeface="Arial"/>
                <a:ea typeface="Arial"/>
                <a:cs typeface="Arial"/>
              </a:defRPr>
            </a:lvl7pPr>
            <a:lvl8pPr algn="l">
              <a:defRPr sz="1125" b="1">
                <a:solidFill>
                  <a:srgbClr val="F6F3FB"/>
                </a:solidFill>
                <a:latin typeface="Arial"/>
                <a:ea typeface="Arial"/>
                <a:cs typeface="Arial"/>
              </a:defRPr>
            </a:lvl8pPr>
            <a:lvl9pPr algn="l">
              <a:defRPr sz="1125" b="1">
                <a:solidFill>
                  <a:srgbClr val="F6F3FB"/>
                </a:solidFill>
                <a:latin typeface="Arial"/>
                <a:ea typeface="Arial"/>
                <a:cs typeface="Arial"/>
              </a:defRPr>
            </a:lvl9pPr>
          </a:lstStyle>
          <a:p xmlns:a="http://schemas.openxmlformats.org/drawingml/2006/main">
            <a:pPr algn="l">
              <a:defRPr sz="1125" b="1">
                <a:solidFill>
                  <a:srgbClr val="F6F3FB"/>
                </a:solidFill>
                <a:latin typeface="Arial"/>
                <a:ea typeface="Arial"/>
                <a:cs typeface="Arial"/>
              </a:defRPr>
            </a:pPr>
            <a:r>
              <a:rPr sz="1125" b="1">
                <a:solidFill>
                  <a:srgbClr val="F6F3FB"/>
                </a:solidFill>
                <a:latin typeface="Arial"/>
                <a:ea typeface="Arial"/>
                <a:cs typeface="Arial"/>
              </a:rPr>
              <a:t>APERTURE</a:t>
            </a:r>
          </a:p>
        </p:txBody>
      </p:sp>
      <p:sp>
        <p:nvSpPr>
          <p:cNvPr id="3" name="section-name">
            <a:extLst xmlns:a="http://schemas.openxmlformats.org/drawingml/2006/main">
              <a:ext uri="{FF2B5EF4-FFF2-40B4-BE49-F238E27FC236}">
                <a16:creationId xmlns:a16="http://schemas.microsoft.com/office/drawing/2014/main" id="{05427714-604B-4492-8BD4-36EE1A70C94E}"/>
              </a:ext>
            </a:extLst>
          </p:cNvPr>
          <p:cNvSpPr>
            <a:spLocks xmlns:a="http://schemas.openxmlformats.org/drawingml/2006/main" noGrp="1"/>
          </p:cNvSpPr>
          <p:nvPr/>
        </p:nvSpPr>
        <p:spPr>
          <a:xfrm xmlns:a="http://schemas.openxmlformats.org/drawingml/2006/main">
            <a:off x="8572500" y="37147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26C7B"/>
                </a:solidFill>
                <a:latin typeface="Arial"/>
                <a:ea typeface="Arial"/>
                <a:cs typeface="Arial"/>
              </a:defRPr>
            </a:defPPr>
            <a:lvl1pPr algn="r">
              <a:defRPr sz="975" b="1">
                <a:solidFill>
                  <a:srgbClr val="726C7B"/>
                </a:solidFill>
                <a:latin typeface="Arial"/>
                <a:ea typeface="Arial"/>
                <a:cs typeface="Arial"/>
              </a:defRPr>
            </a:lvl1pPr>
            <a:lvl2pPr algn="r">
              <a:defRPr sz="975" b="1">
                <a:solidFill>
                  <a:srgbClr val="726C7B"/>
                </a:solidFill>
                <a:latin typeface="Arial"/>
                <a:ea typeface="Arial"/>
                <a:cs typeface="Arial"/>
              </a:defRPr>
            </a:lvl2pPr>
            <a:lvl3pPr algn="r">
              <a:defRPr sz="975" b="1">
                <a:solidFill>
                  <a:srgbClr val="726C7B"/>
                </a:solidFill>
                <a:latin typeface="Arial"/>
                <a:ea typeface="Arial"/>
                <a:cs typeface="Arial"/>
              </a:defRPr>
            </a:lvl3pPr>
            <a:lvl4pPr algn="r">
              <a:defRPr sz="975" b="1">
                <a:solidFill>
                  <a:srgbClr val="726C7B"/>
                </a:solidFill>
                <a:latin typeface="Arial"/>
                <a:ea typeface="Arial"/>
                <a:cs typeface="Arial"/>
              </a:defRPr>
            </a:lvl4pPr>
            <a:lvl5pPr algn="r">
              <a:defRPr sz="975" b="1">
                <a:solidFill>
                  <a:srgbClr val="726C7B"/>
                </a:solidFill>
                <a:latin typeface="Arial"/>
                <a:ea typeface="Arial"/>
                <a:cs typeface="Arial"/>
              </a:defRPr>
            </a:lvl5pPr>
            <a:lvl6pPr algn="r">
              <a:defRPr sz="975" b="1">
                <a:solidFill>
                  <a:srgbClr val="726C7B"/>
                </a:solidFill>
                <a:latin typeface="Arial"/>
                <a:ea typeface="Arial"/>
                <a:cs typeface="Arial"/>
              </a:defRPr>
            </a:lvl6pPr>
            <a:lvl7pPr algn="r">
              <a:defRPr sz="975" b="1">
                <a:solidFill>
                  <a:srgbClr val="726C7B"/>
                </a:solidFill>
                <a:latin typeface="Arial"/>
                <a:ea typeface="Arial"/>
                <a:cs typeface="Arial"/>
              </a:defRPr>
            </a:lvl7pPr>
            <a:lvl8pPr algn="r">
              <a:defRPr sz="975" b="1">
                <a:solidFill>
                  <a:srgbClr val="726C7B"/>
                </a:solidFill>
                <a:latin typeface="Arial"/>
                <a:ea typeface="Arial"/>
                <a:cs typeface="Arial"/>
              </a:defRPr>
            </a:lvl8pPr>
            <a:lvl9pPr algn="r">
              <a:defRPr sz="975" b="1">
                <a:solidFill>
                  <a:srgbClr val="726C7B"/>
                </a:solidFill>
                <a:latin typeface="Arial"/>
                <a:ea typeface="Arial"/>
                <a:cs typeface="Arial"/>
              </a:defRPr>
            </a:lvl9pPr>
          </a:lstStyle>
          <a:p xmlns:a="http://schemas.openxmlformats.org/drawingml/2006/main">
            <a:pPr algn="r">
              <a:defRPr sz="975" b="1">
                <a:solidFill>
                  <a:srgbClr val="726C7B"/>
                </a:solidFill>
                <a:latin typeface="Arial"/>
                <a:ea typeface="Arial"/>
                <a:cs typeface="Arial"/>
              </a:defRPr>
            </a:pPr>
            <a:r>
              <a:rPr sz="975" b="1">
                <a:solidFill>
                  <a:srgbClr val="726C7B"/>
                </a:solidFill>
                <a:latin typeface="Arial"/>
                <a:ea typeface="Arial"/>
                <a:cs typeface="Arial"/>
              </a:rPr>
              <a:t>ONE GATEWAY</a:t>
            </a:r>
          </a:p>
        </p:txBody>
      </p:sp>
      <p:sp>
        <p:nvSpPr>
          <p:cNvPr id="4" name="header-rule">
            <a:extLst xmlns:a="http://schemas.openxmlformats.org/drawingml/2006/main">
              <a:ext uri="{FF2B5EF4-FFF2-40B4-BE49-F238E27FC236}">
                <a16:creationId xmlns:a16="http://schemas.microsoft.com/office/drawing/2014/main" id="{EF5C9E4D-2282-461E-8C38-965BF272F5D1}"/>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5" name="page-number">
            <a:extLst xmlns:a="http://schemas.openxmlformats.org/drawingml/2006/main">
              <a:ext uri="{FF2B5EF4-FFF2-40B4-BE49-F238E27FC236}">
                <a16:creationId xmlns:a16="http://schemas.microsoft.com/office/drawing/2014/main" id="{6DAB36CC-C041-4394-8B25-456C55C54605}"/>
              </a:ext>
            </a:extLst>
          </p:cNvPr>
          <p:cNvSpPr>
            <a:spLocks xmlns:a="http://schemas.openxmlformats.org/drawingml/2006/main" noGrp="1"/>
          </p:cNvSpPr>
          <p:nvPr/>
        </p:nvSpPr>
        <p:spPr>
          <a:xfrm xmlns:a="http://schemas.openxmlformats.org/drawingml/2006/main">
            <a:off x="10525125" y="6572250"/>
            <a:ext cx="981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26C7B"/>
                </a:solidFill>
                <a:latin typeface="Arial"/>
                <a:ea typeface="Arial"/>
                <a:cs typeface="Arial"/>
              </a:defRPr>
            </a:defPPr>
            <a:lvl1pPr algn="r">
              <a:defRPr sz="900" b="0">
                <a:solidFill>
                  <a:srgbClr val="726C7B"/>
                </a:solidFill>
                <a:latin typeface="Arial"/>
                <a:ea typeface="Arial"/>
                <a:cs typeface="Arial"/>
              </a:defRPr>
            </a:lvl1pPr>
            <a:lvl2pPr algn="r">
              <a:defRPr sz="900" b="0">
                <a:solidFill>
                  <a:srgbClr val="726C7B"/>
                </a:solidFill>
                <a:latin typeface="Arial"/>
                <a:ea typeface="Arial"/>
                <a:cs typeface="Arial"/>
              </a:defRPr>
            </a:lvl2pPr>
            <a:lvl3pPr algn="r">
              <a:defRPr sz="900" b="0">
                <a:solidFill>
                  <a:srgbClr val="726C7B"/>
                </a:solidFill>
                <a:latin typeface="Arial"/>
                <a:ea typeface="Arial"/>
                <a:cs typeface="Arial"/>
              </a:defRPr>
            </a:lvl3pPr>
            <a:lvl4pPr algn="r">
              <a:defRPr sz="900" b="0">
                <a:solidFill>
                  <a:srgbClr val="726C7B"/>
                </a:solidFill>
                <a:latin typeface="Arial"/>
                <a:ea typeface="Arial"/>
                <a:cs typeface="Arial"/>
              </a:defRPr>
            </a:lvl4pPr>
            <a:lvl5pPr algn="r">
              <a:defRPr sz="900" b="0">
                <a:solidFill>
                  <a:srgbClr val="726C7B"/>
                </a:solidFill>
                <a:latin typeface="Arial"/>
                <a:ea typeface="Arial"/>
                <a:cs typeface="Arial"/>
              </a:defRPr>
            </a:lvl5pPr>
            <a:lvl6pPr algn="r">
              <a:defRPr sz="900" b="0">
                <a:solidFill>
                  <a:srgbClr val="726C7B"/>
                </a:solidFill>
                <a:latin typeface="Arial"/>
                <a:ea typeface="Arial"/>
                <a:cs typeface="Arial"/>
              </a:defRPr>
            </a:lvl6pPr>
            <a:lvl7pPr algn="r">
              <a:defRPr sz="900" b="0">
                <a:solidFill>
                  <a:srgbClr val="726C7B"/>
                </a:solidFill>
                <a:latin typeface="Arial"/>
                <a:ea typeface="Arial"/>
                <a:cs typeface="Arial"/>
              </a:defRPr>
            </a:lvl7pPr>
            <a:lvl8pPr algn="r">
              <a:defRPr sz="900" b="0">
                <a:solidFill>
                  <a:srgbClr val="726C7B"/>
                </a:solidFill>
                <a:latin typeface="Arial"/>
                <a:ea typeface="Arial"/>
                <a:cs typeface="Arial"/>
              </a:defRPr>
            </a:lvl8pPr>
            <a:lvl9pPr algn="r">
              <a:defRPr sz="900" b="0">
                <a:solidFill>
                  <a:srgbClr val="726C7B"/>
                </a:solidFill>
                <a:latin typeface="Arial"/>
                <a:ea typeface="Arial"/>
                <a:cs typeface="Arial"/>
              </a:defRPr>
            </a:lvl9pPr>
          </a:lstStyle>
          <a:p xmlns:a="http://schemas.openxmlformats.org/drawingml/2006/main">
            <a:pPr algn="r">
              <a:defRPr sz="900" b="0">
                <a:solidFill>
                  <a:srgbClr val="726C7B"/>
                </a:solidFill>
                <a:latin typeface="Arial"/>
                <a:ea typeface="Arial"/>
                <a:cs typeface="Arial"/>
              </a:defRPr>
            </a:pPr>
            <a:r>
              <a:rPr sz="900" b="0">
                <a:solidFill>
                  <a:srgbClr val="726C7B"/>
                </a:solidFill>
                <a:latin typeface="Arial"/>
                <a:ea typeface="Arial"/>
                <a:cs typeface="Arial"/>
              </a:rPr>
              <a:t>02 / 07</a:t>
            </a:r>
          </a:p>
        </p:txBody>
      </p:sp>
      <p:sp>
        <p:nvSpPr>
          <p:cNvPr id="6" name="slide-title">
            <a:extLst xmlns:a="http://schemas.openxmlformats.org/drawingml/2006/main">
              <a:ext uri="{FF2B5EF4-FFF2-40B4-BE49-F238E27FC236}">
                <a16:creationId xmlns:a16="http://schemas.microsoft.com/office/drawing/2014/main" id="{311D15D0-B849-4C33-8D76-6E08C183DF0A}"/>
              </a:ext>
            </a:extLst>
          </p:cNvPr>
          <p:cNvSpPr>
            <a:spLocks xmlns:a="http://schemas.openxmlformats.org/drawingml/2006/main" noGrp="1"/>
          </p:cNvSpPr>
          <p:nvPr/>
        </p:nvSpPr>
        <p:spPr>
          <a:xfrm xmlns:a="http://schemas.openxmlformats.org/drawingml/2006/main">
            <a:off x="685800" y="971550"/>
            <a:ext cx="8096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236"/>
          </a:bodyPr>
          <a:lstStyle xmlns:a="http://schemas.openxmlformats.org/drawingml/2006/main">
            <a:defPPr algn="l">
              <a:defRPr sz="4050" b="1">
                <a:solidFill>
                  <a:srgbClr val="F6F3FB"/>
                </a:solidFill>
                <a:latin typeface="Arial"/>
                <a:ea typeface="Arial"/>
                <a:cs typeface="Arial"/>
              </a:defRPr>
            </a:defPPr>
            <a:lvl1pPr algn="l">
              <a:defRPr sz="4050" b="1">
                <a:solidFill>
                  <a:srgbClr val="F6F3FB"/>
                </a:solidFill>
                <a:latin typeface="Arial"/>
                <a:ea typeface="Arial"/>
                <a:cs typeface="Arial"/>
              </a:defRPr>
            </a:lvl1pPr>
            <a:lvl2pPr algn="l">
              <a:defRPr sz="4050" b="1">
                <a:solidFill>
                  <a:srgbClr val="F6F3FB"/>
                </a:solidFill>
                <a:latin typeface="Arial"/>
                <a:ea typeface="Arial"/>
                <a:cs typeface="Arial"/>
              </a:defRPr>
            </a:lvl2pPr>
            <a:lvl3pPr algn="l">
              <a:defRPr sz="4050" b="1">
                <a:solidFill>
                  <a:srgbClr val="F6F3FB"/>
                </a:solidFill>
                <a:latin typeface="Arial"/>
                <a:ea typeface="Arial"/>
                <a:cs typeface="Arial"/>
              </a:defRPr>
            </a:lvl3pPr>
            <a:lvl4pPr algn="l">
              <a:defRPr sz="4050" b="1">
                <a:solidFill>
                  <a:srgbClr val="F6F3FB"/>
                </a:solidFill>
                <a:latin typeface="Arial"/>
                <a:ea typeface="Arial"/>
                <a:cs typeface="Arial"/>
              </a:defRPr>
            </a:lvl4pPr>
            <a:lvl5pPr algn="l">
              <a:defRPr sz="4050" b="1">
                <a:solidFill>
                  <a:srgbClr val="F6F3FB"/>
                </a:solidFill>
                <a:latin typeface="Arial"/>
                <a:ea typeface="Arial"/>
                <a:cs typeface="Arial"/>
              </a:defRPr>
            </a:lvl5pPr>
            <a:lvl6pPr algn="l">
              <a:defRPr sz="4050" b="1">
                <a:solidFill>
                  <a:srgbClr val="F6F3FB"/>
                </a:solidFill>
                <a:latin typeface="Arial"/>
                <a:ea typeface="Arial"/>
                <a:cs typeface="Arial"/>
              </a:defRPr>
            </a:lvl6pPr>
            <a:lvl7pPr algn="l">
              <a:defRPr sz="4050" b="1">
                <a:solidFill>
                  <a:srgbClr val="F6F3FB"/>
                </a:solidFill>
                <a:latin typeface="Arial"/>
                <a:ea typeface="Arial"/>
                <a:cs typeface="Arial"/>
              </a:defRPr>
            </a:lvl7pPr>
            <a:lvl8pPr algn="l">
              <a:defRPr sz="4050" b="1">
                <a:solidFill>
                  <a:srgbClr val="F6F3FB"/>
                </a:solidFill>
                <a:latin typeface="Arial"/>
                <a:ea typeface="Arial"/>
                <a:cs typeface="Arial"/>
              </a:defRPr>
            </a:lvl8pPr>
            <a:lvl9pPr algn="l">
              <a:defRPr sz="4050" b="1">
                <a:solidFill>
                  <a:srgbClr val="F6F3FB"/>
                </a:solidFill>
                <a:latin typeface="Arial"/>
                <a:ea typeface="Arial"/>
                <a:cs typeface="Arial"/>
              </a:defRPr>
            </a:lvl9pPr>
          </a:lstStyle>
          <a:p xmlns:a="http://schemas.openxmlformats.org/drawingml/2006/main">
            <a:pPr algn="l">
              <a:lnSpc>
                <a:spcPct val="96000"/>
              </a:lnSpc>
              <a:buNone/>
              <a:defRPr sz="4050" b="1">
                <a:solidFill>
                  <a:srgbClr val="F6F3FB"/>
                </a:solidFill>
                <a:latin typeface="Arial"/>
                <a:ea typeface="Arial"/>
                <a:cs typeface="Arial"/>
              </a:defRPr>
            </a:pPr>
            <a:r>
              <a:rPr sz="4050" b="1">
                <a:solidFill>
                  <a:srgbClr val="F6F3FB"/>
                </a:solidFill>
                <a:latin typeface="Arial"/>
                <a:ea typeface="Arial"/>
                <a:cs typeface="Arial"/>
              </a:rPr>
              <a:t>Inference and compute,</a:t>
            </a:r>
          </a:p>
          <a:p xmlns:a="http://schemas.openxmlformats.org/drawingml/2006/main">
            <a:pPr algn="l">
              <a:lnSpc>
                <a:spcPct val="96000"/>
              </a:lnSpc>
              <a:buNone/>
              <a:defRPr sz="4050" b="1">
                <a:solidFill>
                  <a:srgbClr val="F6F3FB"/>
                </a:solidFill>
                <a:latin typeface="Arial"/>
                <a:ea typeface="Arial"/>
                <a:cs typeface="Arial"/>
              </a:defRPr>
            </a:pPr>
            <a:r>
              <a:rPr sz="4050" b="1">
                <a:solidFill>
                  <a:srgbClr val="F6F3FB"/>
                </a:solidFill>
                <a:latin typeface="Arial"/>
                <a:ea typeface="Arial"/>
                <a:cs typeface="Arial"/>
              </a:rPr>
              <a:t>one task path</a:t>
            </a:r>
          </a:p>
        </p:txBody>
      </p:sp>
      <p:sp>
        <p:nvSpPr>
          <p:cNvPr id="7" name="slide-deck">
            <a:extLst xmlns:a="http://schemas.openxmlformats.org/drawingml/2006/main">
              <a:ext uri="{FF2B5EF4-FFF2-40B4-BE49-F238E27FC236}">
                <a16:creationId xmlns:a16="http://schemas.microsoft.com/office/drawing/2014/main" id="{C869A53F-7052-4F24-898D-E567955FBD63}"/>
              </a:ext>
            </a:extLst>
          </p:cNvPr>
          <p:cNvSpPr>
            <a:spLocks xmlns:a="http://schemas.openxmlformats.org/drawingml/2006/main" noGrp="1"/>
          </p:cNvSpPr>
          <p:nvPr/>
        </p:nvSpPr>
        <p:spPr>
          <a:xfrm xmlns:a="http://schemas.openxmlformats.org/drawingml/2006/main">
            <a:off x="704850" y="215265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AA5B4"/>
                </a:solidFill>
                <a:latin typeface="Arial"/>
                <a:ea typeface="Arial"/>
                <a:cs typeface="Arial"/>
              </a:defRPr>
            </a:defPPr>
            <a:lvl1pPr algn="l">
              <a:defRPr sz="1725" b="0">
                <a:solidFill>
                  <a:srgbClr val="AAA5B4"/>
                </a:solidFill>
                <a:latin typeface="Arial"/>
                <a:ea typeface="Arial"/>
                <a:cs typeface="Arial"/>
              </a:defRPr>
            </a:lvl1pPr>
            <a:lvl2pPr algn="l">
              <a:defRPr sz="1725" b="0">
                <a:solidFill>
                  <a:srgbClr val="AAA5B4"/>
                </a:solidFill>
                <a:latin typeface="Arial"/>
                <a:ea typeface="Arial"/>
                <a:cs typeface="Arial"/>
              </a:defRPr>
            </a:lvl2pPr>
            <a:lvl3pPr algn="l">
              <a:defRPr sz="1725" b="0">
                <a:solidFill>
                  <a:srgbClr val="AAA5B4"/>
                </a:solidFill>
                <a:latin typeface="Arial"/>
                <a:ea typeface="Arial"/>
                <a:cs typeface="Arial"/>
              </a:defRPr>
            </a:lvl3pPr>
            <a:lvl4pPr algn="l">
              <a:defRPr sz="1725" b="0">
                <a:solidFill>
                  <a:srgbClr val="AAA5B4"/>
                </a:solidFill>
                <a:latin typeface="Arial"/>
                <a:ea typeface="Arial"/>
                <a:cs typeface="Arial"/>
              </a:defRPr>
            </a:lvl4pPr>
            <a:lvl5pPr algn="l">
              <a:defRPr sz="1725" b="0">
                <a:solidFill>
                  <a:srgbClr val="AAA5B4"/>
                </a:solidFill>
                <a:latin typeface="Arial"/>
                <a:ea typeface="Arial"/>
                <a:cs typeface="Arial"/>
              </a:defRPr>
            </a:lvl5pPr>
            <a:lvl6pPr algn="l">
              <a:defRPr sz="1725" b="0">
                <a:solidFill>
                  <a:srgbClr val="AAA5B4"/>
                </a:solidFill>
                <a:latin typeface="Arial"/>
                <a:ea typeface="Arial"/>
                <a:cs typeface="Arial"/>
              </a:defRPr>
            </a:lvl6pPr>
            <a:lvl7pPr algn="l">
              <a:defRPr sz="1725" b="0">
                <a:solidFill>
                  <a:srgbClr val="AAA5B4"/>
                </a:solidFill>
                <a:latin typeface="Arial"/>
                <a:ea typeface="Arial"/>
                <a:cs typeface="Arial"/>
              </a:defRPr>
            </a:lvl7pPr>
            <a:lvl8pPr algn="l">
              <a:defRPr sz="1725" b="0">
                <a:solidFill>
                  <a:srgbClr val="AAA5B4"/>
                </a:solidFill>
                <a:latin typeface="Arial"/>
                <a:ea typeface="Arial"/>
                <a:cs typeface="Arial"/>
              </a:defRPr>
            </a:lvl8pPr>
            <a:lvl9pPr algn="l">
              <a:defRPr sz="1725" b="0">
                <a:solidFill>
                  <a:srgbClr val="AAA5B4"/>
                </a:solidFill>
                <a:latin typeface="Arial"/>
                <a:ea typeface="Arial"/>
                <a:cs typeface="Arial"/>
              </a:defRPr>
            </a:lvl9pPr>
          </a:lstStyle>
          <a:p xmlns:a="http://schemas.openxmlformats.org/drawingml/2006/main">
            <a:pPr algn="l">
              <a:defRPr sz="1725" b="0">
                <a:solidFill>
                  <a:srgbClr val="AAA5B4"/>
                </a:solidFill>
                <a:latin typeface="Arial"/>
                <a:ea typeface="Arial"/>
                <a:cs typeface="Arial"/>
              </a:defRPr>
            </a:pPr>
            <a:r>
              <a:rPr sz="1725" b="0">
                <a:solidFill>
                  <a:srgbClr val="AAA5B4"/>
                </a:solidFill>
                <a:latin typeface="Arial"/>
                <a:ea typeface="Arial"/>
                <a:cs typeface="Arial"/>
              </a:rPr>
              <a:t>Aperture routes different work through the same owner-controlled gateway.</a:t>
            </a:r>
          </a:p>
        </p:txBody>
      </p:sp>
      <p:sp>
        <p:nvSpPr>
          <p:cNvPr id="8" name="input-0">
            <a:extLst xmlns:a="http://schemas.openxmlformats.org/drawingml/2006/main">
              <a:ext uri="{FF2B5EF4-FFF2-40B4-BE49-F238E27FC236}">
                <a16:creationId xmlns:a16="http://schemas.microsoft.com/office/drawing/2014/main" id="{84BCCA63-866E-40F9-91D3-7CC0BE2FB35A}"/>
              </a:ext>
            </a:extLst>
          </p:cNvPr>
          <p:cNvSpPr>
            <a:spLocks xmlns:a="http://schemas.openxmlformats.org/drawingml/2006/main" noGrp="1"/>
          </p:cNvSpPr>
          <p:nvPr/>
        </p:nvSpPr>
        <p:spPr>
          <a:xfrm xmlns:a="http://schemas.openxmlformats.org/drawingml/2006/main">
            <a:off x="771525" y="3286125"/>
            <a:ext cx="95250" cy="95250"/>
          </a:xfrm>
          <a:prstGeom xmlns:a="http://schemas.openxmlformats.org/drawingml/2006/main" prst="ellipse">
            <a:avLst/>
          </a:prstGeom>
          <a:solidFill xmlns:a="http://schemas.openxmlformats.org/drawingml/2006/main">
            <a:srgbClr val="82E5F4"/>
          </a:solidFill>
          <a:ln xmlns:a="http://schemas.openxmlformats.org/drawingml/2006/main" w="0">
            <a:noFill/>
            <a:prstDash val="solid"/>
          </a:ln>
        </p:spPr>
      </p:sp>
      <p:sp>
        <p:nvSpPr>
          <p:cNvPr id="9" name="input-label-0">
            <a:extLst xmlns:a="http://schemas.openxmlformats.org/drawingml/2006/main">
              <a:ext uri="{FF2B5EF4-FFF2-40B4-BE49-F238E27FC236}">
                <a16:creationId xmlns:a16="http://schemas.microsoft.com/office/drawing/2014/main" id="{8ABEF73C-3204-45C7-B889-A226CC4A4AAD}"/>
              </a:ext>
            </a:extLst>
          </p:cNvPr>
          <p:cNvSpPr>
            <a:spLocks xmlns:a="http://schemas.openxmlformats.org/drawingml/2006/main" noGrp="1"/>
          </p:cNvSpPr>
          <p:nvPr/>
        </p:nvSpPr>
        <p:spPr>
          <a:xfrm xmlns:a="http://schemas.openxmlformats.org/drawingml/2006/main">
            <a:off x="1028700" y="31718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6F3FB"/>
                </a:solidFill>
                <a:latin typeface="Arial"/>
                <a:ea typeface="Arial"/>
                <a:cs typeface="Arial"/>
              </a:defRPr>
            </a:defPPr>
            <a:lvl1pPr algn="l">
              <a:defRPr sz="1200" b="1">
                <a:solidFill>
                  <a:srgbClr val="F6F3FB"/>
                </a:solidFill>
                <a:latin typeface="Arial"/>
                <a:ea typeface="Arial"/>
                <a:cs typeface="Arial"/>
              </a:defRPr>
            </a:lvl1pPr>
            <a:lvl2pPr algn="l">
              <a:defRPr sz="1200" b="1">
                <a:solidFill>
                  <a:srgbClr val="F6F3FB"/>
                </a:solidFill>
                <a:latin typeface="Arial"/>
                <a:ea typeface="Arial"/>
                <a:cs typeface="Arial"/>
              </a:defRPr>
            </a:lvl2pPr>
            <a:lvl3pPr algn="l">
              <a:defRPr sz="1200" b="1">
                <a:solidFill>
                  <a:srgbClr val="F6F3FB"/>
                </a:solidFill>
                <a:latin typeface="Arial"/>
                <a:ea typeface="Arial"/>
                <a:cs typeface="Arial"/>
              </a:defRPr>
            </a:lvl3pPr>
            <a:lvl4pPr algn="l">
              <a:defRPr sz="1200" b="1">
                <a:solidFill>
                  <a:srgbClr val="F6F3FB"/>
                </a:solidFill>
                <a:latin typeface="Arial"/>
                <a:ea typeface="Arial"/>
                <a:cs typeface="Arial"/>
              </a:defRPr>
            </a:lvl4pPr>
            <a:lvl5pPr algn="l">
              <a:defRPr sz="1200" b="1">
                <a:solidFill>
                  <a:srgbClr val="F6F3FB"/>
                </a:solidFill>
                <a:latin typeface="Arial"/>
                <a:ea typeface="Arial"/>
                <a:cs typeface="Arial"/>
              </a:defRPr>
            </a:lvl5pPr>
            <a:lvl6pPr algn="l">
              <a:defRPr sz="1200" b="1">
                <a:solidFill>
                  <a:srgbClr val="F6F3FB"/>
                </a:solidFill>
                <a:latin typeface="Arial"/>
                <a:ea typeface="Arial"/>
                <a:cs typeface="Arial"/>
              </a:defRPr>
            </a:lvl6pPr>
            <a:lvl7pPr algn="l">
              <a:defRPr sz="1200" b="1">
                <a:solidFill>
                  <a:srgbClr val="F6F3FB"/>
                </a:solidFill>
                <a:latin typeface="Arial"/>
                <a:ea typeface="Arial"/>
                <a:cs typeface="Arial"/>
              </a:defRPr>
            </a:lvl7pPr>
            <a:lvl8pPr algn="l">
              <a:defRPr sz="1200" b="1">
                <a:solidFill>
                  <a:srgbClr val="F6F3FB"/>
                </a:solidFill>
                <a:latin typeface="Arial"/>
                <a:ea typeface="Arial"/>
                <a:cs typeface="Arial"/>
              </a:defRPr>
            </a:lvl8pPr>
            <a:lvl9pPr algn="l">
              <a:defRPr sz="1200" b="1">
                <a:solidFill>
                  <a:srgbClr val="F6F3FB"/>
                </a:solidFill>
                <a:latin typeface="Arial"/>
                <a:ea typeface="Arial"/>
                <a:cs typeface="Arial"/>
              </a:defRPr>
            </a:lvl9pPr>
          </a:lstStyle>
          <a:p xmlns:a="http://schemas.openxmlformats.org/drawingml/2006/main">
            <a:pPr algn="l">
              <a:defRPr sz="1200" b="1">
                <a:solidFill>
                  <a:srgbClr val="F6F3FB"/>
                </a:solidFill>
                <a:latin typeface="Arial"/>
                <a:ea typeface="Arial"/>
                <a:cs typeface="Arial"/>
              </a:defRPr>
            </a:pPr>
            <a:r>
              <a:rPr sz="1200" b="1">
                <a:solidFill>
                  <a:srgbClr val="F6F3FB"/>
                </a:solidFill>
                <a:latin typeface="Arial"/>
                <a:ea typeface="Arial"/>
                <a:cs typeface="Arial"/>
              </a:rPr>
              <a:t>MODEL REQUEST</a:t>
            </a:r>
          </a:p>
        </p:txBody>
      </p:sp>
      <p:sp>
        <p:nvSpPr>
          <p:cNvPr id="10" name="input-detail-0">
            <a:extLst xmlns:a="http://schemas.openxmlformats.org/drawingml/2006/main">
              <a:ext uri="{FF2B5EF4-FFF2-40B4-BE49-F238E27FC236}">
                <a16:creationId xmlns:a16="http://schemas.microsoft.com/office/drawing/2014/main" id="{FE895219-C1FC-4E4B-9AF8-61C1B578B2B6}"/>
              </a:ext>
            </a:extLst>
          </p:cNvPr>
          <p:cNvSpPr>
            <a:spLocks xmlns:a="http://schemas.openxmlformats.org/drawingml/2006/main" noGrp="1"/>
          </p:cNvSpPr>
          <p:nvPr/>
        </p:nvSpPr>
        <p:spPr>
          <a:xfrm xmlns:a="http://schemas.openxmlformats.org/drawingml/2006/main">
            <a:off x="1028700" y="34575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AA5B4"/>
                </a:solidFill>
                <a:latin typeface="Arial"/>
                <a:ea typeface="Arial"/>
                <a:cs typeface="Arial"/>
              </a:defRPr>
            </a:defPPr>
            <a:lvl1pPr algn="l">
              <a:defRPr sz="1350" b="0">
                <a:solidFill>
                  <a:srgbClr val="AAA5B4"/>
                </a:solidFill>
                <a:latin typeface="Arial"/>
                <a:ea typeface="Arial"/>
                <a:cs typeface="Arial"/>
              </a:defRPr>
            </a:lvl1pPr>
            <a:lvl2pPr algn="l">
              <a:defRPr sz="1350" b="0">
                <a:solidFill>
                  <a:srgbClr val="AAA5B4"/>
                </a:solidFill>
                <a:latin typeface="Arial"/>
                <a:ea typeface="Arial"/>
                <a:cs typeface="Arial"/>
              </a:defRPr>
            </a:lvl2pPr>
            <a:lvl3pPr algn="l">
              <a:defRPr sz="1350" b="0">
                <a:solidFill>
                  <a:srgbClr val="AAA5B4"/>
                </a:solidFill>
                <a:latin typeface="Arial"/>
                <a:ea typeface="Arial"/>
                <a:cs typeface="Arial"/>
              </a:defRPr>
            </a:lvl3pPr>
            <a:lvl4pPr algn="l">
              <a:defRPr sz="1350" b="0">
                <a:solidFill>
                  <a:srgbClr val="AAA5B4"/>
                </a:solidFill>
                <a:latin typeface="Arial"/>
                <a:ea typeface="Arial"/>
                <a:cs typeface="Arial"/>
              </a:defRPr>
            </a:lvl4pPr>
            <a:lvl5pPr algn="l">
              <a:defRPr sz="1350" b="0">
                <a:solidFill>
                  <a:srgbClr val="AAA5B4"/>
                </a:solidFill>
                <a:latin typeface="Arial"/>
                <a:ea typeface="Arial"/>
                <a:cs typeface="Arial"/>
              </a:defRPr>
            </a:lvl5pPr>
            <a:lvl6pPr algn="l">
              <a:defRPr sz="1350" b="0">
                <a:solidFill>
                  <a:srgbClr val="AAA5B4"/>
                </a:solidFill>
                <a:latin typeface="Arial"/>
                <a:ea typeface="Arial"/>
                <a:cs typeface="Arial"/>
              </a:defRPr>
            </a:lvl6pPr>
            <a:lvl7pPr algn="l">
              <a:defRPr sz="1350" b="0">
                <a:solidFill>
                  <a:srgbClr val="AAA5B4"/>
                </a:solidFill>
                <a:latin typeface="Arial"/>
                <a:ea typeface="Arial"/>
                <a:cs typeface="Arial"/>
              </a:defRPr>
            </a:lvl7pPr>
            <a:lvl8pPr algn="l">
              <a:defRPr sz="1350" b="0">
                <a:solidFill>
                  <a:srgbClr val="AAA5B4"/>
                </a:solidFill>
                <a:latin typeface="Arial"/>
                <a:ea typeface="Arial"/>
                <a:cs typeface="Arial"/>
              </a:defRPr>
            </a:lvl8pPr>
            <a:lvl9pPr algn="l">
              <a:defRPr sz="1350" b="0">
                <a:solidFill>
                  <a:srgbClr val="AAA5B4"/>
                </a:solidFill>
                <a:latin typeface="Arial"/>
                <a:ea typeface="Arial"/>
                <a:cs typeface="Arial"/>
              </a:defRPr>
            </a:lvl9pPr>
          </a:lstStyle>
          <a:p xmlns:a="http://schemas.openxmlformats.org/drawingml/2006/main">
            <a:pPr algn="l">
              <a:defRPr sz="1350" b="0">
                <a:solidFill>
                  <a:srgbClr val="AAA5B4"/>
                </a:solidFill>
                <a:latin typeface="Arial"/>
                <a:ea typeface="Arial"/>
                <a:cs typeface="Arial"/>
              </a:defRPr>
            </a:pPr>
            <a:r>
              <a:rPr sz="1350" b="0">
                <a:solidFill>
                  <a:srgbClr val="AAA5B4"/>
                </a:solidFill>
                <a:latin typeface="Arial"/>
                <a:ea typeface="Arial"/>
                <a:cs typeface="Arial"/>
              </a:rPr>
              <a:t>Configured model offer</a:t>
            </a:r>
          </a:p>
        </p:txBody>
      </p:sp>
      <p:sp>
        <p:nvSpPr>
          <p:cNvPr id="11" name="input-route-0">
            <a:extLst xmlns:a="http://schemas.openxmlformats.org/drawingml/2006/main">
              <a:ext uri="{FF2B5EF4-FFF2-40B4-BE49-F238E27FC236}">
                <a16:creationId xmlns:a16="http://schemas.microsoft.com/office/drawing/2014/main" id="{B5BEB810-682A-40ED-AE05-45DB3DCD3094}"/>
              </a:ext>
            </a:extLst>
          </p:cNvPr>
          <p:cNvSpPr>
            <a:spLocks xmlns:a="http://schemas.openxmlformats.org/drawingml/2006/main" noGrp="1"/>
          </p:cNvSpPr>
          <p:nvPr/>
        </p:nvSpPr>
        <p:spPr>
          <a:xfrm xmlns:a="http://schemas.openxmlformats.org/drawingml/2006/main">
            <a:off x="3619500" y="3333750"/>
            <a:ext cx="704850" cy="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12" name="input-1">
            <a:extLst xmlns:a="http://schemas.openxmlformats.org/drawingml/2006/main">
              <a:ext uri="{FF2B5EF4-FFF2-40B4-BE49-F238E27FC236}">
                <a16:creationId xmlns:a16="http://schemas.microsoft.com/office/drawing/2014/main" id="{B7432F69-56BD-4789-9B2B-EA1A8E1B6942}"/>
              </a:ext>
            </a:extLst>
          </p:cNvPr>
          <p:cNvSpPr>
            <a:spLocks xmlns:a="http://schemas.openxmlformats.org/drawingml/2006/main" noGrp="1"/>
          </p:cNvSpPr>
          <p:nvPr/>
        </p:nvSpPr>
        <p:spPr>
          <a:xfrm xmlns:a="http://schemas.openxmlformats.org/drawingml/2006/main">
            <a:off x="771525" y="4162425"/>
            <a:ext cx="95250" cy="952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3" name="input-label-1">
            <a:extLst xmlns:a="http://schemas.openxmlformats.org/drawingml/2006/main">
              <a:ext uri="{FF2B5EF4-FFF2-40B4-BE49-F238E27FC236}">
                <a16:creationId xmlns:a16="http://schemas.microsoft.com/office/drawing/2014/main" id="{C495F73D-A5A7-4A3E-8F8F-C08918794236}"/>
              </a:ext>
            </a:extLst>
          </p:cNvPr>
          <p:cNvSpPr>
            <a:spLocks xmlns:a="http://schemas.openxmlformats.org/drawingml/2006/main" noGrp="1"/>
          </p:cNvSpPr>
          <p:nvPr/>
        </p:nvSpPr>
        <p:spPr>
          <a:xfrm xmlns:a="http://schemas.openxmlformats.org/drawingml/2006/main">
            <a:off x="1028700" y="40481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6F3FB"/>
                </a:solidFill>
                <a:latin typeface="Arial"/>
                <a:ea typeface="Arial"/>
                <a:cs typeface="Arial"/>
              </a:defRPr>
            </a:defPPr>
            <a:lvl1pPr algn="l">
              <a:defRPr sz="1200" b="1">
                <a:solidFill>
                  <a:srgbClr val="F6F3FB"/>
                </a:solidFill>
                <a:latin typeface="Arial"/>
                <a:ea typeface="Arial"/>
                <a:cs typeface="Arial"/>
              </a:defRPr>
            </a:lvl1pPr>
            <a:lvl2pPr algn="l">
              <a:defRPr sz="1200" b="1">
                <a:solidFill>
                  <a:srgbClr val="F6F3FB"/>
                </a:solidFill>
                <a:latin typeface="Arial"/>
                <a:ea typeface="Arial"/>
                <a:cs typeface="Arial"/>
              </a:defRPr>
            </a:lvl2pPr>
            <a:lvl3pPr algn="l">
              <a:defRPr sz="1200" b="1">
                <a:solidFill>
                  <a:srgbClr val="F6F3FB"/>
                </a:solidFill>
                <a:latin typeface="Arial"/>
                <a:ea typeface="Arial"/>
                <a:cs typeface="Arial"/>
              </a:defRPr>
            </a:lvl3pPr>
            <a:lvl4pPr algn="l">
              <a:defRPr sz="1200" b="1">
                <a:solidFill>
                  <a:srgbClr val="F6F3FB"/>
                </a:solidFill>
                <a:latin typeface="Arial"/>
                <a:ea typeface="Arial"/>
                <a:cs typeface="Arial"/>
              </a:defRPr>
            </a:lvl4pPr>
            <a:lvl5pPr algn="l">
              <a:defRPr sz="1200" b="1">
                <a:solidFill>
                  <a:srgbClr val="F6F3FB"/>
                </a:solidFill>
                <a:latin typeface="Arial"/>
                <a:ea typeface="Arial"/>
                <a:cs typeface="Arial"/>
              </a:defRPr>
            </a:lvl5pPr>
            <a:lvl6pPr algn="l">
              <a:defRPr sz="1200" b="1">
                <a:solidFill>
                  <a:srgbClr val="F6F3FB"/>
                </a:solidFill>
                <a:latin typeface="Arial"/>
                <a:ea typeface="Arial"/>
                <a:cs typeface="Arial"/>
              </a:defRPr>
            </a:lvl6pPr>
            <a:lvl7pPr algn="l">
              <a:defRPr sz="1200" b="1">
                <a:solidFill>
                  <a:srgbClr val="F6F3FB"/>
                </a:solidFill>
                <a:latin typeface="Arial"/>
                <a:ea typeface="Arial"/>
                <a:cs typeface="Arial"/>
              </a:defRPr>
            </a:lvl7pPr>
            <a:lvl8pPr algn="l">
              <a:defRPr sz="1200" b="1">
                <a:solidFill>
                  <a:srgbClr val="F6F3FB"/>
                </a:solidFill>
                <a:latin typeface="Arial"/>
                <a:ea typeface="Arial"/>
                <a:cs typeface="Arial"/>
              </a:defRPr>
            </a:lvl8pPr>
            <a:lvl9pPr algn="l">
              <a:defRPr sz="1200" b="1">
                <a:solidFill>
                  <a:srgbClr val="F6F3FB"/>
                </a:solidFill>
                <a:latin typeface="Arial"/>
                <a:ea typeface="Arial"/>
                <a:cs typeface="Arial"/>
              </a:defRPr>
            </a:lvl9pPr>
          </a:lstStyle>
          <a:p xmlns:a="http://schemas.openxmlformats.org/drawingml/2006/main">
            <a:pPr algn="l">
              <a:defRPr sz="1200" b="1">
                <a:solidFill>
                  <a:srgbClr val="F6F3FB"/>
                </a:solidFill>
                <a:latin typeface="Arial"/>
                <a:ea typeface="Arial"/>
                <a:cs typeface="Arial"/>
              </a:defRPr>
            </a:pPr>
            <a:r>
              <a:rPr sz="1200" b="1">
                <a:solidFill>
                  <a:srgbClr val="F6F3FB"/>
                </a:solidFill>
                <a:latin typeface="Arial"/>
                <a:ea typeface="Arial"/>
                <a:cs typeface="Arial"/>
              </a:rPr>
              <a:t>PYTHON JOB</a:t>
            </a:r>
          </a:p>
        </p:txBody>
      </p:sp>
      <p:sp>
        <p:nvSpPr>
          <p:cNvPr id="14" name="input-detail-1">
            <a:extLst xmlns:a="http://schemas.openxmlformats.org/drawingml/2006/main">
              <a:ext uri="{FF2B5EF4-FFF2-40B4-BE49-F238E27FC236}">
                <a16:creationId xmlns:a16="http://schemas.microsoft.com/office/drawing/2014/main" id="{B07C807E-D62A-40B1-ABC6-0D0BFE04FEA1}"/>
              </a:ext>
            </a:extLst>
          </p:cNvPr>
          <p:cNvSpPr>
            <a:spLocks xmlns:a="http://schemas.openxmlformats.org/drawingml/2006/main" noGrp="1"/>
          </p:cNvSpPr>
          <p:nvPr/>
        </p:nvSpPr>
        <p:spPr>
          <a:xfrm xmlns:a="http://schemas.openxmlformats.org/drawingml/2006/main">
            <a:off x="1028700" y="43338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AA5B4"/>
                </a:solidFill>
                <a:latin typeface="Arial"/>
                <a:ea typeface="Arial"/>
                <a:cs typeface="Arial"/>
              </a:defRPr>
            </a:defPPr>
            <a:lvl1pPr algn="l">
              <a:defRPr sz="1350" b="0">
                <a:solidFill>
                  <a:srgbClr val="AAA5B4"/>
                </a:solidFill>
                <a:latin typeface="Arial"/>
                <a:ea typeface="Arial"/>
                <a:cs typeface="Arial"/>
              </a:defRPr>
            </a:lvl1pPr>
            <a:lvl2pPr algn="l">
              <a:defRPr sz="1350" b="0">
                <a:solidFill>
                  <a:srgbClr val="AAA5B4"/>
                </a:solidFill>
                <a:latin typeface="Arial"/>
                <a:ea typeface="Arial"/>
                <a:cs typeface="Arial"/>
              </a:defRPr>
            </a:lvl2pPr>
            <a:lvl3pPr algn="l">
              <a:defRPr sz="1350" b="0">
                <a:solidFill>
                  <a:srgbClr val="AAA5B4"/>
                </a:solidFill>
                <a:latin typeface="Arial"/>
                <a:ea typeface="Arial"/>
                <a:cs typeface="Arial"/>
              </a:defRPr>
            </a:lvl3pPr>
            <a:lvl4pPr algn="l">
              <a:defRPr sz="1350" b="0">
                <a:solidFill>
                  <a:srgbClr val="AAA5B4"/>
                </a:solidFill>
                <a:latin typeface="Arial"/>
                <a:ea typeface="Arial"/>
                <a:cs typeface="Arial"/>
              </a:defRPr>
            </a:lvl4pPr>
            <a:lvl5pPr algn="l">
              <a:defRPr sz="1350" b="0">
                <a:solidFill>
                  <a:srgbClr val="AAA5B4"/>
                </a:solidFill>
                <a:latin typeface="Arial"/>
                <a:ea typeface="Arial"/>
                <a:cs typeface="Arial"/>
              </a:defRPr>
            </a:lvl5pPr>
            <a:lvl6pPr algn="l">
              <a:defRPr sz="1350" b="0">
                <a:solidFill>
                  <a:srgbClr val="AAA5B4"/>
                </a:solidFill>
                <a:latin typeface="Arial"/>
                <a:ea typeface="Arial"/>
                <a:cs typeface="Arial"/>
              </a:defRPr>
            </a:lvl6pPr>
            <a:lvl7pPr algn="l">
              <a:defRPr sz="1350" b="0">
                <a:solidFill>
                  <a:srgbClr val="AAA5B4"/>
                </a:solidFill>
                <a:latin typeface="Arial"/>
                <a:ea typeface="Arial"/>
                <a:cs typeface="Arial"/>
              </a:defRPr>
            </a:lvl7pPr>
            <a:lvl8pPr algn="l">
              <a:defRPr sz="1350" b="0">
                <a:solidFill>
                  <a:srgbClr val="AAA5B4"/>
                </a:solidFill>
                <a:latin typeface="Arial"/>
                <a:ea typeface="Arial"/>
                <a:cs typeface="Arial"/>
              </a:defRPr>
            </a:lvl8pPr>
            <a:lvl9pPr algn="l">
              <a:defRPr sz="1350" b="0">
                <a:solidFill>
                  <a:srgbClr val="AAA5B4"/>
                </a:solidFill>
                <a:latin typeface="Arial"/>
                <a:ea typeface="Arial"/>
                <a:cs typeface="Arial"/>
              </a:defRPr>
            </a:lvl9pPr>
          </a:lstStyle>
          <a:p xmlns:a="http://schemas.openxmlformats.org/drawingml/2006/main">
            <a:pPr algn="l">
              <a:defRPr sz="1350" b="0">
                <a:solidFill>
                  <a:srgbClr val="AAA5B4"/>
                </a:solidFill>
                <a:latin typeface="Arial"/>
                <a:ea typeface="Arial"/>
                <a:cs typeface="Arial"/>
              </a:defRPr>
            </a:pPr>
            <a:r>
              <a:rPr sz="1350" b="0">
                <a:solidFill>
                  <a:srgbClr val="AAA5B4"/>
                </a:solidFill>
                <a:latin typeface="Arial"/>
                <a:ea typeface="Arial"/>
                <a:cs typeface="Arial"/>
              </a:rPr>
              <a:t>Authenticated CPU worker</a:t>
            </a:r>
          </a:p>
        </p:txBody>
      </p:sp>
      <p:sp>
        <p:nvSpPr>
          <p:cNvPr id="15" name="input-route-1">
            <a:extLst xmlns:a="http://schemas.openxmlformats.org/drawingml/2006/main">
              <a:ext uri="{FF2B5EF4-FFF2-40B4-BE49-F238E27FC236}">
                <a16:creationId xmlns:a16="http://schemas.microsoft.com/office/drawing/2014/main" id="{D04AEE5A-70CF-4E97-A1FF-8712BC8FE2FE}"/>
              </a:ext>
            </a:extLst>
          </p:cNvPr>
          <p:cNvSpPr>
            <a:spLocks xmlns:a="http://schemas.openxmlformats.org/drawingml/2006/main" noGrp="1"/>
          </p:cNvSpPr>
          <p:nvPr/>
        </p:nvSpPr>
        <p:spPr>
          <a:xfrm xmlns:a="http://schemas.openxmlformats.org/drawingml/2006/main">
            <a:off x="3619500" y="4210050"/>
            <a:ext cx="704850" cy="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16" name="input-2">
            <a:extLst xmlns:a="http://schemas.openxmlformats.org/drawingml/2006/main">
              <a:ext uri="{FF2B5EF4-FFF2-40B4-BE49-F238E27FC236}">
                <a16:creationId xmlns:a16="http://schemas.microsoft.com/office/drawing/2014/main" id="{5DA050A7-ABF1-437C-967C-289A8CAF233B}"/>
              </a:ext>
            </a:extLst>
          </p:cNvPr>
          <p:cNvSpPr>
            <a:spLocks xmlns:a="http://schemas.openxmlformats.org/drawingml/2006/main" noGrp="1"/>
          </p:cNvSpPr>
          <p:nvPr/>
        </p:nvSpPr>
        <p:spPr>
          <a:xfrm xmlns:a="http://schemas.openxmlformats.org/drawingml/2006/main">
            <a:off x="771525" y="5038725"/>
            <a:ext cx="95250" cy="952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7" name="input-label-2">
            <a:extLst xmlns:a="http://schemas.openxmlformats.org/drawingml/2006/main">
              <a:ext uri="{FF2B5EF4-FFF2-40B4-BE49-F238E27FC236}">
                <a16:creationId xmlns:a16="http://schemas.microsoft.com/office/drawing/2014/main" id="{497ECC4A-D1F0-4EF7-9228-49016073EDC1}"/>
              </a:ext>
            </a:extLst>
          </p:cNvPr>
          <p:cNvSpPr>
            <a:spLocks xmlns:a="http://schemas.openxmlformats.org/drawingml/2006/main" noGrp="1"/>
          </p:cNvSpPr>
          <p:nvPr/>
        </p:nvSpPr>
        <p:spPr>
          <a:xfrm xmlns:a="http://schemas.openxmlformats.org/drawingml/2006/main">
            <a:off x="1028700" y="49244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6F3FB"/>
                </a:solidFill>
                <a:latin typeface="Arial"/>
                <a:ea typeface="Arial"/>
                <a:cs typeface="Arial"/>
              </a:defRPr>
            </a:defPPr>
            <a:lvl1pPr algn="l">
              <a:defRPr sz="1200" b="1">
                <a:solidFill>
                  <a:srgbClr val="F6F3FB"/>
                </a:solidFill>
                <a:latin typeface="Arial"/>
                <a:ea typeface="Arial"/>
                <a:cs typeface="Arial"/>
              </a:defRPr>
            </a:lvl1pPr>
            <a:lvl2pPr algn="l">
              <a:defRPr sz="1200" b="1">
                <a:solidFill>
                  <a:srgbClr val="F6F3FB"/>
                </a:solidFill>
                <a:latin typeface="Arial"/>
                <a:ea typeface="Arial"/>
                <a:cs typeface="Arial"/>
              </a:defRPr>
            </a:lvl2pPr>
            <a:lvl3pPr algn="l">
              <a:defRPr sz="1200" b="1">
                <a:solidFill>
                  <a:srgbClr val="F6F3FB"/>
                </a:solidFill>
                <a:latin typeface="Arial"/>
                <a:ea typeface="Arial"/>
                <a:cs typeface="Arial"/>
              </a:defRPr>
            </a:lvl3pPr>
            <a:lvl4pPr algn="l">
              <a:defRPr sz="1200" b="1">
                <a:solidFill>
                  <a:srgbClr val="F6F3FB"/>
                </a:solidFill>
                <a:latin typeface="Arial"/>
                <a:ea typeface="Arial"/>
                <a:cs typeface="Arial"/>
              </a:defRPr>
            </a:lvl4pPr>
            <a:lvl5pPr algn="l">
              <a:defRPr sz="1200" b="1">
                <a:solidFill>
                  <a:srgbClr val="F6F3FB"/>
                </a:solidFill>
                <a:latin typeface="Arial"/>
                <a:ea typeface="Arial"/>
                <a:cs typeface="Arial"/>
              </a:defRPr>
            </a:lvl5pPr>
            <a:lvl6pPr algn="l">
              <a:defRPr sz="1200" b="1">
                <a:solidFill>
                  <a:srgbClr val="F6F3FB"/>
                </a:solidFill>
                <a:latin typeface="Arial"/>
                <a:ea typeface="Arial"/>
                <a:cs typeface="Arial"/>
              </a:defRPr>
            </a:lvl6pPr>
            <a:lvl7pPr algn="l">
              <a:defRPr sz="1200" b="1">
                <a:solidFill>
                  <a:srgbClr val="F6F3FB"/>
                </a:solidFill>
                <a:latin typeface="Arial"/>
                <a:ea typeface="Arial"/>
                <a:cs typeface="Arial"/>
              </a:defRPr>
            </a:lvl7pPr>
            <a:lvl8pPr algn="l">
              <a:defRPr sz="1200" b="1">
                <a:solidFill>
                  <a:srgbClr val="F6F3FB"/>
                </a:solidFill>
                <a:latin typeface="Arial"/>
                <a:ea typeface="Arial"/>
                <a:cs typeface="Arial"/>
              </a:defRPr>
            </a:lvl8pPr>
            <a:lvl9pPr algn="l">
              <a:defRPr sz="1200" b="1">
                <a:solidFill>
                  <a:srgbClr val="F6F3FB"/>
                </a:solidFill>
                <a:latin typeface="Arial"/>
                <a:ea typeface="Arial"/>
                <a:cs typeface="Arial"/>
              </a:defRPr>
            </a:lvl9pPr>
          </a:lstStyle>
          <a:p xmlns:a="http://schemas.openxmlformats.org/drawingml/2006/main">
            <a:pPr algn="l">
              <a:defRPr sz="1200" b="1">
                <a:solidFill>
                  <a:srgbClr val="F6F3FB"/>
                </a:solidFill>
                <a:latin typeface="Arial"/>
                <a:ea typeface="Arial"/>
                <a:cs typeface="Arial"/>
              </a:defRPr>
            </a:pPr>
            <a:r>
              <a:rPr sz="1200" b="1">
                <a:solidFill>
                  <a:srgbClr val="F6F3FB"/>
                </a:solidFill>
                <a:latin typeface="Arial"/>
                <a:ea typeface="Arial"/>
                <a:cs typeface="Arial"/>
              </a:rPr>
              <a:t>DATA WORKFLOW</a:t>
            </a:r>
          </a:p>
        </p:txBody>
      </p:sp>
      <p:sp>
        <p:nvSpPr>
          <p:cNvPr id="18" name="input-detail-2">
            <a:extLst xmlns:a="http://schemas.openxmlformats.org/drawingml/2006/main">
              <a:ext uri="{FF2B5EF4-FFF2-40B4-BE49-F238E27FC236}">
                <a16:creationId xmlns:a16="http://schemas.microsoft.com/office/drawing/2014/main" id="{B1AFF43F-B240-4605-99AB-F1B187FD00D8}"/>
              </a:ext>
            </a:extLst>
          </p:cNvPr>
          <p:cNvSpPr>
            <a:spLocks xmlns:a="http://schemas.openxmlformats.org/drawingml/2006/main" noGrp="1"/>
          </p:cNvSpPr>
          <p:nvPr/>
        </p:nvSpPr>
        <p:spPr>
          <a:xfrm xmlns:a="http://schemas.openxmlformats.org/drawingml/2006/main">
            <a:off x="1028700" y="5210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AA5B4"/>
                </a:solidFill>
                <a:latin typeface="Arial"/>
                <a:ea typeface="Arial"/>
                <a:cs typeface="Arial"/>
              </a:defRPr>
            </a:defPPr>
            <a:lvl1pPr algn="l">
              <a:defRPr sz="1350" b="0">
                <a:solidFill>
                  <a:srgbClr val="AAA5B4"/>
                </a:solidFill>
                <a:latin typeface="Arial"/>
                <a:ea typeface="Arial"/>
                <a:cs typeface="Arial"/>
              </a:defRPr>
            </a:lvl1pPr>
            <a:lvl2pPr algn="l">
              <a:defRPr sz="1350" b="0">
                <a:solidFill>
                  <a:srgbClr val="AAA5B4"/>
                </a:solidFill>
                <a:latin typeface="Arial"/>
                <a:ea typeface="Arial"/>
                <a:cs typeface="Arial"/>
              </a:defRPr>
            </a:lvl2pPr>
            <a:lvl3pPr algn="l">
              <a:defRPr sz="1350" b="0">
                <a:solidFill>
                  <a:srgbClr val="AAA5B4"/>
                </a:solidFill>
                <a:latin typeface="Arial"/>
                <a:ea typeface="Arial"/>
                <a:cs typeface="Arial"/>
              </a:defRPr>
            </a:lvl3pPr>
            <a:lvl4pPr algn="l">
              <a:defRPr sz="1350" b="0">
                <a:solidFill>
                  <a:srgbClr val="AAA5B4"/>
                </a:solidFill>
                <a:latin typeface="Arial"/>
                <a:ea typeface="Arial"/>
                <a:cs typeface="Arial"/>
              </a:defRPr>
            </a:lvl4pPr>
            <a:lvl5pPr algn="l">
              <a:defRPr sz="1350" b="0">
                <a:solidFill>
                  <a:srgbClr val="AAA5B4"/>
                </a:solidFill>
                <a:latin typeface="Arial"/>
                <a:ea typeface="Arial"/>
                <a:cs typeface="Arial"/>
              </a:defRPr>
            </a:lvl5pPr>
            <a:lvl6pPr algn="l">
              <a:defRPr sz="1350" b="0">
                <a:solidFill>
                  <a:srgbClr val="AAA5B4"/>
                </a:solidFill>
                <a:latin typeface="Arial"/>
                <a:ea typeface="Arial"/>
                <a:cs typeface="Arial"/>
              </a:defRPr>
            </a:lvl6pPr>
            <a:lvl7pPr algn="l">
              <a:defRPr sz="1350" b="0">
                <a:solidFill>
                  <a:srgbClr val="AAA5B4"/>
                </a:solidFill>
                <a:latin typeface="Arial"/>
                <a:ea typeface="Arial"/>
                <a:cs typeface="Arial"/>
              </a:defRPr>
            </a:lvl7pPr>
            <a:lvl8pPr algn="l">
              <a:defRPr sz="1350" b="0">
                <a:solidFill>
                  <a:srgbClr val="AAA5B4"/>
                </a:solidFill>
                <a:latin typeface="Arial"/>
                <a:ea typeface="Arial"/>
                <a:cs typeface="Arial"/>
              </a:defRPr>
            </a:lvl8pPr>
            <a:lvl9pPr algn="l">
              <a:defRPr sz="1350" b="0">
                <a:solidFill>
                  <a:srgbClr val="AAA5B4"/>
                </a:solidFill>
                <a:latin typeface="Arial"/>
                <a:ea typeface="Arial"/>
                <a:cs typeface="Arial"/>
              </a:defRPr>
            </a:lvl9pPr>
          </a:lstStyle>
          <a:p xmlns:a="http://schemas.openxmlformats.org/drawingml/2006/main">
            <a:pPr algn="l">
              <a:defRPr sz="1350" b="0">
                <a:solidFill>
                  <a:srgbClr val="AAA5B4"/>
                </a:solidFill>
                <a:latin typeface="Arial"/>
                <a:ea typeface="Arial"/>
                <a:cs typeface="Arial"/>
              </a:defRPr>
            </a:pPr>
            <a:r>
              <a:rPr sz="1350" b="0">
                <a:solidFill>
                  <a:srgbClr val="AAA5B4"/>
                </a:solidFill>
                <a:latin typeface="Arial"/>
                <a:ea typeface="Arial"/>
                <a:cs typeface="Arial"/>
              </a:rPr>
              <a:t>Journaled task chain</a:t>
            </a:r>
          </a:p>
        </p:txBody>
      </p:sp>
      <p:sp>
        <p:nvSpPr>
          <p:cNvPr id="19" name="input-route-2">
            <a:extLst xmlns:a="http://schemas.openxmlformats.org/drawingml/2006/main">
              <a:ext uri="{FF2B5EF4-FFF2-40B4-BE49-F238E27FC236}">
                <a16:creationId xmlns:a16="http://schemas.microsoft.com/office/drawing/2014/main" id="{1BE34A65-300A-4882-B02B-4607FA205207}"/>
              </a:ext>
            </a:extLst>
          </p:cNvPr>
          <p:cNvSpPr>
            <a:spLocks xmlns:a="http://schemas.openxmlformats.org/drawingml/2006/main" noGrp="1"/>
          </p:cNvSpPr>
          <p:nvPr/>
        </p:nvSpPr>
        <p:spPr>
          <a:xfrm xmlns:a="http://schemas.openxmlformats.org/drawingml/2006/main">
            <a:off x="3619500" y="5086350"/>
            <a:ext cx="704850" cy="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20" name="input-spine">
            <a:extLst xmlns:a="http://schemas.openxmlformats.org/drawingml/2006/main">
              <a:ext uri="{FF2B5EF4-FFF2-40B4-BE49-F238E27FC236}">
                <a16:creationId xmlns:a16="http://schemas.microsoft.com/office/drawing/2014/main" id="{DE173C6E-DAAB-4E98-BAAF-C9B4941519D5}"/>
              </a:ext>
            </a:extLst>
          </p:cNvPr>
          <p:cNvSpPr>
            <a:spLocks xmlns:a="http://schemas.openxmlformats.org/drawingml/2006/main" noGrp="1"/>
          </p:cNvSpPr>
          <p:nvPr/>
        </p:nvSpPr>
        <p:spPr>
          <a:xfrm xmlns:a="http://schemas.openxmlformats.org/drawingml/2006/main">
            <a:off x="4324350" y="3333750"/>
            <a:ext cx="0" cy="175260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21" name="gateway-input">
            <a:extLst xmlns:a="http://schemas.openxmlformats.org/drawingml/2006/main">
              <a:ext uri="{FF2B5EF4-FFF2-40B4-BE49-F238E27FC236}">
                <a16:creationId xmlns:a16="http://schemas.microsoft.com/office/drawing/2014/main" id="{5584982B-C02E-4575-829B-A17F50E678FF}"/>
              </a:ext>
            </a:extLst>
          </p:cNvPr>
          <p:cNvSpPr>
            <a:spLocks xmlns:a="http://schemas.openxmlformats.org/drawingml/2006/main" noGrp="1"/>
          </p:cNvSpPr>
          <p:nvPr/>
        </p:nvSpPr>
        <p:spPr>
          <a:xfrm xmlns:a="http://schemas.openxmlformats.org/drawingml/2006/main">
            <a:off x="4324350" y="4210050"/>
            <a:ext cx="676275" cy="0"/>
          </a:xfrm>
          <a:prstGeom xmlns:a="http://schemas.openxmlformats.org/drawingml/2006/main" prst="line">
            <a:avLst/>
          </a:prstGeom>
          <a:noFill xmlns:a="http://schemas.openxmlformats.org/drawingml/2006/main"/>
          <a:ln xmlns:a="http://schemas.openxmlformats.org/drawingml/2006/main" w="23813">
            <a:solidFill>
              <a:srgbClr val="A985FF"/>
            </a:solidFill>
            <a:prstDash val="solid"/>
          </a:ln>
        </p:spPr>
      </p:sp>
      <p:pic>
        <p:nvPicPr>
          <p:cNvPr id="22" name="">
            <a:extLst xmlns:a="http://schemas.openxmlformats.org/drawingml/2006/main">
              <a:ext uri="{FF2B5EF4-FFF2-40B4-BE49-F238E27FC236}">
                <a16:creationId xmlns:a16="http://schemas.microsoft.com/office/drawing/2014/main" id="{0AA42F63-0191-4F75-91C7-5F3D38F37959}"/>
              </a:ext>
            </a:extLst>
          </p:cNvPr>
          <p:cNvPicPr>
            <a:picLocks xmlns:a="http://schemas.openxmlformats.org/drawingml/2006/main" noChangeAspect="1"/>
          </p:cNvPicPr>
          <p:nvPr/>
        </p:nvPicPr>
        <p:blipFill>
          <a:blip xmlns:r="http://schemas.openxmlformats.org/officeDocument/2006/relationships" xmlns:a="http://schemas.openxmlformats.org/drawingml/2006/main" r:embed="Rce0f8244d613464c"/>
          <a:stretch xmlns:a="http://schemas.openxmlformats.org/drawingml/2006/main"/>
        </p:blipFill>
        <p:spPr>
          <a:xfrm xmlns:a="http://schemas.openxmlformats.org/drawingml/2006/main">
            <a:off x="5048250" y="3838575"/>
            <a:ext cx="742950" cy="742950"/>
          </a:xfrm>
          <a:prstGeom xmlns:a="http://schemas.openxmlformats.org/drawingml/2006/main" prst="rect">
            <a:avLst/>
          </a:prstGeom>
        </p:spPr>
      </p:pic>
      <p:sp>
        <p:nvSpPr>
          <p:cNvPr id="23" name="gateway-name">
            <a:extLst xmlns:a="http://schemas.openxmlformats.org/drawingml/2006/main">
              <a:ext uri="{FF2B5EF4-FFF2-40B4-BE49-F238E27FC236}">
                <a16:creationId xmlns:a16="http://schemas.microsoft.com/office/drawing/2014/main" id="{13FD48AC-550F-40F8-B49B-D1F1E59A8D21}"/>
              </a:ext>
            </a:extLst>
          </p:cNvPr>
          <p:cNvSpPr>
            <a:spLocks xmlns:a="http://schemas.openxmlformats.org/drawingml/2006/main" noGrp="1"/>
          </p:cNvSpPr>
          <p:nvPr/>
        </p:nvSpPr>
        <p:spPr>
          <a:xfrm xmlns:a="http://schemas.openxmlformats.org/drawingml/2006/main">
            <a:off x="5905500" y="3990975"/>
            <a:ext cx="1666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6AEFF"/>
                </a:solidFill>
                <a:latin typeface="Arial"/>
                <a:ea typeface="Arial"/>
                <a:cs typeface="Arial"/>
              </a:defRPr>
            </a:defPPr>
            <a:lvl1pPr algn="l">
              <a:defRPr sz="1650" b="1">
                <a:solidFill>
                  <a:srgbClr val="C6AEFF"/>
                </a:solidFill>
                <a:latin typeface="Arial"/>
                <a:ea typeface="Arial"/>
                <a:cs typeface="Arial"/>
              </a:defRPr>
            </a:lvl1pPr>
            <a:lvl2pPr algn="l">
              <a:defRPr sz="1650" b="1">
                <a:solidFill>
                  <a:srgbClr val="C6AEFF"/>
                </a:solidFill>
                <a:latin typeface="Arial"/>
                <a:ea typeface="Arial"/>
                <a:cs typeface="Arial"/>
              </a:defRPr>
            </a:lvl2pPr>
            <a:lvl3pPr algn="l">
              <a:defRPr sz="1650" b="1">
                <a:solidFill>
                  <a:srgbClr val="C6AEFF"/>
                </a:solidFill>
                <a:latin typeface="Arial"/>
                <a:ea typeface="Arial"/>
                <a:cs typeface="Arial"/>
              </a:defRPr>
            </a:lvl3pPr>
            <a:lvl4pPr algn="l">
              <a:defRPr sz="1650" b="1">
                <a:solidFill>
                  <a:srgbClr val="C6AEFF"/>
                </a:solidFill>
                <a:latin typeface="Arial"/>
                <a:ea typeface="Arial"/>
                <a:cs typeface="Arial"/>
              </a:defRPr>
            </a:lvl4pPr>
            <a:lvl5pPr algn="l">
              <a:defRPr sz="1650" b="1">
                <a:solidFill>
                  <a:srgbClr val="C6AEFF"/>
                </a:solidFill>
                <a:latin typeface="Arial"/>
                <a:ea typeface="Arial"/>
                <a:cs typeface="Arial"/>
              </a:defRPr>
            </a:lvl5pPr>
            <a:lvl6pPr algn="l">
              <a:defRPr sz="1650" b="1">
                <a:solidFill>
                  <a:srgbClr val="C6AEFF"/>
                </a:solidFill>
                <a:latin typeface="Arial"/>
                <a:ea typeface="Arial"/>
                <a:cs typeface="Arial"/>
              </a:defRPr>
            </a:lvl6pPr>
            <a:lvl7pPr algn="l">
              <a:defRPr sz="1650" b="1">
                <a:solidFill>
                  <a:srgbClr val="C6AEFF"/>
                </a:solidFill>
                <a:latin typeface="Arial"/>
                <a:ea typeface="Arial"/>
                <a:cs typeface="Arial"/>
              </a:defRPr>
            </a:lvl7pPr>
            <a:lvl8pPr algn="l">
              <a:defRPr sz="1650" b="1">
                <a:solidFill>
                  <a:srgbClr val="C6AEFF"/>
                </a:solidFill>
                <a:latin typeface="Arial"/>
                <a:ea typeface="Arial"/>
                <a:cs typeface="Arial"/>
              </a:defRPr>
            </a:lvl8pPr>
            <a:lvl9pPr algn="l">
              <a:defRPr sz="1650" b="1">
                <a:solidFill>
                  <a:srgbClr val="C6AEFF"/>
                </a:solidFill>
                <a:latin typeface="Arial"/>
                <a:ea typeface="Arial"/>
                <a:cs typeface="Arial"/>
              </a:defRPr>
            </a:lvl9pPr>
          </a:lstStyle>
          <a:p xmlns:a="http://schemas.openxmlformats.org/drawingml/2006/main">
            <a:pPr algn="l">
              <a:defRPr sz="1650" b="1">
                <a:solidFill>
                  <a:srgbClr val="C6AEFF"/>
                </a:solidFill>
                <a:latin typeface="Arial"/>
                <a:ea typeface="Arial"/>
                <a:cs typeface="Arial"/>
              </a:defRPr>
            </a:pPr>
            <a:r>
              <a:rPr sz="1650" b="1">
                <a:solidFill>
                  <a:srgbClr val="C6AEFF"/>
                </a:solidFill>
                <a:latin typeface="Arial"/>
                <a:ea typeface="Arial"/>
                <a:cs typeface="Arial"/>
              </a:rPr>
              <a:t>APERTURE</a:t>
            </a:r>
          </a:p>
        </p:txBody>
      </p:sp>
      <p:sp>
        <p:nvSpPr>
          <p:cNvPr id="24" name="gateway-description">
            <a:extLst xmlns:a="http://schemas.openxmlformats.org/drawingml/2006/main">
              <a:ext uri="{FF2B5EF4-FFF2-40B4-BE49-F238E27FC236}">
                <a16:creationId xmlns:a16="http://schemas.microsoft.com/office/drawing/2014/main" id="{6500E716-B866-43D3-A90E-0212067ABB73}"/>
              </a:ext>
            </a:extLst>
          </p:cNvPr>
          <p:cNvSpPr>
            <a:spLocks xmlns:a="http://schemas.openxmlformats.org/drawingml/2006/main" noGrp="1"/>
          </p:cNvSpPr>
          <p:nvPr/>
        </p:nvSpPr>
        <p:spPr>
          <a:xfrm xmlns:a="http://schemas.openxmlformats.org/drawingml/2006/main">
            <a:off x="5905500" y="434340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26C7B"/>
                </a:solidFill>
                <a:latin typeface="Arial"/>
                <a:ea typeface="Arial"/>
                <a:cs typeface="Arial"/>
              </a:defRPr>
            </a:defPPr>
            <a:lvl1pPr algn="l">
              <a:defRPr sz="1050" b="1">
                <a:solidFill>
                  <a:srgbClr val="726C7B"/>
                </a:solidFill>
                <a:latin typeface="Arial"/>
                <a:ea typeface="Arial"/>
                <a:cs typeface="Arial"/>
              </a:defRPr>
            </a:lvl1pPr>
            <a:lvl2pPr algn="l">
              <a:defRPr sz="1050" b="1">
                <a:solidFill>
                  <a:srgbClr val="726C7B"/>
                </a:solidFill>
                <a:latin typeface="Arial"/>
                <a:ea typeface="Arial"/>
                <a:cs typeface="Arial"/>
              </a:defRPr>
            </a:lvl2pPr>
            <a:lvl3pPr algn="l">
              <a:defRPr sz="1050" b="1">
                <a:solidFill>
                  <a:srgbClr val="726C7B"/>
                </a:solidFill>
                <a:latin typeface="Arial"/>
                <a:ea typeface="Arial"/>
                <a:cs typeface="Arial"/>
              </a:defRPr>
            </a:lvl3pPr>
            <a:lvl4pPr algn="l">
              <a:defRPr sz="1050" b="1">
                <a:solidFill>
                  <a:srgbClr val="726C7B"/>
                </a:solidFill>
                <a:latin typeface="Arial"/>
                <a:ea typeface="Arial"/>
                <a:cs typeface="Arial"/>
              </a:defRPr>
            </a:lvl4pPr>
            <a:lvl5pPr algn="l">
              <a:defRPr sz="1050" b="1">
                <a:solidFill>
                  <a:srgbClr val="726C7B"/>
                </a:solidFill>
                <a:latin typeface="Arial"/>
                <a:ea typeface="Arial"/>
                <a:cs typeface="Arial"/>
              </a:defRPr>
            </a:lvl5pPr>
            <a:lvl6pPr algn="l">
              <a:defRPr sz="1050" b="1">
                <a:solidFill>
                  <a:srgbClr val="726C7B"/>
                </a:solidFill>
                <a:latin typeface="Arial"/>
                <a:ea typeface="Arial"/>
                <a:cs typeface="Arial"/>
              </a:defRPr>
            </a:lvl6pPr>
            <a:lvl7pPr algn="l">
              <a:defRPr sz="1050" b="1">
                <a:solidFill>
                  <a:srgbClr val="726C7B"/>
                </a:solidFill>
                <a:latin typeface="Arial"/>
                <a:ea typeface="Arial"/>
                <a:cs typeface="Arial"/>
              </a:defRPr>
            </a:lvl7pPr>
            <a:lvl8pPr algn="l">
              <a:defRPr sz="1050" b="1">
                <a:solidFill>
                  <a:srgbClr val="726C7B"/>
                </a:solidFill>
                <a:latin typeface="Arial"/>
                <a:ea typeface="Arial"/>
                <a:cs typeface="Arial"/>
              </a:defRPr>
            </a:lvl8pPr>
            <a:lvl9pPr algn="l">
              <a:defRPr sz="1050" b="1">
                <a:solidFill>
                  <a:srgbClr val="726C7B"/>
                </a:solidFill>
                <a:latin typeface="Arial"/>
                <a:ea typeface="Arial"/>
                <a:cs typeface="Arial"/>
              </a:defRPr>
            </a:lvl9pPr>
          </a:lstStyle>
          <a:p xmlns:a="http://schemas.openxmlformats.org/drawingml/2006/main">
            <a:pPr algn="l">
              <a:defRPr sz="1050" b="1">
                <a:solidFill>
                  <a:srgbClr val="726C7B"/>
                </a:solidFill>
                <a:latin typeface="Arial"/>
                <a:ea typeface="Arial"/>
                <a:cs typeface="Arial"/>
              </a:defRPr>
            </a:pPr>
            <a:r>
              <a:rPr sz="1050" b="1">
                <a:solidFill>
                  <a:srgbClr val="726C7B"/>
                </a:solidFill>
                <a:latin typeface="Arial"/>
                <a:ea typeface="Arial"/>
                <a:cs typeface="Arial"/>
              </a:rPr>
              <a:t>AUTHORIZATION + ROUTING</a:t>
            </a:r>
          </a:p>
        </p:txBody>
      </p:sp>
      <p:sp>
        <p:nvSpPr>
          <p:cNvPr id="25" name="gateway-output">
            <a:extLst xmlns:a="http://schemas.openxmlformats.org/drawingml/2006/main">
              <a:ext uri="{FF2B5EF4-FFF2-40B4-BE49-F238E27FC236}">
                <a16:creationId xmlns:a16="http://schemas.microsoft.com/office/drawing/2014/main" id="{BE0EEE32-A300-40E2-A2FE-B2981CE8199B}"/>
              </a:ext>
            </a:extLst>
          </p:cNvPr>
          <p:cNvSpPr>
            <a:spLocks xmlns:a="http://schemas.openxmlformats.org/drawingml/2006/main" noGrp="1"/>
          </p:cNvSpPr>
          <p:nvPr/>
        </p:nvSpPr>
        <p:spPr>
          <a:xfrm xmlns:a="http://schemas.openxmlformats.org/drawingml/2006/main">
            <a:off x="7715250" y="4210050"/>
            <a:ext cx="685800" cy="0"/>
          </a:xfrm>
          <a:prstGeom xmlns:a="http://schemas.openxmlformats.org/drawingml/2006/main" prst="line">
            <a:avLst/>
          </a:prstGeom>
          <a:noFill xmlns:a="http://schemas.openxmlformats.org/drawingml/2006/main"/>
          <a:ln xmlns:a="http://schemas.openxmlformats.org/drawingml/2006/main" w="23813">
            <a:solidFill>
              <a:srgbClr val="A985FF"/>
            </a:solidFill>
            <a:prstDash val="solid"/>
          </a:ln>
        </p:spPr>
      </p:sp>
      <p:sp>
        <p:nvSpPr>
          <p:cNvPr id="26" name="output-spine">
            <a:extLst xmlns:a="http://schemas.openxmlformats.org/drawingml/2006/main">
              <a:ext uri="{FF2B5EF4-FFF2-40B4-BE49-F238E27FC236}">
                <a16:creationId xmlns:a16="http://schemas.microsoft.com/office/drawing/2014/main" id="{80167DD3-29C5-4D7A-BFB1-75E6A51F927C}"/>
              </a:ext>
            </a:extLst>
          </p:cNvPr>
          <p:cNvSpPr>
            <a:spLocks xmlns:a="http://schemas.openxmlformats.org/drawingml/2006/main" noGrp="1"/>
          </p:cNvSpPr>
          <p:nvPr/>
        </p:nvSpPr>
        <p:spPr>
          <a:xfrm xmlns:a="http://schemas.openxmlformats.org/drawingml/2006/main">
            <a:off x="8401050" y="3486150"/>
            <a:ext cx="0" cy="144780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27" name="model-output">
            <a:extLst xmlns:a="http://schemas.openxmlformats.org/drawingml/2006/main">
              <a:ext uri="{FF2B5EF4-FFF2-40B4-BE49-F238E27FC236}">
                <a16:creationId xmlns:a16="http://schemas.microsoft.com/office/drawing/2014/main" id="{3A8975BC-D2A6-40BF-86E2-6B4658215D13}"/>
              </a:ext>
            </a:extLst>
          </p:cNvPr>
          <p:cNvSpPr>
            <a:spLocks xmlns:a="http://schemas.openxmlformats.org/drawingml/2006/main" noGrp="1"/>
          </p:cNvSpPr>
          <p:nvPr/>
        </p:nvSpPr>
        <p:spPr>
          <a:xfrm xmlns:a="http://schemas.openxmlformats.org/drawingml/2006/main">
            <a:off x="8401050" y="3486150"/>
            <a:ext cx="571500" cy="0"/>
          </a:xfrm>
          <a:prstGeom xmlns:a="http://schemas.openxmlformats.org/drawingml/2006/main" prst="line">
            <a:avLst/>
          </a:prstGeom>
          <a:noFill xmlns:a="http://schemas.openxmlformats.org/drawingml/2006/main"/>
          <a:ln xmlns:a="http://schemas.openxmlformats.org/drawingml/2006/main" w="14288">
            <a:solidFill>
              <a:srgbClr val="82E5F4"/>
            </a:solidFill>
            <a:prstDash val="solid"/>
          </a:ln>
        </p:spPr>
      </p:sp>
      <p:sp>
        <p:nvSpPr>
          <p:cNvPr id="28" name="worker-output">
            <a:extLst xmlns:a="http://schemas.openxmlformats.org/drawingml/2006/main">
              <a:ext uri="{FF2B5EF4-FFF2-40B4-BE49-F238E27FC236}">
                <a16:creationId xmlns:a16="http://schemas.microsoft.com/office/drawing/2014/main" id="{001A82D8-4AF8-475D-84E4-6BCCD96190C7}"/>
              </a:ext>
            </a:extLst>
          </p:cNvPr>
          <p:cNvSpPr>
            <a:spLocks xmlns:a="http://schemas.openxmlformats.org/drawingml/2006/main" noGrp="1"/>
          </p:cNvSpPr>
          <p:nvPr/>
        </p:nvSpPr>
        <p:spPr>
          <a:xfrm xmlns:a="http://schemas.openxmlformats.org/drawingml/2006/main">
            <a:off x="8401050" y="4933950"/>
            <a:ext cx="571500" cy="0"/>
          </a:xfrm>
          <a:prstGeom xmlns:a="http://schemas.openxmlformats.org/drawingml/2006/main" prst="line">
            <a:avLst/>
          </a:prstGeom>
          <a:noFill xmlns:a="http://schemas.openxmlformats.org/drawingml/2006/main"/>
          <a:ln xmlns:a="http://schemas.openxmlformats.org/drawingml/2006/main" w="14288">
            <a:solidFill>
              <a:srgbClr val="A985FF"/>
            </a:solidFill>
            <a:prstDash val="solid"/>
          </a:ln>
        </p:spPr>
      </p:sp>
      <p:sp>
        <p:nvSpPr>
          <p:cNvPr id="29" name="model-output-title">
            <a:extLst xmlns:a="http://schemas.openxmlformats.org/drawingml/2006/main">
              <a:ext uri="{FF2B5EF4-FFF2-40B4-BE49-F238E27FC236}">
                <a16:creationId xmlns:a16="http://schemas.microsoft.com/office/drawing/2014/main" id="{AD3354F6-86F6-4B5C-8B86-7C88F0CDC3BB}"/>
              </a:ext>
            </a:extLst>
          </p:cNvPr>
          <p:cNvSpPr>
            <a:spLocks xmlns:a="http://schemas.openxmlformats.org/drawingml/2006/main" noGrp="1"/>
          </p:cNvSpPr>
          <p:nvPr/>
        </p:nvSpPr>
        <p:spPr>
          <a:xfrm xmlns:a="http://schemas.openxmlformats.org/drawingml/2006/main">
            <a:off x="9163050" y="3286125"/>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82E5F4"/>
                </a:solidFill>
                <a:latin typeface="Arial"/>
                <a:ea typeface="Arial"/>
                <a:cs typeface="Arial"/>
              </a:defRPr>
            </a:defPPr>
            <a:lvl1pPr algn="l">
              <a:defRPr sz="1275" b="1">
                <a:solidFill>
                  <a:srgbClr val="82E5F4"/>
                </a:solidFill>
                <a:latin typeface="Arial"/>
                <a:ea typeface="Arial"/>
                <a:cs typeface="Arial"/>
              </a:defRPr>
            </a:lvl1pPr>
            <a:lvl2pPr algn="l">
              <a:defRPr sz="1275" b="1">
                <a:solidFill>
                  <a:srgbClr val="82E5F4"/>
                </a:solidFill>
                <a:latin typeface="Arial"/>
                <a:ea typeface="Arial"/>
                <a:cs typeface="Arial"/>
              </a:defRPr>
            </a:lvl2pPr>
            <a:lvl3pPr algn="l">
              <a:defRPr sz="1275" b="1">
                <a:solidFill>
                  <a:srgbClr val="82E5F4"/>
                </a:solidFill>
                <a:latin typeface="Arial"/>
                <a:ea typeface="Arial"/>
                <a:cs typeface="Arial"/>
              </a:defRPr>
            </a:lvl3pPr>
            <a:lvl4pPr algn="l">
              <a:defRPr sz="1275" b="1">
                <a:solidFill>
                  <a:srgbClr val="82E5F4"/>
                </a:solidFill>
                <a:latin typeface="Arial"/>
                <a:ea typeface="Arial"/>
                <a:cs typeface="Arial"/>
              </a:defRPr>
            </a:lvl4pPr>
            <a:lvl5pPr algn="l">
              <a:defRPr sz="1275" b="1">
                <a:solidFill>
                  <a:srgbClr val="82E5F4"/>
                </a:solidFill>
                <a:latin typeface="Arial"/>
                <a:ea typeface="Arial"/>
                <a:cs typeface="Arial"/>
              </a:defRPr>
            </a:lvl5pPr>
            <a:lvl6pPr algn="l">
              <a:defRPr sz="1275" b="1">
                <a:solidFill>
                  <a:srgbClr val="82E5F4"/>
                </a:solidFill>
                <a:latin typeface="Arial"/>
                <a:ea typeface="Arial"/>
                <a:cs typeface="Arial"/>
              </a:defRPr>
            </a:lvl6pPr>
            <a:lvl7pPr algn="l">
              <a:defRPr sz="1275" b="1">
                <a:solidFill>
                  <a:srgbClr val="82E5F4"/>
                </a:solidFill>
                <a:latin typeface="Arial"/>
                <a:ea typeface="Arial"/>
                <a:cs typeface="Arial"/>
              </a:defRPr>
            </a:lvl7pPr>
            <a:lvl8pPr algn="l">
              <a:defRPr sz="1275" b="1">
                <a:solidFill>
                  <a:srgbClr val="82E5F4"/>
                </a:solidFill>
                <a:latin typeface="Arial"/>
                <a:ea typeface="Arial"/>
                <a:cs typeface="Arial"/>
              </a:defRPr>
            </a:lvl8pPr>
            <a:lvl9pPr algn="l">
              <a:defRPr sz="1275" b="1">
                <a:solidFill>
                  <a:srgbClr val="82E5F4"/>
                </a:solidFill>
                <a:latin typeface="Arial"/>
                <a:ea typeface="Arial"/>
                <a:cs typeface="Arial"/>
              </a:defRPr>
            </a:lvl9pPr>
          </a:lstStyle>
          <a:p xmlns:a="http://schemas.openxmlformats.org/drawingml/2006/main">
            <a:pPr algn="l">
              <a:defRPr sz="1275" b="1">
                <a:solidFill>
                  <a:srgbClr val="82E5F4"/>
                </a:solidFill>
                <a:latin typeface="Arial"/>
                <a:ea typeface="Arial"/>
                <a:cs typeface="Arial"/>
              </a:defRPr>
            </a:pPr>
            <a:r>
              <a:rPr sz="1275" b="1">
                <a:solidFill>
                  <a:srgbClr val="82E5F4"/>
                </a:solidFill>
                <a:latin typeface="Arial"/>
                <a:ea typeface="Arial"/>
                <a:cs typeface="Arial"/>
              </a:rPr>
              <a:t>MODEL PROVIDERS</a:t>
            </a:r>
          </a:p>
        </p:txBody>
      </p:sp>
      <p:sp>
        <p:nvSpPr>
          <p:cNvPr id="30" name="model-output-detail">
            <a:extLst xmlns:a="http://schemas.openxmlformats.org/drawingml/2006/main">
              <a:ext uri="{FF2B5EF4-FFF2-40B4-BE49-F238E27FC236}">
                <a16:creationId xmlns:a16="http://schemas.microsoft.com/office/drawing/2014/main" id="{99F0F2F8-68AE-4C10-8E65-172E9E7D7315}"/>
              </a:ext>
            </a:extLst>
          </p:cNvPr>
          <p:cNvSpPr>
            <a:spLocks xmlns:a="http://schemas.openxmlformats.org/drawingml/2006/main" noGrp="1"/>
          </p:cNvSpPr>
          <p:nvPr/>
        </p:nvSpPr>
        <p:spPr>
          <a:xfrm xmlns:a="http://schemas.openxmlformats.org/drawingml/2006/main">
            <a:off x="9163050" y="35814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AA5B4"/>
                </a:solidFill>
                <a:latin typeface="Arial"/>
                <a:ea typeface="Arial"/>
                <a:cs typeface="Arial"/>
              </a:defRPr>
            </a:defPPr>
            <a:lvl1pPr algn="l">
              <a:defRPr sz="1275" b="0">
                <a:solidFill>
                  <a:srgbClr val="AAA5B4"/>
                </a:solidFill>
                <a:latin typeface="Arial"/>
                <a:ea typeface="Arial"/>
                <a:cs typeface="Arial"/>
              </a:defRPr>
            </a:lvl1pPr>
            <a:lvl2pPr algn="l">
              <a:defRPr sz="1275" b="0">
                <a:solidFill>
                  <a:srgbClr val="AAA5B4"/>
                </a:solidFill>
                <a:latin typeface="Arial"/>
                <a:ea typeface="Arial"/>
                <a:cs typeface="Arial"/>
              </a:defRPr>
            </a:lvl2pPr>
            <a:lvl3pPr algn="l">
              <a:defRPr sz="1275" b="0">
                <a:solidFill>
                  <a:srgbClr val="AAA5B4"/>
                </a:solidFill>
                <a:latin typeface="Arial"/>
                <a:ea typeface="Arial"/>
                <a:cs typeface="Arial"/>
              </a:defRPr>
            </a:lvl3pPr>
            <a:lvl4pPr algn="l">
              <a:defRPr sz="1275" b="0">
                <a:solidFill>
                  <a:srgbClr val="AAA5B4"/>
                </a:solidFill>
                <a:latin typeface="Arial"/>
                <a:ea typeface="Arial"/>
                <a:cs typeface="Arial"/>
              </a:defRPr>
            </a:lvl4pPr>
            <a:lvl5pPr algn="l">
              <a:defRPr sz="1275" b="0">
                <a:solidFill>
                  <a:srgbClr val="AAA5B4"/>
                </a:solidFill>
                <a:latin typeface="Arial"/>
                <a:ea typeface="Arial"/>
                <a:cs typeface="Arial"/>
              </a:defRPr>
            </a:lvl5pPr>
            <a:lvl6pPr algn="l">
              <a:defRPr sz="1275" b="0">
                <a:solidFill>
                  <a:srgbClr val="AAA5B4"/>
                </a:solidFill>
                <a:latin typeface="Arial"/>
                <a:ea typeface="Arial"/>
                <a:cs typeface="Arial"/>
              </a:defRPr>
            </a:lvl6pPr>
            <a:lvl7pPr algn="l">
              <a:defRPr sz="1275" b="0">
                <a:solidFill>
                  <a:srgbClr val="AAA5B4"/>
                </a:solidFill>
                <a:latin typeface="Arial"/>
                <a:ea typeface="Arial"/>
                <a:cs typeface="Arial"/>
              </a:defRPr>
            </a:lvl7pPr>
            <a:lvl8pPr algn="l">
              <a:defRPr sz="1275" b="0">
                <a:solidFill>
                  <a:srgbClr val="AAA5B4"/>
                </a:solidFill>
                <a:latin typeface="Arial"/>
                <a:ea typeface="Arial"/>
                <a:cs typeface="Arial"/>
              </a:defRPr>
            </a:lvl8pPr>
            <a:lvl9pPr algn="l">
              <a:defRPr sz="1275" b="0">
                <a:solidFill>
                  <a:srgbClr val="AAA5B4"/>
                </a:solidFill>
                <a:latin typeface="Arial"/>
                <a:ea typeface="Arial"/>
                <a:cs typeface="Arial"/>
              </a:defRPr>
            </a:lvl9pPr>
          </a:lstStyle>
          <a:p xmlns:a="http://schemas.openxmlformats.org/drawingml/2006/main">
            <a:pPr algn="l">
              <a:defRPr sz="1275" b="0">
                <a:solidFill>
                  <a:srgbClr val="AAA5B4"/>
                </a:solidFill>
                <a:latin typeface="Arial"/>
                <a:ea typeface="Arial"/>
                <a:cs typeface="Arial"/>
              </a:defRPr>
            </a:pPr>
            <a:r>
              <a:rPr sz="1275" b="0">
                <a:solidFill>
                  <a:srgbClr val="AAA5B4"/>
                </a:solidFill>
                <a:latin typeface="Arial"/>
                <a:ea typeface="Arial"/>
                <a:cs typeface="Arial"/>
              </a:rPr>
              <a:t>Operator-configured offers</a:t>
            </a:r>
          </a:p>
        </p:txBody>
      </p:sp>
      <p:sp>
        <p:nvSpPr>
          <p:cNvPr id="31" name="worker-output-title">
            <a:extLst xmlns:a="http://schemas.openxmlformats.org/drawingml/2006/main">
              <a:ext uri="{FF2B5EF4-FFF2-40B4-BE49-F238E27FC236}">
                <a16:creationId xmlns:a16="http://schemas.microsoft.com/office/drawing/2014/main" id="{648B505B-CE97-4B70-977F-6F5BC06B765A}"/>
              </a:ext>
            </a:extLst>
          </p:cNvPr>
          <p:cNvSpPr>
            <a:spLocks xmlns:a="http://schemas.openxmlformats.org/drawingml/2006/main" noGrp="1"/>
          </p:cNvSpPr>
          <p:nvPr/>
        </p:nvSpPr>
        <p:spPr>
          <a:xfrm xmlns:a="http://schemas.openxmlformats.org/drawingml/2006/main">
            <a:off x="9163050" y="4733925"/>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C6AEFF"/>
                </a:solidFill>
                <a:latin typeface="Arial"/>
                <a:ea typeface="Arial"/>
                <a:cs typeface="Arial"/>
              </a:defRPr>
            </a:defPPr>
            <a:lvl1pPr algn="l">
              <a:defRPr sz="1275" b="1">
                <a:solidFill>
                  <a:srgbClr val="C6AEFF"/>
                </a:solidFill>
                <a:latin typeface="Arial"/>
                <a:ea typeface="Arial"/>
                <a:cs typeface="Arial"/>
              </a:defRPr>
            </a:lvl1pPr>
            <a:lvl2pPr algn="l">
              <a:defRPr sz="1275" b="1">
                <a:solidFill>
                  <a:srgbClr val="C6AEFF"/>
                </a:solidFill>
                <a:latin typeface="Arial"/>
                <a:ea typeface="Arial"/>
                <a:cs typeface="Arial"/>
              </a:defRPr>
            </a:lvl2pPr>
            <a:lvl3pPr algn="l">
              <a:defRPr sz="1275" b="1">
                <a:solidFill>
                  <a:srgbClr val="C6AEFF"/>
                </a:solidFill>
                <a:latin typeface="Arial"/>
                <a:ea typeface="Arial"/>
                <a:cs typeface="Arial"/>
              </a:defRPr>
            </a:lvl3pPr>
            <a:lvl4pPr algn="l">
              <a:defRPr sz="1275" b="1">
                <a:solidFill>
                  <a:srgbClr val="C6AEFF"/>
                </a:solidFill>
                <a:latin typeface="Arial"/>
                <a:ea typeface="Arial"/>
                <a:cs typeface="Arial"/>
              </a:defRPr>
            </a:lvl4pPr>
            <a:lvl5pPr algn="l">
              <a:defRPr sz="1275" b="1">
                <a:solidFill>
                  <a:srgbClr val="C6AEFF"/>
                </a:solidFill>
                <a:latin typeface="Arial"/>
                <a:ea typeface="Arial"/>
                <a:cs typeface="Arial"/>
              </a:defRPr>
            </a:lvl5pPr>
            <a:lvl6pPr algn="l">
              <a:defRPr sz="1275" b="1">
                <a:solidFill>
                  <a:srgbClr val="C6AEFF"/>
                </a:solidFill>
                <a:latin typeface="Arial"/>
                <a:ea typeface="Arial"/>
                <a:cs typeface="Arial"/>
              </a:defRPr>
            </a:lvl6pPr>
            <a:lvl7pPr algn="l">
              <a:defRPr sz="1275" b="1">
                <a:solidFill>
                  <a:srgbClr val="C6AEFF"/>
                </a:solidFill>
                <a:latin typeface="Arial"/>
                <a:ea typeface="Arial"/>
                <a:cs typeface="Arial"/>
              </a:defRPr>
            </a:lvl7pPr>
            <a:lvl8pPr algn="l">
              <a:defRPr sz="1275" b="1">
                <a:solidFill>
                  <a:srgbClr val="C6AEFF"/>
                </a:solidFill>
                <a:latin typeface="Arial"/>
                <a:ea typeface="Arial"/>
                <a:cs typeface="Arial"/>
              </a:defRPr>
            </a:lvl8pPr>
            <a:lvl9pPr algn="l">
              <a:defRPr sz="1275" b="1">
                <a:solidFill>
                  <a:srgbClr val="C6AEFF"/>
                </a:solidFill>
                <a:latin typeface="Arial"/>
                <a:ea typeface="Arial"/>
                <a:cs typeface="Arial"/>
              </a:defRPr>
            </a:lvl9pPr>
          </a:lstStyle>
          <a:p xmlns:a="http://schemas.openxmlformats.org/drawingml/2006/main">
            <a:pPr algn="l">
              <a:defRPr sz="1275" b="1">
                <a:solidFill>
                  <a:srgbClr val="C6AEFF"/>
                </a:solidFill>
                <a:latin typeface="Arial"/>
                <a:ea typeface="Arial"/>
                <a:cs typeface="Arial"/>
              </a:defRPr>
            </a:pPr>
            <a:r>
              <a:rPr sz="1275" b="1">
                <a:solidFill>
                  <a:srgbClr val="C6AEFF"/>
                </a:solidFill>
                <a:latin typeface="Arial"/>
                <a:ea typeface="Arial"/>
                <a:cs typeface="Arial"/>
              </a:rPr>
              <a:t>COMPUTE WORKERS</a:t>
            </a:r>
          </a:p>
        </p:txBody>
      </p:sp>
      <p:sp>
        <p:nvSpPr>
          <p:cNvPr id="32" name="worker-output-detail">
            <a:extLst xmlns:a="http://schemas.openxmlformats.org/drawingml/2006/main">
              <a:ext uri="{FF2B5EF4-FFF2-40B4-BE49-F238E27FC236}">
                <a16:creationId xmlns:a16="http://schemas.microsoft.com/office/drawing/2014/main" id="{842DEBFD-EA1D-4244-BEA6-C73DFD646770}"/>
              </a:ext>
            </a:extLst>
          </p:cNvPr>
          <p:cNvSpPr>
            <a:spLocks xmlns:a="http://schemas.openxmlformats.org/drawingml/2006/main" noGrp="1"/>
          </p:cNvSpPr>
          <p:nvPr/>
        </p:nvSpPr>
        <p:spPr>
          <a:xfrm xmlns:a="http://schemas.openxmlformats.org/drawingml/2006/main">
            <a:off x="9163050" y="5029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AA5B4"/>
                </a:solidFill>
                <a:latin typeface="Arial"/>
                <a:ea typeface="Arial"/>
                <a:cs typeface="Arial"/>
              </a:defRPr>
            </a:defPPr>
            <a:lvl1pPr algn="l">
              <a:defRPr sz="1275" b="0">
                <a:solidFill>
                  <a:srgbClr val="AAA5B4"/>
                </a:solidFill>
                <a:latin typeface="Arial"/>
                <a:ea typeface="Arial"/>
                <a:cs typeface="Arial"/>
              </a:defRPr>
            </a:lvl1pPr>
            <a:lvl2pPr algn="l">
              <a:defRPr sz="1275" b="0">
                <a:solidFill>
                  <a:srgbClr val="AAA5B4"/>
                </a:solidFill>
                <a:latin typeface="Arial"/>
                <a:ea typeface="Arial"/>
                <a:cs typeface="Arial"/>
              </a:defRPr>
            </a:lvl2pPr>
            <a:lvl3pPr algn="l">
              <a:defRPr sz="1275" b="0">
                <a:solidFill>
                  <a:srgbClr val="AAA5B4"/>
                </a:solidFill>
                <a:latin typeface="Arial"/>
                <a:ea typeface="Arial"/>
                <a:cs typeface="Arial"/>
              </a:defRPr>
            </a:lvl3pPr>
            <a:lvl4pPr algn="l">
              <a:defRPr sz="1275" b="0">
                <a:solidFill>
                  <a:srgbClr val="AAA5B4"/>
                </a:solidFill>
                <a:latin typeface="Arial"/>
                <a:ea typeface="Arial"/>
                <a:cs typeface="Arial"/>
              </a:defRPr>
            </a:lvl4pPr>
            <a:lvl5pPr algn="l">
              <a:defRPr sz="1275" b="0">
                <a:solidFill>
                  <a:srgbClr val="AAA5B4"/>
                </a:solidFill>
                <a:latin typeface="Arial"/>
                <a:ea typeface="Arial"/>
                <a:cs typeface="Arial"/>
              </a:defRPr>
            </a:lvl5pPr>
            <a:lvl6pPr algn="l">
              <a:defRPr sz="1275" b="0">
                <a:solidFill>
                  <a:srgbClr val="AAA5B4"/>
                </a:solidFill>
                <a:latin typeface="Arial"/>
                <a:ea typeface="Arial"/>
                <a:cs typeface="Arial"/>
              </a:defRPr>
            </a:lvl6pPr>
            <a:lvl7pPr algn="l">
              <a:defRPr sz="1275" b="0">
                <a:solidFill>
                  <a:srgbClr val="AAA5B4"/>
                </a:solidFill>
                <a:latin typeface="Arial"/>
                <a:ea typeface="Arial"/>
                <a:cs typeface="Arial"/>
              </a:defRPr>
            </a:lvl7pPr>
            <a:lvl8pPr algn="l">
              <a:defRPr sz="1275" b="0">
                <a:solidFill>
                  <a:srgbClr val="AAA5B4"/>
                </a:solidFill>
                <a:latin typeface="Arial"/>
                <a:ea typeface="Arial"/>
                <a:cs typeface="Arial"/>
              </a:defRPr>
            </a:lvl8pPr>
            <a:lvl9pPr algn="l">
              <a:defRPr sz="1275" b="0">
                <a:solidFill>
                  <a:srgbClr val="AAA5B4"/>
                </a:solidFill>
                <a:latin typeface="Arial"/>
                <a:ea typeface="Arial"/>
                <a:cs typeface="Arial"/>
              </a:defRPr>
            </a:lvl9pPr>
          </a:lstStyle>
          <a:p xmlns:a="http://schemas.openxmlformats.org/drawingml/2006/main">
            <a:pPr algn="l">
              <a:defRPr sz="1275" b="0">
                <a:solidFill>
                  <a:srgbClr val="AAA5B4"/>
                </a:solidFill>
                <a:latin typeface="Arial"/>
                <a:ea typeface="Arial"/>
                <a:cs typeface="Arial"/>
              </a:defRPr>
            </a:pPr>
            <a:r>
              <a:rPr sz="1275" b="0">
                <a:solidFill>
                  <a:srgbClr val="AAA5B4"/>
                </a:solidFill>
                <a:latin typeface="Arial"/>
                <a:ea typeface="Arial"/>
                <a:cs typeface="Arial"/>
              </a:rPr>
              <a:t>Authenticated CPU capacity</a:t>
            </a:r>
          </a:p>
        </p:txBody>
      </p:sp>
    </p:spTree>
    <p:extLst>
      <p:ext uri="{BB962C8B-B14F-4D97-AF65-F5344CB8AC3E}">
        <p14:creationId xmlns:p14="http://schemas.microsoft.com/office/powerpoint/2010/main" val="1462237749"/>
      </p:ext>
    </p:extLst>
  </p:cSld>
</p:sld>
</file>

<file path=ppt/slides/slide3.xml><?xml version="1.0" encoding="utf-8"?>
<p:sld xmlns:p="http://schemas.openxmlformats.org/presentationml/2006/main">
  <p:cSld>
    <p:bg>
      <p:bgPr>
        <a:solidFill xmlns:a="http://schemas.openxmlformats.org/drawingml/2006/main">
          <a:srgbClr val="0E0D14"/>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2B505B40-F2E1-40D7-B1DF-A9DED5D5B816}"/>
              </a:ext>
            </a:extLst>
          </p:cNvPr>
          <p:cNvPicPr>
            <a:picLocks xmlns:a="http://schemas.openxmlformats.org/drawingml/2006/main" noChangeAspect="1"/>
          </p:cNvPicPr>
          <p:nvPr/>
        </p:nvPicPr>
        <p:blipFill>
          <a:blip xmlns:r="http://schemas.openxmlformats.org/officeDocument/2006/relationships" xmlns:a="http://schemas.openxmlformats.org/drawingml/2006/main" r:embed="R9cce16c35a8c40bc"/>
          <a:stretch xmlns:a="http://schemas.openxmlformats.org/drawingml/2006/main"/>
        </p:blipFill>
        <p:spPr>
          <a:xfrm xmlns:a="http://schemas.openxmlformats.org/drawingml/2006/main">
            <a:off x="685800" y="361950"/>
            <a:ext cx="285750" cy="285750"/>
          </a:xfrm>
          <a:prstGeom xmlns:a="http://schemas.openxmlformats.org/drawingml/2006/main" prst="rect">
            <a:avLst/>
          </a:prstGeom>
        </p:spPr>
      </p:pic>
      <p:sp>
        <p:nvSpPr>
          <p:cNvPr id="2" name="project-name">
            <a:extLst xmlns:a="http://schemas.openxmlformats.org/drawingml/2006/main">
              <a:ext uri="{FF2B5EF4-FFF2-40B4-BE49-F238E27FC236}">
                <a16:creationId xmlns:a16="http://schemas.microsoft.com/office/drawing/2014/main" id="{7AA6DA0A-0656-46CF-AE38-AB5EFDDC7007}"/>
              </a:ext>
            </a:extLst>
          </p:cNvPr>
          <p:cNvSpPr>
            <a:spLocks xmlns:a="http://schemas.openxmlformats.org/drawingml/2006/main" noGrp="1"/>
          </p:cNvSpPr>
          <p:nvPr/>
        </p:nvSpPr>
        <p:spPr>
          <a:xfrm xmlns:a="http://schemas.openxmlformats.org/drawingml/2006/main">
            <a:off x="1085850" y="3714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6F3FB"/>
                </a:solidFill>
                <a:latin typeface="Arial"/>
                <a:ea typeface="Arial"/>
                <a:cs typeface="Arial"/>
              </a:defRPr>
            </a:defPPr>
            <a:lvl1pPr algn="l">
              <a:defRPr sz="1125" b="1">
                <a:solidFill>
                  <a:srgbClr val="F6F3FB"/>
                </a:solidFill>
                <a:latin typeface="Arial"/>
                <a:ea typeface="Arial"/>
                <a:cs typeface="Arial"/>
              </a:defRPr>
            </a:lvl1pPr>
            <a:lvl2pPr algn="l">
              <a:defRPr sz="1125" b="1">
                <a:solidFill>
                  <a:srgbClr val="F6F3FB"/>
                </a:solidFill>
                <a:latin typeface="Arial"/>
                <a:ea typeface="Arial"/>
                <a:cs typeface="Arial"/>
              </a:defRPr>
            </a:lvl2pPr>
            <a:lvl3pPr algn="l">
              <a:defRPr sz="1125" b="1">
                <a:solidFill>
                  <a:srgbClr val="F6F3FB"/>
                </a:solidFill>
                <a:latin typeface="Arial"/>
                <a:ea typeface="Arial"/>
                <a:cs typeface="Arial"/>
              </a:defRPr>
            </a:lvl3pPr>
            <a:lvl4pPr algn="l">
              <a:defRPr sz="1125" b="1">
                <a:solidFill>
                  <a:srgbClr val="F6F3FB"/>
                </a:solidFill>
                <a:latin typeface="Arial"/>
                <a:ea typeface="Arial"/>
                <a:cs typeface="Arial"/>
              </a:defRPr>
            </a:lvl4pPr>
            <a:lvl5pPr algn="l">
              <a:defRPr sz="1125" b="1">
                <a:solidFill>
                  <a:srgbClr val="F6F3FB"/>
                </a:solidFill>
                <a:latin typeface="Arial"/>
                <a:ea typeface="Arial"/>
                <a:cs typeface="Arial"/>
              </a:defRPr>
            </a:lvl5pPr>
            <a:lvl6pPr algn="l">
              <a:defRPr sz="1125" b="1">
                <a:solidFill>
                  <a:srgbClr val="F6F3FB"/>
                </a:solidFill>
                <a:latin typeface="Arial"/>
                <a:ea typeface="Arial"/>
                <a:cs typeface="Arial"/>
              </a:defRPr>
            </a:lvl6pPr>
            <a:lvl7pPr algn="l">
              <a:defRPr sz="1125" b="1">
                <a:solidFill>
                  <a:srgbClr val="F6F3FB"/>
                </a:solidFill>
                <a:latin typeface="Arial"/>
                <a:ea typeface="Arial"/>
                <a:cs typeface="Arial"/>
              </a:defRPr>
            </a:lvl7pPr>
            <a:lvl8pPr algn="l">
              <a:defRPr sz="1125" b="1">
                <a:solidFill>
                  <a:srgbClr val="F6F3FB"/>
                </a:solidFill>
                <a:latin typeface="Arial"/>
                <a:ea typeface="Arial"/>
                <a:cs typeface="Arial"/>
              </a:defRPr>
            </a:lvl8pPr>
            <a:lvl9pPr algn="l">
              <a:defRPr sz="1125" b="1">
                <a:solidFill>
                  <a:srgbClr val="F6F3FB"/>
                </a:solidFill>
                <a:latin typeface="Arial"/>
                <a:ea typeface="Arial"/>
                <a:cs typeface="Arial"/>
              </a:defRPr>
            </a:lvl9pPr>
          </a:lstStyle>
          <a:p xmlns:a="http://schemas.openxmlformats.org/drawingml/2006/main">
            <a:pPr algn="l">
              <a:defRPr sz="1125" b="1">
                <a:solidFill>
                  <a:srgbClr val="F6F3FB"/>
                </a:solidFill>
                <a:latin typeface="Arial"/>
                <a:ea typeface="Arial"/>
                <a:cs typeface="Arial"/>
              </a:defRPr>
            </a:pPr>
            <a:r>
              <a:rPr sz="1125" b="1">
                <a:solidFill>
                  <a:srgbClr val="F6F3FB"/>
                </a:solidFill>
                <a:latin typeface="Arial"/>
                <a:ea typeface="Arial"/>
                <a:cs typeface="Arial"/>
              </a:rPr>
              <a:t>APERTURE</a:t>
            </a:r>
          </a:p>
        </p:txBody>
      </p:sp>
      <p:sp>
        <p:nvSpPr>
          <p:cNvPr id="3" name="section-name">
            <a:extLst xmlns:a="http://schemas.openxmlformats.org/drawingml/2006/main">
              <a:ext uri="{FF2B5EF4-FFF2-40B4-BE49-F238E27FC236}">
                <a16:creationId xmlns:a16="http://schemas.microsoft.com/office/drawing/2014/main" id="{495A51BC-9AD9-4FBF-A408-50C491DC75C5}"/>
              </a:ext>
            </a:extLst>
          </p:cNvPr>
          <p:cNvSpPr>
            <a:spLocks xmlns:a="http://schemas.openxmlformats.org/drawingml/2006/main" noGrp="1"/>
          </p:cNvSpPr>
          <p:nvPr/>
        </p:nvSpPr>
        <p:spPr>
          <a:xfrm xmlns:a="http://schemas.openxmlformats.org/drawingml/2006/main">
            <a:off x="8572500" y="37147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26C7B"/>
                </a:solidFill>
                <a:latin typeface="Arial"/>
                <a:ea typeface="Arial"/>
                <a:cs typeface="Arial"/>
              </a:defRPr>
            </a:defPPr>
            <a:lvl1pPr algn="r">
              <a:defRPr sz="975" b="1">
                <a:solidFill>
                  <a:srgbClr val="726C7B"/>
                </a:solidFill>
                <a:latin typeface="Arial"/>
                <a:ea typeface="Arial"/>
                <a:cs typeface="Arial"/>
              </a:defRPr>
            </a:lvl1pPr>
            <a:lvl2pPr algn="r">
              <a:defRPr sz="975" b="1">
                <a:solidFill>
                  <a:srgbClr val="726C7B"/>
                </a:solidFill>
                <a:latin typeface="Arial"/>
                <a:ea typeface="Arial"/>
                <a:cs typeface="Arial"/>
              </a:defRPr>
            </a:lvl2pPr>
            <a:lvl3pPr algn="r">
              <a:defRPr sz="975" b="1">
                <a:solidFill>
                  <a:srgbClr val="726C7B"/>
                </a:solidFill>
                <a:latin typeface="Arial"/>
                <a:ea typeface="Arial"/>
                <a:cs typeface="Arial"/>
              </a:defRPr>
            </a:lvl3pPr>
            <a:lvl4pPr algn="r">
              <a:defRPr sz="975" b="1">
                <a:solidFill>
                  <a:srgbClr val="726C7B"/>
                </a:solidFill>
                <a:latin typeface="Arial"/>
                <a:ea typeface="Arial"/>
                <a:cs typeface="Arial"/>
              </a:defRPr>
            </a:lvl4pPr>
            <a:lvl5pPr algn="r">
              <a:defRPr sz="975" b="1">
                <a:solidFill>
                  <a:srgbClr val="726C7B"/>
                </a:solidFill>
                <a:latin typeface="Arial"/>
                <a:ea typeface="Arial"/>
                <a:cs typeface="Arial"/>
              </a:defRPr>
            </a:lvl5pPr>
            <a:lvl6pPr algn="r">
              <a:defRPr sz="975" b="1">
                <a:solidFill>
                  <a:srgbClr val="726C7B"/>
                </a:solidFill>
                <a:latin typeface="Arial"/>
                <a:ea typeface="Arial"/>
                <a:cs typeface="Arial"/>
              </a:defRPr>
            </a:lvl6pPr>
            <a:lvl7pPr algn="r">
              <a:defRPr sz="975" b="1">
                <a:solidFill>
                  <a:srgbClr val="726C7B"/>
                </a:solidFill>
                <a:latin typeface="Arial"/>
                <a:ea typeface="Arial"/>
                <a:cs typeface="Arial"/>
              </a:defRPr>
            </a:lvl7pPr>
            <a:lvl8pPr algn="r">
              <a:defRPr sz="975" b="1">
                <a:solidFill>
                  <a:srgbClr val="726C7B"/>
                </a:solidFill>
                <a:latin typeface="Arial"/>
                <a:ea typeface="Arial"/>
                <a:cs typeface="Arial"/>
              </a:defRPr>
            </a:lvl8pPr>
            <a:lvl9pPr algn="r">
              <a:defRPr sz="975" b="1">
                <a:solidFill>
                  <a:srgbClr val="726C7B"/>
                </a:solidFill>
                <a:latin typeface="Arial"/>
                <a:ea typeface="Arial"/>
                <a:cs typeface="Arial"/>
              </a:defRPr>
            </a:lvl9pPr>
          </a:lstStyle>
          <a:p xmlns:a="http://schemas.openxmlformats.org/drawingml/2006/main">
            <a:pPr algn="r">
              <a:defRPr sz="975" b="1">
                <a:solidFill>
                  <a:srgbClr val="726C7B"/>
                </a:solidFill>
                <a:latin typeface="Arial"/>
                <a:ea typeface="Arial"/>
                <a:cs typeface="Arial"/>
              </a:defRPr>
            </a:pPr>
            <a:r>
              <a:rPr sz="975" b="1">
                <a:solidFill>
                  <a:srgbClr val="726C7B"/>
                </a:solidFill>
                <a:latin typeface="Arial"/>
                <a:ea typeface="Arial"/>
                <a:cs typeface="Arial"/>
              </a:rPr>
              <a:t>TASK AUTHORIZATION</a:t>
            </a:r>
          </a:p>
        </p:txBody>
      </p:sp>
      <p:sp>
        <p:nvSpPr>
          <p:cNvPr id="4" name="header-rule">
            <a:extLst xmlns:a="http://schemas.openxmlformats.org/drawingml/2006/main">
              <a:ext uri="{FF2B5EF4-FFF2-40B4-BE49-F238E27FC236}">
                <a16:creationId xmlns:a16="http://schemas.microsoft.com/office/drawing/2014/main" id="{4D63A228-5605-4A15-ABC0-9BC29BE320B8}"/>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5" name="page-number">
            <a:extLst xmlns:a="http://schemas.openxmlformats.org/drawingml/2006/main">
              <a:ext uri="{FF2B5EF4-FFF2-40B4-BE49-F238E27FC236}">
                <a16:creationId xmlns:a16="http://schemas.microsoft.com/office/drawing/2014/main" id="{DF613A0C-352F-4B34-8A76-00B19FCB8BA4}"/>
              </a:ext>
            </a:extLst>
          </p:cNvPr>
          <p:cNvSpPr>
            <a:spLocks xmlns:a="http://schemas.openxmlformats.org/drawingml/2006/main" noGrp="1"/>
          </p:cNvSpPr>
          <p:nvPr/>
        </p:nvSpPr>
        <p:spPr>
          <a:xfrm xmlns:a="http://schemas.openxmlformats.org/drawingml/2006/main">
            <a:off x="10525125" y="6572250"/>
            <a:ext cx="981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26C7B"/>
                </a:solidFill>
                <a:latin typeface="Arial"/>
                <a:ea typeface="Arial"/>
                <a:cs typeface="Arial"/>
              </a:defRPr>
            </a:defPPr>
            <a:lvl1pPr algn="r">
              <a:defRPr sz="900" b="0">
                <a:solidFill>
                  <a:srgbClr val="726C7B"/>
                </a:solidFill>
                <a:latin typeface="Arial"/>
                <a:ea typeface="Arial"/>
                <a:cs typeface="Arial"/>
              </a:defRPr>
            </a:lvl1pPr>
            <a:lvl2pPr algn="r">
              <a:defRPr sz="900" b="0">
                <a:solidFill>
                  <a:srgbClr val="726C7B"/>
                </a:solidFill>
                <a:latin typeface="Arial"/>
                <a:ea typeface="Arial"/>
                <a:cs typeface="Arial"/>
              </a:defRPr>
            </a:lvl2pPr>
            <a:lvl3pPr algn="r">
              <a:defRPr sz="900" b="0">
                <a:solidFill>
                  <a:srgbClr val="726C7B"/>
                </a:solidFill>
                <a:latin typeface="Arial"/>
                <a:ea typeface="Arial"/>
                <a:cs typeface="Arial"/>
              </a:defRPr>
            </a:lvl3pPr>
            <a:lvl4pPr algn="r">
              <a:defRPr sz="900" b="0">
                <a:solidFill>
                  <a:srgbClr val="726C7B"/>
                </a:solidFill>
                <a:latin typeface="Arial"/>
                <a:ea typeface="Arial"/>
                <a:cs typeface="Arial"/>
              </a:defRPr>
            </a:lvl4pPr>
            <a:lvl5pPr algn="r">
              <a:defRPr sz="900" b="0">
                <a:solidFill>
                  <a:srgbClr val="726C7B"/>
                </a:solidFill>
                <a:latin typeface="Arial"/>
                <a:ea typeface="Arial"/>
                <a:cs typeface="Arial"/>
              </a:defRPr>
            </a:lvl5pPr>
            <a:lvl6pPr algn="r">
              <a:defRPr sz="900" b="0">
                <a:solidFill>
                  <a:srgbClr val="726C7B"/>
                </a:solidFill>
                <a:latin typeface="Arial"/>
                <a:ea typeface="Arial"/>
                <a:cs typeface="Arial"/>
              </a:defRPr>
            </a:lvl6pPr>
            <a:lvl7pPr algn="r">
              <a:defRPr sz="900" b="0">
                <a:solidFill>
                  <a:srgbClr val="726C7B"/>
                </a:solidFill>
                <a:latin typeface="Arial"/>
                <a:ea typeface="Arial"/>
                <a:cs typeface="Arial"/>
              </a:defRPr>
            </a:lvl7pPr>
            <a:lvl8pPr algn="r">
              <a:defRPr sz="900" b="0">
                <a:solidFill>
                  <a:srgbClr val="726C7B"/>
                </a:solidFill>
                <a:latin typeface="Arial"/>
                <a:ea typeface="Arial"/>
                <a:cs typeface="Arial"/>
              </a:defRPr>
            </a:lvl8pPr>
            <a:lvl9pPr algn="r">
              <a:defRPr sz="900" b="0">
                <a:solidFill>
                  <a:srgbClr val="726C7B"/>
                </a:solidFill>
                <a:latin typeface="Arial"/>
                <a:ea typeface="Arial"/>
                <a:cs typeface="Arial"/>
              </a:defRPr>
            </a:lvl9pPr>
          </a:lstStyle>
          <a:p xmlns:a="http://schemas.openxmlformats.org/drawingml/2006/main">
            <a:pPr algn="r">
              <a:defRPr sz="900" b="0">
                <a:solidFill>
                  <a:srgbClr val="726C7B"/>
                </a:solidFill>
                <a:latin typeface="Arial"/>
                <a:ea typeface="Arial"/>
                <a:cs typeface="Arial"/>
              </a:defRPr>
            </a:pPr>
            <a:r>
              <a:rPr sz="900" b="0">
                <a:solidFill>
                  <a:srgbClr val="726C7B"/>
                </a:solidFill>
                <a:latin typeface="Arial"/>
                <a:ea typeface="Arial"/>
                <a:cs typeface="Arial"/>
              </a:rPr>
              <a:t>03 / 07</a:t>
            </a:r>
          </a:p>
        </p:txBody>
      </p:sp>
      <p:sp>
        <p:nvSpPr>
          <p:cNvPr id="6" name="slide-title">
            <a:extLst xmlns:a="http://schemas.openxmlformats.org/drawingml/2006/main">
              <a:ext uri="{FF2B5EF4-FFF2-40B4-BE49-F238E27FC236}">
                <a16:creationId xmlns:a16="http://schemas.microsoft.com/office/drawing/2014/main" id="{7D9FB571-BE77-4C6D-8282-9684FB899951}"/>
              </a:ext>
            </a:extLst>
          </p:cNvPr>
          <p:cNvSpPr>
            <a:spLocks xmlns:a="http://schemas.openxmlformats.org/drawingml/2006/main" noGrp="1"/>
          </p:cNvSpPr>
          <p:nvPr/>
        </p:nvSpPr>
        <p:spPr>
          <a:xfrm xmlns:a="http://schemas.openxmlformats.org/drawingml/2006/main">
            <a:off x="685800" y="10096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900" b="1">
                <a:solidFill>
                  <a:srgbClr val="F6F3FB"/>
                </a:solidFill>
                <a:latin typeface="Arial"/>
                <a:ea typeface="Arial"/>
                <a:cs typeface="Arial"/>
              </a:defRPr>
            </a:defPPr>
            <a:lvl1pPr algn="l">
              <a:defRPr sz="3900" b="1">
                <a:solidFill>
                  <a:srgbClr val="F6F3FB"/>
                </a:solidFill>
                <a:latin typeface="Arial"/>
                <a:ea typeface="Arial"/>
                <a:cs typeface="Arial"/>
              </a:defRPr>
            </a:lvl1pPr>
            <a:lvl2pPr algn="l">
              <a:defRPr sz="3900" b="1">
                <a:solidFill>
                  <a:srgbClr val="F6F3FB"/>
                </a:solidFill>
                <a:latin typeface="Arial"/>
                <a:ea typeface="Arial"/>
                <a:cs typeface="Arial"/>
              </a:defRPr>
            </a:lvl2pPr>
            <a:lvl3pPr algn="l">
              <a:defRPr sz="3900" b="1">
                <a:solidFill>
                  <a:srgbClr val="F6F3FB"/>
                </a:solidFill>
                <a:latin typeface="Arial"/>
                <a:ea typeface="Arial"/>
                <a:cs typeface="Arial"/>
              </a:defRPr>
            </a:lvl3pPr>
            <a:lvl4pPr algn="l">
              <a:defRPr sz="3900" b="1">
                <a:solidFill>
                  <a:srgbClr val="F6F3FB"/>
                </a:solidFill>
                <a:latin typeface="Arial"/>
                <a:ea typeface="Arial"/>
                <a:cs typeface="Arial"/>
              </a:defRPr>
            </a:lvl4pPr>
            <a:lvl5pPr algn="l">
              <a:defRPr sz="3900" b="1">
                <a:solidFill>
                  <a:srgbClr val="F6F3FB"/>
                </a:solidFill>
                <a:latin typeface="Arial"/>
                <a:ea typeface="Arial"/>
                <a:cs typeface="Arial"/>
              </a:defRPr>
            </a:lvl5pPr>
            <a:lvl6pPr algn="l">
              <a:defRPr sz="3900" b="1">
                <a:solidFill>
                  <a:srgbClr val="F6F3FB"/>
                </a:solidFill>
                <a:latin typeface="Arial"/>
                <a:ea typeface="Arial"/>
                <a:cs typeface="Arial"/>
              </a:defRPr>
            </a:lvl6pPr>
            <a:lvl7pPr algn="l">
              <a:defRPr sz="3900" b="1">
                <a:solidFill>
                  <a:srgbClr val="F6F3FB"/>
                </a:solidFill>
                <a:latin typeface="Arial"/>
                <a:ea typeface="Arial"/>
                <a:cs typeface="Arial"/>
              </a:defRPr>
            </a:lvl7pPr>
            <a:lvl8pPr algn="l">
              <a:defRPr sz="3900" b="1">
                <a:solidFill>
                  <a:srgbClr val="F6F3FB"/>
                </a:solidFill>
                <a:latin typeface="Arial"/>
                <a:ea typeface="Arial"/>
                <a:cs typeface="Arial"/>
              </a:defRPr>
            </a:lvl8pPr>
            <a:lvl9pPr algn="l">
              <a:defRPr sz="3900" b="1">
                <a:solidFill>
                  <a:srgbClr val="F6F3FB"/>
                </a:solidFill>
                <a:latin typeface="Arial"/>
                <a:ea typeface="Arial"/>
                <a:cs typeface="Arial"/>
              </a:defRPr>
            </a:lvl9pPr>
          </a:lstStyle>
          <a:p xmlns:a="http://schemas.openxmlformats.org/drawingml/2006/main">
            <a:pPr algn="l">
              <a:defRPr sz="3900" b="1">
                <a:solidFill>
                  <a:srgbClr val="F6F3FB"/>
                </a:solidFill>
                <a:latin typeface="Arial"/>
                <a:ea typeface="Arial"/>
                <a:cs typeface="Arial"/>
              </a:defRPr>
            </a:pPr>
            <a:r>
              <a:rPr sz="3900" b="1">
                <a:solidFill>
                  <a:srgbClr val="F6F3FB"/>
                </a:solidFill>
                <a:latin typeface="Arial"/>
                <a:ea typeface="Arial"/>
                <a:cs typeface="Arial"/>
              </a:rPr>
              <a:t>Every task carries its owner's limits</a:t>
            </a:r>
          </a:p>
        </p:txBody>
      </p:sp>
      <p:sp>
        <p:nvSpPr>
          <p:cNvPr id="7" name="slide-deck">
            <a:extLst xmlns:a="http://schemas.openxmlformats.org/drawingml/2006/main">
              <a:ext uri="{FF2B5EF4-FFF2-40B4-BE49-F238E27FC236}">
                <a16:creationId xmlns:a16="http://schemas.microsoft.com/office/drawing/2014/main" id="{2FCDFF16-D570-4294-9A2A-A5FE98B2E474}"/>
              </a:ext>
            </a:extLst>
          </p:cNvPr>
          <p:cNvSpPr>
            <a:spLocks xmlns:a="http://schemas.openxmlformats.org/drawingml/2006/main" noGrp="1"/>
          </p:cNvSpPr>
          <p:nvPr/>
        </p:nvSpPr>
        <p:spPr>
          <a:xfrm xmlns:a="http://schemas.openxmlformats.org/drawingml/2006/main">
            <a:off x="704850" y="1790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AA5B4"/>
                </a:solidFill>
                <a:latin typeface="Arial"/>
                <a:ea typeface="Arial"/>
                <a:cs typeface="Arial"/>
              </a:defRPr>
            </a:defPPr>
            <a:lvl1pPr algn="l">
              <a:defRPr sz="1725" b="0">
                <a:solidFill>
                  <a:srgbClr val="AAA5B4"/>
                </a:solidFill>
                <a:latin typeface="Arial"/>
                <a:ea typeface="Arial"/>
                <a:cs typeface="Arial"/>
              </a:defRPr>
            </a:lvl1pPr>
            <a:lvl2pPr algn="l">
              <a:defRPr sz="1725" b="0">
                <a:solidFill>
                  <a:srgbClr val="AAA5B4"/>
                </a:solidFill>
                <a:latin typeface="Arial"/>
                <a:ea typeface="Arial"/>
                <a:cs typeface="Arial"/>
              </a:defRPr>
            </a:lvl2pPr>
            <a:lvl3pPr algn="l">
              <a:defRPr sz="1725" b="0">
                <a:solidFill>
                  <a:srgbClr val="AAA5B4"/>
                </a:solidFill>
                <a:latin typeface="Arial"/>
                <a:ea typeface="Arial"/>
                <a:cs typeface="Arial"/>
              </a:defRPr>
            </a:lvl3pPr>
            <a:lvl4pPr algn="l">
              <a:defRPr sz="1725" b="0">
                <a:solidFill>
                  <a:srgbClr val="AAA5B4"/>
                </a:solidFill>
                <a:latin typeface="Arial"/>
                <a:ea typeface="Arial"/>
                <a:cs typeface="Arial"/>
              </a:defRPr>
            </a:lvl4pPr>
            <a:lvl5pPr algn="l">
              <a:defRPr sz="1725" b="0">
                <a:solidFill>
                  <a:srgbClr val="AAA5B4"/>
                </a:solidFill>
                <a:latin typeface="Arial"/>
                <a:ea typeface="Arial"/>
                <a:cs typeface="Arial"/>
              </a:defRPr>
            </a:lvl5pPr>
            <a:lvl6pPr algn="l">
              <a:defRPr sz="1725" b="0">
                <a:solidFill>
                  <a:srgbClr val="AAA5B4"/>
                </a:solidFill>
                <a:latin typeface="Arial"/>
                <a:ea typeface="Arial"/>
                <a:cs typeface="Arial"/>
              </a:defRPr>
            </a:lvl6pPr>
            <a:lvl7pPr algn="l">
              <a:defRPr sz="1725" b="0">
                <a:solidFill>
                  <a:srgbClr val="AAA5B4"/>
                </a:solidFill>
                <a:latin typeface="Arial"/>
                <a:ea typeface="Arial"/>
                <a:cs typeface="Arial"/>
              </a:defRPr>
            </a:lvl7pPr>
            <a:lvl8pPr algn="l">
              <a:defRPr sz="1725" b="0">
                <a:solidFill>
                  <a:srgbClr val="AAA5B4"/>
                </a:solidFill>
                <a:latin typeface="Arial"/>
                <a:ea typeface="Arial"/>
                <a:cs typeface="Arial"/>
              </a:defRPr>
            </a:lvl8pPr>
            <a:lvl9pPr algn="l">
              <a:defRPr sz="1725" b="0">
                <a:solidFill>
                  <a:srgbClr val="AAA5B4"/>
                </a:solidFill>
                <a:latin typeface="Arial"/>
                <a:ea typeface="Arial"/>
                <a:cs typeface="Arial"/>
              </a:defRPr>
            </a:lvl9pPr>
          </a:lstStyle>
          <a:p xmlns:a="http://schemas.openxmlformats.org/drawingml/2006/main">
            <a:pPr algn="l">
              <a:defRPr sz="1725" b="0">
                <a:solidFill>
                  <a:srgbClr val="AAA5B4"/>
                </a:solidFill>
                <a:latin typeface="Arial"/>
                <a:ea typeface="Arial"/>
                <a:cs typeface="Arial"/>
              </a:defRPr>
            </a:pPr>
            <a:r>
              <a:rPr sz="1725" b="0">
                <a:solidFill>
                  <a:srgbClr val="AAA5B4"/>
                </a:solidFill>
                <a:latin typeface="Arial"/>
                <a:ea typeface="Arial"/>
                <a:cs typeface="Arial"/>
              </a:rPr>
              <a:t>The signed quote fixes the task before the gateway dispatches it.</a:t>
            </a:r>
          </a:p>
        </p:txBody>
      </p:sp>
      <p:sp>
        <p:nvSpPr>
          <p:cNvPr id="8" name="quote-label">
            <a:extLst xmlns:a="http://schemas.openxmlformats.org/drawingml/2006/main">
              <a:ext uri="{FF2B5EF4-FFF2-40B4-BE49-F238E27FC236}">
                <a16:creationId xmlns:a16="http://schemas.microsoft.com/office/drawing/2014/main" id="{9540E6AB-9B31-4E06-A353-738081D8BEA1}"/>
              </a:ext>
            </a:extLst>
          </p:cNvPr>
          <p:cNvSpPr>
            <a:spLocks xmlns:a="http://schemas.openxmlformats.org/drawingml/2006/main" noGrp="1"/>
          </p:cNvSpPr>
          <p:nvPr/>
        </p:nvSpPr>
        <p:spPr>
          <a:xfrm xmlns:a="http://schemas.openxmlformats.org/drawingml/2006/main">
            <a:off x="723900" y="25908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6AEFF"/>
                </a:solidFill>
                <a:latin typeface="Arial"/>
                <a:ea typeface="Arial"/>
                <a:cs typeface="Arial"/>
              </a:defRPr>
            </a:defPPr>
            <a:lvl1pPr algn="l">
              <a:defRPr sz="1200" b="1">
                <a:solidFill>
                  <a:srgbClr val="C6AEFF"/>
                </a:solidFill>
                <a:latin typeface="Arial"/>
                <a:ea typeface="Arial"/>
                <a:cs typeface="Arial"/>
              </a:defRPr>
            </a:lvl1pPr>
            <a:lvl2pPr algn="l">
              <a:defRPr sz="1200" b="1">
                <a:solidFill>
                  <a:srgbClr val="C6AEFF"/>
                </a:solidFill>
                <a:latin typeface="Arial"/>
                <a:ea typeface="Arial"/>
                <a:cs typeface="Arial"/>
              </a:defRPr>
            </a:lvl2pPr>
            <a:lvl3pPr algn="l">
              <a:defRPr sz="1200" b="1">
                <a:solidFill>
                  <a:srgbClr val="C6AEFF"/>
                </a:solidFill>
                <a:latin typeface="Arial"/>
                <a:ea typeface="Arial"/>
                <a:cs typeface="Arial"/>
              </a:defRPr>
            </a:lvl3pPr>
            <a:lvl4pPr algn="l">
              <a:defRPr sz="1200" b="1">
                <a:solidFill>
                  <a:srgbClr val="C6AEFF"/>
                </a:solidFill>
                <a:latin typeface="Arial"/>
                <a:ea typeface="Arial"/>
                <a:cs typeface="Arial"/>
              </a:defRPr>
            </a:lvl4pPr>
            <a:lvl5pPr algn="l">
              <a:defRPr sz="1200" b="1">
                <a:solidFill>
                  <a:srgbClr val="C6AEFF"/>
                </a:solidFill>
                <a:latin typeface="Arial"/>
                <a:ea typeface="Arial"/>
                <a:cs typeface="Arial"/>
              </a:defRPr>
            </a:lvl5pPr>
            <a:lvl6pPr algn="l">
              <a:defRPr sz="1200" b="1">
                <a:solidFill>
                  <a:srgbClr val="C6AEFF"/>
                </a:solidFill>
                <a:latin typeface="Arial"/>
                <a:ea typeface="Arial"/>
                <a:cs typeface="Arial"/>
              </a:defRPr>
            </a:lvl6pPr>
            <a:lvl7pPr algn="l">
              <a:defRPr sz="1200" b="1">
                <a:solidFill>
                  <a:srgbClr val="C6AEFF"/>
                </a:solidFill>
                <a:latin typeface="Arial"/>
                <a:ea typeface="Arial"/>
                <a:cs typeface="Arial"/>
              </a:defRPr>
            </a:lvl7pPr>
            <a:lvl8pPr algn="l">
              <a:defRPr sz="1200" b="1">
                <a:solidFill>
                  <a:srgbClr val="C6AEFF"/>
                </a:solidFill>
                <a:latin typeface="Arial"/>
                <a:ea typeface="Arial"/>
                <a:cs typeface="Arial"/>
              </a:defRPr>
            </a:lvl8pPr>
            <a:lvl9pPr algn="l">
              <a:defRPr sz="1200" b="1">
                <a:solidFill>
                  <a:srgbClr val="C6AEFF"/>
                </a:solidFill>
                <a:latin typeface="Arial"/>
                <a:ea typeface="Arial"/>
                <a:cs typeface="Arial"/>
              </a:defRPr>
            </a:lvl9pPr>
          </a:lstStyle>
          <a:p xmlns:a="http://schemas.openxmlformats.org/drawingml/2006/main">
            <a:pPr algn="l">
              <a:defRPr sz="1200" b="1">
                <a:solidFill>
                  <a:srgbClr val="C6AEFF"/>
                </a:solidFill>
                <a:latin typeface="Arial"/>
                <a:ea typeface="Arial"/>
                <a:cs typeface="Arial"/>
              </a:defRPr>
            </a:pPr>
            <a:r>
              <a:rPr sz="1200" b="1">
                <a:solidFill>
                  <a:srgbClr val="C6AEFF"/>
                </a:solidFill>
                <a:latin typeface="Arial"/>
                <a:ea typeface="Arial"/>
                <a:cs typeface="Arial"/>
              </a:rPr>
              <a:t>OWNER-SIGNED QUOTE</a:t>
            </a:r>
          </a:p>
        </p:txBody>
      </p:sp>
      <p:sp>
        <p:nvSpPr>
          <p:cNvPr id="9" name="terms-rule">
            <a:extLst xmlns:a="http://schemas.openxmlformats.org/drawingml/2006/main">
              <a:ext uri="{FF2B5EF4-FFF2-40B4-BE49-F238E27FC236}">
                <a16:creationId xmlns:a16="http://schemas.microsoft.com/office/drawing/2014/main" id="{42387A61-851F-481C-A503-AD037CE4967F}"/>
              </a:ext>
            </a:extLst>
          </p:cNvPr>
          <p:cNvSpPr>
            <a:spLocks xmlns:a="http://schemas.openxmlformats.org/drawingml/2006/main" noGrp="1"/>
          </p:cNvSpPr>
          <p:nvPr/>
        </p:nvSpPr>
        <p:spPr>
          <a:xfrm xmlns:a="http://schemas.openxmlformats.org/drawingml/2006/main">
            <a:off x="781050" y="3276600"/>
            <a:ext cx="10458450" cy="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10" name="term-node-0">
            <a:extLst xmlns:a="http://schemas.openxmlformats.org/drawingml/2006/main">
              <a:ext uri="{FF2B5EF4-FFF2-40B4-BE49-F238E27FC236}">
                <a16:creationId xmlns:a16="http://schemas.microsoft.com/office/drawing/2014/main" id="{93AE0224-2F37-4436-96FD-58CFC217D762}"/>
              </a:ext>
            </a:extLst>
          </p:cNvPr>
          <p:cNvSpPr>
            <a:spLocks xmlns:a="http://schemas.openxmlformats.org/drawingml/2006/main" noGrp="1"/>
          </p:cNvSpPr>
          <p:nvPr/>
        </p:nvSpPr>
        <p:spPr>
          <a:xfrm xmlns:a="http://schemas.openxmlformats.org/drawingml/2006/main">
            <a:off x="742950" y="3209925"/>
            <a:ext cx="133350" cy="133350"/>
          </a:xfrm>
          <a:prstGeom xmlns:a="http://schemas.openxmlformats.org/drawingml/2006/main" prst="ellipse">
            <a:avLst/>
          </a:prstGeom>
          <a:solidFill xmlns:a="http://schemas.openxmlformats.org/drawingml/2006/main">
            <a:srgbClr val="C6AEFF"/>
          </a:solidFill>
          <a:ln xmlns:a="http://schemas.openxmlformats.org/drawingml/2006/main" w="0">
            <a:noFill/>
            <a:prstDash val="solid"/>
          </a:ln>
        </p:spPr>
      </p:sp>
      <p:sp>
        <p:nvSpPr>
          <p:cNvPr id="11" name="term-number-0">
            <a:extLst xmlns:a="http://schemas.openxmlformats.org/drawingml/2006/main">
              <a:ext uri="{FF2B5EF4-FFF2-40B4-BE49-F238E27FC236}">
                <a16:creationId xmlns:a16="http://schemas.microsoft.com/office/drawing/2014/main" id="{E552C77E-388F-4674-823F-8D9434BC31D9}"/>
              </a:ext>
            </a:extLst>
          </p:cNvPr>
          <p:cNvSpPr>
            <a:spLocks xmlns:a="http://schemas.openxmlformats.org/drawingml/2006/main" noGrp="1"/>
          </p:cNvSpPr>
          <p:nvPr/>
        </p:nvSpPr>
        <p:spPr>
          <a:xfrm xmlns:a="http://schemas.openxmlformats.org/drawingml/2006/main">
            <a:off x="742950" y="361950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6AEFF"/>
                </a:solidFill>
                <a:latin typeface="Arial"/>
                <a:ea typeface="Arial"/>
                <a:cs typeface="Arial"/>
              </a:defRPr>
            </a:defPPr>
            <a:lvl1pPr algn="l">
              <a:defRPr sz="1200" b="1">
                <a:solidFill>
                  <a:srgbClr val="C6AEFF"/>
                </a:solidFill>
                <a:latin typeface="Arial"/>
                <a:ea typeface="Arial"/>
                <a:cs typeface="Arial"/>
              </a:defRPr>
            </a:lvl1pPr>
            <a:lvl2pPr algn="l">
              <a:defRPr sz="1200" b="1">
                <a:solidFill>
                  <a:srgbClr val="C6AEFF"/>
                </a:solidFill>
                <a:latin typeface="Arial"/>
                <a:ea typeface="Arial"/>
                <a:cs typeface="Arial"/>
              </a:defRPr>
            </a:lvl2pPr>
            <a:lvl3pPr algn="l">
              <a:defRPr sz="1200" b="1">
                <a:solidFill>
                  <a:srgbClr val="C6AEFF"/>
                </a:solidFill>
                <a:latin typeface="Arial"/>
                <a:ea typeface="Arial"/>
                <a:cs typeface="Arial"/>
              </a:defRPr>
            </a:lvl3pPr>
            <a:lvl4pPr algn="l">
              <a:defRPr sz="1200" b="1">
                <a:solidFill>
                  <a:srgbClr val="C6AEFF"/>
                </a:solidFill>
                <a:latin typeface="Arial"/>
                <a:ea typeface="Arial"/>
                <a:cs typeface="Arial"/>
              </a:defRPr>
            </a:lvl4pPr>
            <a:lvl5pPr algn="l">
              <a:defRPr sz="1200" b="1">
                <a:solidFill>
                  <a:srgbClr val="C6AEFF"/>
                </a:solidFill>
                <a:latin typeface="Arial"/>
                <a:ea typeface="Arial"/>
                <a:cs typeface="Arial"/>
              </a:defRPr>
            </a:lvl5pPr>
            <a:lvl6pPr algn="l">
              <a:defRPr sz="1200" b="1">
                <a:solidFill>
                  <a:srgbClr val="C6AEFF"/>
                </a:solidFill>
                <a:latin typeface="Arial"/>
                <a:ea typeface="Arial"/>
                <a:cs typeface="Arial"/>
              </a:defRPr>
            </a:lvl6pPr>
            <a:lvl7pPr algn="l">
              <a:defRPr sz="1200" b="1">
                <a:solidFill>
                  <a:srgbClr val="C6AEFF"/>
                </a:solidFill>
                <a:latin typeface="Arial"/>
                <a:ea typeface="Arial"/>
                <a:cs typeface="Arial"/>
              </a:defRPr>
            </a:lvl7pPr>
            <a:lvl8pPr algn="l">
              <a:defRPr sz="1200" b="1">
                <a:solidFill>
                  <a:srgbClr val="C6AEFF"/>
                </a:solidFill>
                <a:latin typeface="Arial"/>
                <a:ea typeface="Arial"/>
                <a:cs typeface="Arial"/>
              </a:defRPr>
            </a:lvl8pPr>
            <a:lvl9pPr algn="l">
              <a:defRPr sz="1200" b="1">
                <a:solidFill>
                  <a:srgbClr val="C6AEFF"/>
                </a:solidFill>
                <a:latin typeface="Arial"/>
                <a:ea typeface="Arial"/>
                <a:cs typeface="Arial"/>
              </a:defRPr>
            </a:lvl9pPr>
          </a:lstStyle>
          <a:p xmlns:a="http://schemas.openxmlformats.org/drawingml/2006/main">
            <a:pPr algn="l">
              <a:defRPr sz="1200" b="1">
                <a:solidFill>
                  <a:srgbClr val="C6AEFF"/>
                </a:solidFill>
                <a:latin typeface="Arial"/>
                <a:ea typeface="Arial"/>
                <a:cs typeface="Arial"/>
              </a:defRPr>
            </a:pPr>
            <a:r>
              <a:rPr sz="1200" b="1">
                <a:solidFill>
                  <a:srgbClr val="C6AEFF"/>
                </a:solidFill>
                <a:latin typeface="Arial"/>
                <a:ea typeface="Arial"/>
                <a:cs typeface="Arial"/>
              </a:rPr>
              <a:t>01</a:t>
            </a:r>
          </a:p>
        </p:txBody>
      </p:sp>
      <p:sp>
        <p:nvSpPr>
          <p:cNvPr id="12" name="term-name-0">
            <a:extLst xmlns:a="http://schemas.openxmlformats.org/drawingml/2006/main">
              <a:ext uri="{FF2B5EF4-FFF2-40B4-BE49-F238E27FC236}">
                <a16:creationId xmlns:a16="http://schemas.microsoft.com/office/drawing/2014/main" id="{4D2DBA85-71D6-4AEA-857A-175FA63EA9D3}"/>
              </a:ext>
            </a:extLst>
          </p:cNvPr>
          <p:cNvSpPr>
            <a:spLocks xmlns:a="http://schemas.openxmlformats.org/drawingml/2006/main" noGrp="1"/>
          </p:cNvSpPr>
          <p:nvPr/>
        </p:nvSpPr>
        <p:spPr>
          <a:xfrm xmlns:a="http://schemas.openxmlformats.org/drawingml/2006/main">
            <a:off x="742950" y="40290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6F3FB"/>
                </a:solidFill>
                <a:latin typeface="Arial"/>
                <a:ea typeface="Arial"/>
                <a:cs typeface="Arial"/>
              </a:defRPr>
            </a:defPPr>
            <a:lvl1pPr algn="l">
              <a:defRPr sz="2250" b="1">
                <a:solidFill>
                  <a:srgbClr val="F6F3FB"/>
                </a:solidFill>
                <a:latin typeface="Arial"/>
                <a:ea typeface="Arial"/>
                <a:cs typeface="Arial"/>
              </a:defRPr>
            </a:lvl1pPr>
            <a:lvl2pPr algn="l">
              <a:defRPr sz="2250" b="1">
                <a:solidFill>
                  <a:srgbClr val="F6F3FB"/>
                </a:solidFill>
                <a:latin typeface="Arial"/>
                <a:ea typeface="Arial"/>
                <a:cs typeface="Arial"/>
              </a:defRPr>
            </a:lvl2pPr>
            <a:lvl3pPr algn="l">
              <a:defRPr sz="2250" b="1">
                <a:solidFill>
                  <a:srgbClr val="F6F3FB"/>
                </a:solidFill>
                <a:latin typeface="Arial"/>
                <a:ea typeface="Arial"/>
                <a:cs typeface="Arial"/>
              </a:defRPr>
            </a:lvl3pPr>
            <a:lvl4pPr algn="l">
              <a:defRPr sz="2250" b="1">
                <a:solidFill>
                  <a:srgbClr val="F6F3FB"/>
                </a:solidFill>
                <a:latin typeface="Arial"/>
                <a:ea typeface="Arial"/>
                <a:cs typeface="Arial"/>
              </a:defRPr>
            </a:lvl4pPr>
            <a:lvl5pPr algn="l">
              <a:defRPr sz="2250" b="1">
                <a:solidFill>
                  <a:srgbClr val="F6F3FB"/>
                </a:solidFill>
                <a:latin typeface="Arial"/>
                <a:ea typeface="Arial"/>
                <a:cs typeface="Arial"/>
              </a:defRPr>
            </a:lvl5pPr>
            <a:lvl6pPr algn="l">
              <a:defRPr sz="2250" b="1">
                <a:solidFill>
                  <a:srgbClr val="F6F3FB"/>
                </a:solidFill>
                <a:latin typeface="Arial"/>
                <a:ea typeface="Arial"/>
                <a:cs typeface="Arial"/>
              </a:defRPr>
            </a:lvl6pPr>
            <a:lvl7pPr algn="l">
              <a:defRPr sz="2250" b="1">
                <a:solidFill>
                  <a:srgbClr val="F6F3FB"/>
                </a:solidFill>
                <a:latin typeface="Arial"/>
                <a:ea typeface="Arial"/>
                <a:cs typeface="Arial"/>
              </a:defRPr>
            </a:lvl7pPr>
            <a:lvl8pPr algn="l">
              <a:defRPr sz="2250" b="1">
                <a:solidFill>
                  <a:srgbClr val="F6F3FB"/>
                </a:solidFill>
                <a:latin typeface="Arial"/>
                <a:ea typeface="Arial"/>
                <a:cs typeface="Arial"/>
              </a:defRPr>
            </a:lvl8pPr>
            <a:lvl9pPr algn="l">
              <a:defRPr sz="2250" b="1">
                <a:solidFill>
                  <a:srgbClr val="F6F3FB"/>
                </a:solidFill>
                <a:latin typeface="Arial"/>
                <a:ea typeface="Arial"/>
                <a:cs typeface="Arial"/>
              </a:defRPr>
            </a:lvl9pPr>
          </a:lstStyle>
          <a:p xmlns:a="http://schemas.openxmlformats.org/drawingml/2006/main">
            <a:pPr algn="l">
              <a:defRPr sz="2250" b="1">
                <a:solidFill>
                  <a:srgbClr val="F6F3FB"/>
                </a:solidFill>
                <a:latin typeface="Arial"/>
                <a:ea typeface="Arial"/>
                <a:cs typeface="Arial"/>
              </a:defRPr>
            </a:pPr>
            <a:r>
              <a:rPr sz="2250" b="1">
                <a:solidFill>
                  <a:srgbClr val="F6F3FB"/>
                </a:solidFill>
                <a:latin typeface="Arial"/>
                <a:ea typeface="Arial"/>
                <a:cs typeface="Arial"/>
              </a:rPr>
              <a:t>ROUTE</a:t>
            </a:r>
          </a:p>
        </p:txBody>
      </p:sp>
      <p:sp>
        <p:nvSpPr>
          <p:cNvPr id="13" name="term-detail-0">
            <a:extLst xmlns:a="http://schemas.openxmlformats.org/drawingml/2006/main">
              <a:ext uri="{FF2B5EF4-FFF2-40B4-BE49-F238E27FC236}">
                <a16:creationId xmlns:a16="http://schemas.microsoft.com/office/drawing/2014/main" id="{BAA47835-435E-4247-94D1-805EF66E6518}"/>
              </a:ext>
            </a:extLst>
          </p:cNvPr>
          <p:cNvSpPr>
            <a:spLocks xmlns:a="http://schemas.openxmlformats.org/drawingml/2006/main" noGrp="1"/>
          </p:cNvSpPr>
          <p:nvPr/>
        </p:nvSpPr>
        <p:spPr>
          <a:xfrm xmlns:a="http://schemas.openxmlformats.org/drawingml/2006/main">
            <a:off x="742950" y="4476750"/>
            <a:ext cx="2247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AA5B4"/>
                </a:solidFill>
                <a:latin typeface="Arial"/>
                <a:ea typeface="Arial"/>
                <a:cs typeface="Arial"/>
              </a:defRPr>
            </a:defPPr>
            <a:lvl1pPr algn="l">
              <a:defRPr sz="1500" b="0">
                <a:solidFill>
                  <a:srgbClr val="AAA5B4"/>
                </a:solidFill>
                <a:latin typeface="Arial"/>
                <a:ea typeface="Arial"/>
                <a:cs typeface="Arial"/>
              </a:defRPr>
            </a:lvl1pPr>
            <a:lvl2pPr algn="l">
              <a:defRPr sz="1500" b="0">
                <a:solidFill>
                  <a:srgbClr val="AAA5B4"/>
                </a:solidFill>
                <a:latin typeface="Arial"/>
                <a:ea typeface="Arial"/>
                <a:cs typeface="Arial"/>
              </a:defRPr>
            </a:lvl2pPr>
            <a:lvl3pPr algn="l">
              <a:defRPr sz="1500" b="0">
                <a:solidFill>
                  <a:srgbClr val="AAA5B4"/>
                </a:solidFill>
                <a:latin typeface="Arial"/>
                <a:ea typeface="Arial"/>
                <a:cs typeface="Arial"/>
              </a:defRPr>
            </a:lvl3pPr>
            <a:lvl4pPr algn="l">
              <a:defRPr sz="1500" b="0">
                <a:solidFill>
                  <a:srgbClr val="AAA5B4"/>
                </a:solidFill>
                <a:latin typeface="Arial"/>
                <a:ea typeface="Arial"/>
                <a:cs typeface="Arial"/>
              </a:defRPr>
            </a:lvl4pPr>
            <a:lvl5pPr algn="l">
              <a:defRPr sz="1500" b="0">
                <a:solidFill>
                  <a:srgbClr val="AAA5B4"/>
                </a:solidFill>
                <a:latin typeface="Arial"/>
                <a:ea typeface="Arial"/>
                <a:cs typeface="Arial"/>
              </a:defRPr>
            </a:lvl5pPr>
            <a:lvl6pPr algn="l">
              <a:defRPr sz="1500" b="0">
                <a:solidFill>
                  <a:srgbClr val="AAA5B4"/>
                </a:solidFill>
                <a:latin typeface="Arial"/>
                <a:ea typeface="Arial"/>
                <a:cs typeface="Arial"/>
              </a:defRPr>
            </a:lvl6pPr>
            <a:lvl7pPr algn="l">
              <a:defRPr sz="1500" b="0">
                <a:solidFill>
                  <a:srgbClr val="AAA5B4"/>
                </a:solidFill>
                <a:latin typeface="Arial"/>
                <a:ea typeface="Arial"/>
                <a:cs typeface="Arial"/>
              </a:defRPr>
            </a:lvl7pPr>
            <a:lvl8pPr algn="l">
              <a:defRPr sz="1500" b="0">
                <a:solidFill>
                  <a:srgbClr val="AAA5B4"/>
                </a:solidFill>
                <a:latin typeface="Arial"/>
                <a:ea typeface="Arial"/>
                <a:cs typeface="Arial"/>
              </a:defRPr>
            </a:lvl8pPr>
            <a:lvl9pPr algn="l">
              <a:defRPr sz="1500" b="0">
                <a:solidFill>
                  <a:srgbClr val="AAA5B4"/>
                </a:solidFill>
                <a:latin typeface="Arial"/>
                <a:ea typeface="Arial"/>
                <a:cs typeface="Arial"/>
              </a:defRPr>
            </a:lvl9pPr>
          </a:lstStyle>
          <a:p xmlns:a="http://schemas.openxmlformats.org/drawingml/2006/main">
            <a:pPr algn="l">
              <a:defRPr sz="1500" b="0">
                <a:solidFill>
                  <a:srgbClr val="AAA5B4"/>
                </a:solidFill>
                <a:latin typeface="Arial"/>
                <a:ea typeface="Arial"/>
                <a:cs typeface="Arial"/>
              </a:defRPr>
            </a:pPr>
            <a:r>
              <a:rPr sz="1500" b="0">
                <a:solidFill>
                  <a:srgbClr val="AAA5B4"/>
                </a:solidFill>
                <a:latin typeface="Arial"/>
                <a:ea typeface="Arial"/>
                <a:cs typeface="Arial"/>
              </a:rPr>
              <a:t>Chosen model or worker</a:t>
            </a:r>
          </a:p>
        </p:txBody>
      </p:sp>
      <p:sp>
        <p:nvSpPr>
          <p:cNvPr id="14" name="term-node-1">
            <a:extLst xmlns:a="http://schemas.openxmlformats.org/drawingml/2006/main">
              <a:ext uri="{FF2B5EF4-FFF2-40B4-BE49-F238E27FC236}">
                <a16:creationId xmlns:a16="http://schemas.microsoft.com/office/drawing/2014/main" id="{CDF4A623-A65E-4F7E-9B80-0B31EEFA2D8F}"/>
              </a:ext>
            </a:extLst>
          </p:cNvPr>
          <p:cNvSpPr>
            <a:spLocks xmlns:a="http://schemas.openxmlformats.org/drawingml/2006/main" noGrp="1"/>
          </p:cNvSpPr>
          <p:nvPr/>
        </p:nvSpPr>
        <p:spPr>
          <a:xfrm xmlns:a="http://schemas.openxmlformats.org/drawingml/2006/main">
            <a:off x="3476625" y="3209925"/>
            <a:ext cx="133350" cy="133350"/>
          </a:xfrm>
          <a:prstGeom xmlns:a="http://schemas.openxmlformats.org/drawingml/2006/main" prst="ellipse">
            <a:avLst/>
          </a:prstGeom>
          <a:solidFill xmlns:a="http://schemas.openxmlformats.org/drawingml/2006/main">
            <a:srgbClr val="383341"/>
          </a:solidFill>
          <a:ln xmlns:a="http://schemas.openxmlformats.org/drawingml/2006/main" w="0">
            <a:noFill/>
            <a:prstDash val="solid"/>
          </a:ln>
        </p:spPr>
      </p:sp>
      <p:sp>
        <p:nvSpPr>
          <p:cNvPr id="15" name="term-number-1">
            <a:extLst xmlns:a="http://schemas.openxmlformats.org/drawingml/2006/main">
              <a:ext uri="{FF2B5EF4-FFF2-40B4-BE49-F238E27FC236}">
                <a16:creationId xmlns:a16="http://schemas.microsoft.com/office/drawing/2014/main" id="{80ABCEAE-01AF-4517-8ABE-7CF01A625A32}"/>
              </a:ext>
            </a:extLst>
          </p:cNvPr>
          <p:cNvSpPr>
            <a:spLocks xmlns:a="http://schemas.openxmlformats.org/drawingml/2006/main" noGrp="1"/>
          </p:cNvSpPr>
          <p:nvPr/>
        </p:nvSpPr>
        <p:spPr>
          <a:xfrm xmlns:a="http://schemas.openxmlformats.org/drawingml/2006/main">
            <a:off x="3476625" y="361950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6AEFF"/>
                </a:solidFill>
                <a:latin typeface="Arial"/>
                <a:ea typeface="Arial"/>
                <a:cs typeface="Arial"/>
              </a:defRPr>
            </a:defPPr>
            <a:lvl1pPr algn="l">
              <a:defRPr sz="1200" b="1">
                <a:solidFill>
                  <a:srgbClr val="C6AEFF"/>
                </a:solidFill>
                <a:latin typeface="Arial"/>
                <a:ea typeface="Arial"/>
                <a:cs typeface="Arial"/>
              </a:defRPr>
            </a:lvl1pPr>
            <a:lvl2pPr algn="l">
              <a:defRPr sz="1200" b="1">
                <a:solidFill>
                  <a:srgbClr val="C6AEFF"/>
                </a:solidFill>
                <a:latin typeface="Arial"/>
                <a:ea typeface="Arial"/>
                <a:cs typeface="Arial"/>
              </a:defRPr>
            </a:lvl2pPr>
            <a:lvl3pPr algn="l">
              <a:defRPr sz="1200" b="1">
                <a:solidFill>
                  <a:srgbClr val="C6AEFF"/>
                </a:solidFill>
                <a:latin typeface="Arial"/>
                <a:ea typeface="Arial"/>
                <a:cs typeface="Arial"/>
              </a:defRPr>
            </a:lvl3pPr>
            <a:lvl4pPr algn="l">
              <a:defRPr sz="1200" b="1">
                <a:solidFill>
                  <a:srgbClr val="C6AEFF"/>
                </a:solidFill>
                <a:latin typeface="Arial"/>
                <a:ea typeface="Arial"/>
                <a:cs typeface="Arial"/>
              </a:defRPr>
            </a:lvl4pPr>
            <a:lvl5pPr algn="l">
              <a:defRPr sz="1200" b="1">
                <a:solidFill>
                  <a:srgbClr val="C6AEFF"/>
                </a:solidFill>
                <a:latin typeface="Arial"/>
                <a:ea typeface="Arial"/>
                <a:cs typeface="Arial"/>
              </a:defRPr>
            </a:lvl5pPr>
            <a:lvl6pPr algn="l">
              <a:defRPr sz="1200" b="1">
                <a:solidFill>
                  <a:srgbClr val="C6AEFF"/>
                </a:solidFill>
                <a:latin typeface="Arial"/>
                <a:ea typeface="Arial"/>
                <a:cs typeface="Arial"/>
              </a:defRPr>
            </a:lvl6pPr>
            <a:lvl7pPr algn="l">
              <a:defRPr sz="1200" b="1">
                <a:solidFill>
                  <a:srgbClr val="C6AEFF"/>
                </a:solidFill>
                <a:latin typeface="Arial"/>
                <a:ea typeface="Arial"/>
                <a:cs typeface="Arial"/>
              </a:defRPr>
            </a:lvl7pPr>
            <a:lvl8pPr algn="l">
              <a:defRPr sz="1200" b="1">
                <a:solidFill>
                  <a:srgbClr val="C6AEFF"/>
                </a:solidFill>
                <a:latin typeface="Arial"/>
                <a:ea typeface="Arial"/>
                <a:cs typeface="Arial"/>
              </a:defRPr>
            </a:lvl8pPr>
            <a:lvl9pPr algn="l">
              <a:defRPr sz="1200" b="1">
                <a:solidFill>
                  <a:srgbClr val="C6AEFF"/>
                </a:solidFill>
                <a:latin typeface="Arial"/>
                <a:ea typeface="Arial"/>
                <a:cs typeface="Arial"/>
              </a:defRPr>
            </a:lvl9pPr>
          </a:lstStyle>
          <a:p xmlns:a="http://schemas.openxmlformats.org/drawingml/2006/main">
            <a:pPr algn="l">
              <a:defRPr sz="1200" b="1">
                <a:solidFill>
                  <a:srgbClr val="C6AEFF"/>
                </a:solidFill>
                <a:latin typeface="Arial"/>
                <a:ea typeface="Arial"/>
                <a:cs typeface="Arial"/>
              </a:defRPr>
            </a:pPr>
            <a:r>
              <a:rPr sz="1200" b="1">
                <a:solidFill>
                  <a:srgbClr val="C6AEFF"/>
                </a:solidFill>
                <a:latin typeface="Arial"/>
                <a:ea typeface="Arial"/>
                <a:cs typeface="Arial"/>
              </a:rPr>
              <a:t>02</a:t>
            </a:r>
          </a:p>
        </p:txBody>
      </p:sp>
      <p:sp>
        <p:nvSpPr>
          <p:cNvPr id="16" name="term-name-1">
            <a:extLst xmlns:a="http://schemas.openxmlformats.org/drawingml/2006/main">
              <a:ext uri="{FF2B5EF4-FFF2-40B4-BE49-F238E27FC236}">
                <a16:creationId xmlns:a16="http://schemas.microsoft.com/office/drawing/2014/main" id="{BDA1426E-F447-4E8B-AAB8-A050BDEDBCAB}"/>
              </a:ext>
            </a:extLst>
          </p:cNvPr>
          <p:cNvSpPr>
            <a:spLocks xmlns:a="http://schemas.openxmlformats.org/drawingml/2006/main" noGrp="1"/>
          </p:cNvSpPr>
          <p:nvPr/>
        </p:nvSpPr>
        <p:spPr>
          <a:xfrm xmlns:a="http://schemas.openxmlformats.org/drawingml/2006/main">
            <a:off x="3476625" y="40290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6F3FB"/>
                </a:solidFill>
                <a:latin typeface="Arial"/>
                <a:ea typeface="Arial"/>
                <a:cs typeface="Arial"/>
              </a:defRPr>
            </a:defPPr>
            <a:lvl1pPr algn="l">
              <a:defRPr sz="2250" b="1">
                <a:solidFill>
                  <a:srgbClr val="F6F3FB"/>
                </a:solidFill>
                <a:latin typeface="Arial"/>
                <a:ea typeface="Arial"/>
                <a:cs typeface="Arial"/>
              </a:defRPr>
            </a:lvl1pPr>
            <a:lvl2pPr algn="l">
              <a:defRPr sz="2250" b="1">
                <a:solidFill>
                  <a:srgbClr val="F6F3FB"/>
                </a:solidFill>
                <a:latin typeface="Arial"/>
                <a:ea typeface="Arial"/>
                <a:cs typeface="Arial"/>
              </a:defRPr>
            </a:lvl2pPr>
            <a:lvl3pPr algn="l">
              <a:defRPr sz="2250" b="1">
                <a:solidFill>
                  <a:srgbClr val="F6F3FB"/>
                </a:solidFill>
                <a:latin typeface="Arial"/>
                <a:ea typeface="Arial"/>
                <a:cs typeface="Arial"/>
              </a:defRPr>
            </a:lvl3pPr>
            <a:lvl4pPr algn="l">
              <a:defRPr sz="2250" b="1">
                <a:solidFill>
                  <a:srgbClr val="F6F3FB"/>
                </a:solidFill>
                <a:latin typeface="Arial"/>
                <a:ea typeface="Arial"/>
                <a:cs typeface="Arial"/>
              </a:defRPr>
            </a:lvl4pPr>
            <a:lvl5pPr algn="l">
              <a:defRPr sz="2250" b="1">
                <a:solidFill>
                  <a:srgbClr val="F6F3FB"/>
                </a:solidFill>
                <a:latin typeface="Arial"/>
                <a:ea typeface="Arial"/>
                <a:cs typeface="Arial"/>
              </a:defRPr>
            </a:lvl5pPr>
            <a:lvl6pPr algn="l">
              <a:defRPr sz="2250" b="1">
                <a:solidFill>
                  <a:srgbClr val="F6F3FB"/>
                </a:solidFill>
                <a:latin typeface="Arial"/>
                <a:ea typeface="Arial"/>
                <a:cs typeface="Arial"/>
              </a:defRPr>
            </a:lvl6pPr>
            <a:lvl7pPr algn="l">
              <a:defRPr sz="2250" b="1">
                <a:solidFill>
                  <a:srgbClr val="F6F3FB"/>
                </a:solidFill>
                <a:latin typeface="Arial"/>
                <a:ea typeface="Arial"/>
                <a:cs typeface="Arial"/>
              </a:defRPr>
            </a:lvl7pPr>
            <a:lvl8pPr algn="l">
              <a:defRPr sz="2250" b="1">
                <a:solidFill>
                  <a:srgbClr val="F6F3FB"/>
                </a:solidFill>
                <a:latin typeface="Arial"/>
                <a:ea typeface="Arial"/>
                <a:cs typeface="Arial"/>
              </a:defRPr>
            </a:lvl8pPr>
            <a:lvl9pPr algn="l">
              <a:defRPr sz="2250" b="1">
                <a:solidFill>
                  <a:srgbClr val="F6F3FB"/>
                </a:solidFill>
                <a:latin typeface="Arial"/>
                <a:ea typeface="Arial"/>
                <a:cs typeface="Arial"/>
              </a:defRPr>
            </a:lvl9pPr>
          </a:lstStyle>
          <a:p xmlns:a="http://schemas.openxmlformats.org/drawingml/2006/main">
            <a:pPr algn="l">
              <a:defRPr sz="2250" b="1">
                <a:solidFill>
                  <a:srgbClr val="F6F3FB"/>
                </a:solidFill>
                <a:latin typeface="Arial"/>
                <a:ea typeface="Arial"/>
                <a:cs typeface="Arial"/>
              </a:defRPr>
            </a:pPr>
            <a:r>
              <a:rPr sz="2250" b="1">
                <a:solidFill>
                  <a:srgbClr val="F6F3FB"/>
                </a:solidFill>
                <a:latin typeface="Arial"/>
                <a:ea typeface="Arial"/>
                <a:cs typeface="Arial"/>
              </a:rPr>
              <a:t>INPUT</a:t>
            </a:r>
          </a:p>
        </p:txBody>
      </p:sp>
      <p:sp>
        <p:nvSpPr>
          <p:cNvPr id="17" name="term-detail-1">
            <a:extLst xmlns:a="http://schemas.openxmlformats.org/drawingml/2006/main">
              <a:ext uri="{FF2B5EF4-FFF2-40B4-BE49-F238E27FC236}">
                <a16:creationId xmlns:a16="http://schemas.microsoft.com/office/drawing/2014/main" id="{5D515402-E01A-44A7-8411-91F86F9E5FB3}"/>
              </a:ext>
            </a:extLst>
          </p:cNvPr>
          <p:cNvSpPr>
            <a:spLocks xmlns:a="http://schemas.openxmlformats.org/drawingml/2006/main" noGrp="1"/>
          </p:cNvSpPr>
          <p:nvPr/>
        </p:nvSpPr>
        <p:spPr>
          <a:xfrm xmlns:a="http://schemas.openxmlformats.org/drawingml/2006/main">
            <a:off x="3476625" y="4476750"/>
            <a:ext cx="2247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AA5B4"/>
                </a:solidFill>
                <a:latin typeface="Arial"/>
                <a:ea typeface="Arial"/>
                <a:cs typeface="Arial"/>
              </a:defRPr>
            </a:defPPr>
            <a:lvl1pPr algn="l">
              <a:defRPr sz="1500" b="0">
                <a:solidFill>
                  <a:srgbClr val="AAA5B4"/>
                </a:solidFill>
                <a:latin typeface="Arial"/>
                <a:ea typeface="Arial"/>
                <a:cs typeface="Arial"/>
              </a:defRPr>
            </a:lvl1pPr>
            <a:lvl2pPr algn="l">
              <a:defRPr sz="1500" b="0">
                <a:solidFill>
                  <a:srgbClr val="AAA5B4"/>
                </a:solidFill>
                <a:latin typeface="Arial"/>
                <a:ea typeface="Arial"/>
                <a:cs typeface="Arial"/>
              </a:defRPr>
            </a:lvl2pPr>
            <a:lvl3pPr algn="l">
              <a:defRPr sz="1500" b="0">
                <a:solidFill>
                  <a:srgbClr val="AAA5B4"/>
                </a:solidFill>
                <a:latin typeface="Arial"/>
                <a:ea typeface="Arial"/>
                <a:cs typeface="Arial"/>
              </a:defRPr>
            </a:lvl3pPr>
            <a:lvl4pPr algn="l">
              <a:defRPr sz="1500" b="0">
                <a:solidFill>
                  <a:srgbClr val="AAA5B4"/>
                </a:solidFill>
                <a:latin typeface="Arial"/>
                <a:ea typeface="Arial"/>
                <a:cs typeface="Arial"/>
              </a:defRPr>
            </a:lvl4pPr>
            <a:lvl5pPr algn="l">
              <a:defRPr sz="1500" b="0">
                <a:solidFill>
                  <a:srgbClr val="AAA5B4"/>
                </a:solidFill>
                <a:latin typeface="Arial"/>
                <a:ea typeface="Arial"/>
                <a:cs typeface="Arial"/>
              </a:defRPr>
            </a:lvl5pPr>
            <a:lvl6pPr algn="l">
              <a:defRPr sz="1500" b="0">
                <a:solidFill>
                  <a:srgbClr val="AAA5B4"/>
                </a:solidFill>
                <a:latin typeface="Arial"/>
                <a:ea typeface="Arial"/>
                <a:cs typeface="Arial"/>
              </a:defRPr>
            </a:lvl6pPr>
            <a:lvl7pPr algn="l">
              <a:defRPr sz="1500" b="0">
                <a:solidFill>
                  <a:srgbClr val="AAA5B4"/>
                </a:solidFill>
                <a:latin typeface="Arial"/>
                <a:ea typeface="Arial"/>
                <a:cs typeface="Arial"/>
              </a:defRPr>
            </a:lvl7pPr>
            <a:lvl8pPr algn="l">
              <a:defRPr sz="1500" b="0">
                <a:solidFill>
                  <a:srgbClr val="AAA5B4"/>
                </a:solidFill>
                <a:latin typeface="Arial"/>
                <a:ea typeface="Arial"/>
                <a:cs typeface="Arial"/>
              </a:defRPr>
            </a:lvl8pPr>
            <a:lvl9pPr algn="l">
              <a:defRPr sz="1500" b="0">
                <a:solidFill>
                  <a:srgbClr val="AAA5B4"/>
                </a:solidFill>
                <a:latin typeface="Arial"/>
                <a:ea typeface="Arial"/>
                <a:cs typeface="Arial"/>
              </a:defRPr>
            </a:lvl9pPr>
          </a:lstStyle>
          <a:p xmlns:a="http://schemas.openxmlformats.org/drawingml/2006/main">
            <a:pPr algn="l">
              <a:defRPr sz="1500" b="0">
                <a:solidFill>
                  <a:srgbClr val="AAA5B4"/>
                </a:solidFill>
                <a:latin typeface="Arial"/>
                <a:ea typeface="Arial"/>
                <a:cs typeface="Arial"/>
              </a:defRPr>
            </a:pPr>
            <a:r>
              <a:rPr sz="1500" b="0">
                <a:solidFill>
                  <a:srgbClr val="AAA5B4"/>
                </a:solidFill>
                <a:latin typeface="Arial"/>
                <a:ea typeface="Arial"/>
                <a:cs typeface="Arial"/>
              </a:rPr>
              <a:t>Source and input hashes</a:t>
            </a:r>
          </a:p>
        </p:txBody>
      </p:sp>
      <p:sp>
        <p:nvSpPr>
          <p:cNvPr id="18" name="term-node-2">
            <a:extLst xmlns:a="http://schemas.openxmlformats.org/drawingml/2006/main">
              <a:ext uri="{FF2B5EF4-FFF2-40B4-BE49-F238E27FC236}">
                <a16:creationId xmlns:a16="http://schemas.microsoft.com/office/drawing/2014/main" id="{0B7A157B-1B4C-4CFD-909D-FE17E5DCCC99}"/>
              </a:ext>
            </a:extLst>
          </p:cNvPr>
          <p:cNvSpPr>
            <a:spLocks xmlns:a="http://schemas.openxmlformats.org/drawingml/2006/main" noGrp="1"/>
          </p:cNvSpPr>
          <p:nvPr/>
        </p:nvSpPr>
        <p:spPr>
          <a:xfrm xmlns:a="http://schemas.openxmlformats.org/drawingml/2006/main">
            <a:off x="6210300" y="3209925"/>
            <a:ext cx="133350" cy="133350"/>
          </a:xfrm>
          <a:prstGeom xmlns:a="http://schemas.openxmlformats.org/drawingml/2006/main" prst="ellipse">
            <a:avLst/>
          </a:prstGeom>
          <a:solidFill xmlns:a="http://schemas.openxmlformats.org/drawingml/2006/main">
            <a:srgbClr val="383341"/>
          </a:solidFill>
          <a:ln xmlns:a="http://schemas.openxmlformats.org/drawingml/2006/main" w="0">
            <a:noFill/>
            <a:prstDash val="solid"/>
          </a:ln>
        </p:spPr>
      </p:sp>
      <p:sp>
        <p:nvSpPr>
          <p:cNvPr id="19" name="term-number-2">
            <a:extLst xmlns:a="http://schemas.openxmlformats.org/drawingml/2006/main">
              <a:ext uri="{FF2B5EF4-FFF2-40B4-BE49-F238E27FC236}">
                <a16:creationId xmlns:a16="http://schemas.microsoft.com/office/drawing/2014/main" id="{7CFDC537-F653-4D9F-BDB2-4CDA731BCCC6}"/>
              </a:ext>
            </a:extLst>
          </p:cNvPr>
          <p:cNvSpPr>
            <a:spLocks xmlns:a="http://schemas.openxmlformats.org/drawingml/2006/main" noGrp="1"/>
          </p:cNvSpPr>
          <p:nvPr/>
        </p:nvSpPr>
        <p:spPr>
          <a:xfrm xmlns:a="http://schemas.openxmlformats.org/drawingml/2006/main">
            <a:off x="6210300" y="361950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6AEFF"/>
                </a:solidFill>
                <a:latin typeface="Arial"/>
                <a:ea typeface="Arial"/>
                <a:cs typeface="Arial"/>
              </a:defRPr>
            </a:defPPr>
            <a:lvl1pPr algn="l">
              <a:defRPr sz="1200" b="1">
                <a:solidFill>
                  <a:srgbClr val="C6AEFF"/>
                </a:solidFill>
                <a:latin typeface="Arial"/>
                <a:ea typeface="Arial"/>
                <a:cs typeface="Arial"/>
              </a:defRPr>
            </a:lvl1pPr>
            <a:lvl2pPr algn="l">
              <a:defRPr sz="1200" b="1">
                <a:solidFill>
                  <a:srgbClr val="C6AEFF"/>
                </a:solidFill>
                <a:latin typeface="Arial"/>
                <a:ea typeface="Arial"/>
                <a:cs typeface="Arial"/>
              </a:defRPr>
            </a:lvl2pPr>
            <a:lvl3pPr algn="l">
              <a:defRPr sz="1200" b="1">
                <a:solidFill>
                  <a:srgbClr val="C6AEFF"/>
                </a:solidFill>
                <a:latin typeface="Arial"/>
                <a:ea typeface="Arial"/>
                <a:cs typeface="Arial"/>
              </a:defRPr>
            </a:lvl3pPr>
            <a:lvl4pPr algn="l">
              <a:defRPr sz="1200" b="1">
                <a:solidFill>
                  <a:srgbClr val="C6AEFF"/>
                </a:solidFill>
                <a:latin typeface="Arial"/>
                <a:ea typeface="Arial"/>
                <a:cs typeface="Arial"/>
              </a:defRPr>
            </a:lvl4pPr>
            <a:lvl5pPr algn="l">
              <a:defRPr sz="1200" b="1">
                <a:solidFill>
                  <a:srgbClr val="C6AEFF"/>
                </a:solidFill>
                <a:latin typeface="Arial"/>
                <a:ea typeface="Arial"/>
                <a:cs typeface="Arial"/>
              </a:defRPr>
            </a:lvl5pPr>
            <a:lvl6pPr algn="l">
              <a:defRPr sz="1200" b="1">
                <a:solidFill>
                  <a:srgbClr val="C6AEFF"/>
                </a:solidFill>
                <a:latin typeface="Arial"/>
                <a:ea typeface="Arial"/>
                <a:cs typeface="Arial"/>
              </a:defRPr>
            </a:lvl6pPr>
            <a:lvl7pPr algn="l">
              <a:defRPr sz="1200" b="1">
                <a:solidFill>
                  <a:srgbClr val="C6AEFF"/>
                </a:solidFill>
                <a:latin typeface="Arial"/>
                <a:ea typeface="Arial"/>
                <a:cs typeface="Arial"/>
              </a:defRPr>
            </a:lvl7pPr>
            <a:lvl8pPr algn="l">
              <a:defRPr sz="1200" b="1">
                <a:solidFill>
                  <a:srgbClr val="C6AEFF"/>
                </a:solidFill>
                <a:latin typeface="Arial"/>
                <a:ea typeface="Arial"/>
                <a:cs typeface="Arial"/>
              </a:defRPr>
            </a:lvl8pPr>
            <a:lvl9pPr algn="l">
              <a:defRPr sz="1200" b="1">
                <a:solidFill>
                  <a:srgbClr val="C6AEFF"/>
                </a:solidFill>
                <a:latin typeface="Arial"/>
                <a:ea typeface="Arial"/>
                <a:cs typeface="Arial"/>
              </a:defRPr>
            </a:lvl9pPr>
          </a:lstStyle>
          <a:p xmlns:a="http://schemas.openxmlformats.org/drawingml/2006/main">
            <a:pPr algn="l">
              <a:defRPr sz="1200" b="1">
                <a:solidFill>
                  <a:srgbClr val="C6AEFF"/>
                </a:solidFill>
                <a:latin typeface="Arial"/>
                <a:ea typeface="Arial"/>
                <a:cs typeface="Arial"/>
              </a:defRPr>
            </a:pPr>
            <a:r>
              <a:rPr sz="1200" b="1">
                <a:solidFill>
                  <a:srgbClr val="C6AEFF"/>
                </a:solidFill>
                <a:latin typeface="Arial"/>
                <a:ea typeface="Arial"/>
                <a:cs typeface="Arial"/>
              </a:rPr>
              <a:t>03</a:t>
            </a:r>
          </a:p>
        </p:txBody>
      </p:sp>
      <p:sp>
        <p:nvSpPr>
          <p:cNvPr id="20" name="term-name-2">
            <a:extLst xmlns:a="http://schemas.openxmlformats.org/drawingml/2006/main">
              <a:ext uri="{FF2B5EF4-FFF2-40B4-BE49-F238E27FC236}">
                <a16:creationId xmlns:a16="http://schemas.microsoft.com/office/drawing/2014/main" id="{BE352527-5D95-44D6-88C8-4DD5B04D06A0}"/>
              </a:ext>
            </a:extLst>
          </p:cNvPr>
          <p:cNvSpPr>
            <a:spLocks xmlns:a="http://schemas.openxmlformats.org/drawingml/2006/main" noGrp="1"/>
          </p:cNvSpPr>
          <p:nvPr/>
        </p:nvSpPr>
        <p:spPr>
          <a:xfrm xmlns:a="http://schemas.openxmlformats.org/drawingml/2006/main">
            <a:off x="6210300" y="40290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6F3FB"/>
                </a:solidFill>
                <a:latin typeface="Arial"/>
                <a:ea typeface="Arial"/>
                <a:cs typeface="Arial"/>
              </a:defRPr>
            </a:defPPr>
            <a:lvl1pPr algn="l">
              <a:defRPr sz="2250" b="1">
                <a:solidFill>
                  <a:srgbClr val="F6F3FB"/>
                </a:solidFill>
                <a:latin typeface="Arial"/>
                <a:ea typeface="Arial"/>
                <a:cs typeface="Arial"/>
              </a:defRPr>
            </a:lvl1pPr>
            <a:lvl2pPr algn="l">
              <a:defRPr sz="2250" b="1">
                <a:solidFill>
                  <a:srgbClr val="F6F3FB"/>
                </a:solidFill>
                <a:latin typeface="Arial"/>
                <a:ea typeface="Arial"/>
                <a:cs typeface="Arial"/>
              </a:defRPr>
            </a:lvl2pPr>
            <a:lvl3pPr algn="l">
              <a:defRPr sz="2250" b="1">
                <a:solidFill>
                  <a:srgbClr val="F6F3FB"/>
                </a:solidFill>
                <a:latin typeface="Arial"/>
                <a:ea typeface="Arial"/>
                <a:cs typeface="Arial"/>
              </a:defRPr>
            </a:lvl3pPr>
            <a:lvl4pPr algn="l">
              <a:defRPr sz="2250" b="1">
                <a:solidFill>
                  <a:srgbClr val="F6F3FB"/>
                </a:solidFill>
                <a:latin typeface="Arial"/>
                <a:ea typeface="Arial"/>
                <a:cs typeface="Arial"/>
              </a:defRPr>
            </a:lvl4pPr>
            <a:lvl5pPr algn="l">
              <a:defRPr sz="2250" b="1">
                <a:solidFill>
                  <a:srgbClr val="F6F3FB"/>
                </a:solidFill>
                <a:latin typeface="Arial"/>
                <a:ea typeface="Arial"/>
                <a:cs typeface="Arial"/>
              </a:defRPr>
            </a:lvl5pPr>
            <a:lvl6pPr algn="l">
              <a:defRPr sz="2250" b="1">
                <a:solidFill>
                  <a:srgbClr val="F6F3FB"/>
                </a:solidFill>
                <a:latin typeface="Arial"/>
                <a:ea typeface="Arial"/>
                <a:cs typeface="Arial"/>
              </a:defRPr>
            </a:lvl6pPr>
            <a:lvl7pPr algn="l">
              <a:defRPr sz="2250" b="1">
                <a:solidFill>
                  <a:srgbClr val="F6F3FB"/>
                </a:solidFill>
                <a:latin typeface="Arial"/>
                <a:ea typeface="Arial"/>
                <a:cs typeface="Arial"/>
              </a:defRPr>
            </a:lvl7pPr>
            <a:lvl8pPr algn="l">
              <a:defRPr sz="2250" b="1">
                <a:solidFill>
                  <a:srgbClr val="F6F3FB"/>
                </a:solidFill>
                <a:latin typeface="Arial"/>
                <a:ea typeface="Arial"/>
                <a:cs typeface="Arial"/>
              </a:defRPr>
            </a:lvl8pPr>
            <a:lvl9pPr algn="l">
              <a:defRPr sz="2250" b="1">
                <a:solidFill>
                  <a:srgbClr val="F6F3FB"/>
                </a:solidFill>
                <a:latin typeface="Arial"/>
                <a:ea typeface="Arial"/>
                <a:cs typeface="Arial"/>
              </a:defRPr>
            </a:lvl9pPr>
          </a:lstStyle>
          <a:p xmlns:a="http://schemas.openxmlformats.org/drawingml/2006/main">
            <a:pPr algn="l">
              <a:defRPr sz="2250" b="1">
                <a:solidFill>
                  <a:srgbClr val="F6F3FB"/>
                </a:solidFill>
                <a:latin typeface="Arial"/>
                <a:ea typeface="Arial"/>
                <a:cs typeface="Arial"/>
              </a:defRPr>
            </a:pPr>
            <a:r>
              <a:rPr sz="2250" b="1">
                <a:solidFill>
                  <a:srgbClr val="F6F3FB"/>
                </a:solidFill>
                <a:latin typeface="Arial"/>
                <a:ea typeface="Arial"/>
                <a:cs typeface="Arial"/>
              </a:rPr>
              <a:t>MAX SPEND</a:t>
            </a:r>
          </a:p>
        </p:txBody>
      </p:sp>
      <p:sp>
        <p:nvSpPr>
          <p:cNvPr id="21" name="term-detail-2">
            <a:extLst xmlns:a="http://schemas.openxmlformats.org/drawingml/2006/main">
              <a:ext uri="{FF2B5EF4-FFF2-40B4-BE49-F238E27FC236}">
                <a16:creationId xmlns:a16="http://schemas.microsoft.com/office/drawing/2014/main" id="{855253D5-A651-4242-8E77-9EA82C58A9F6}"/>
              </a:ext>
            </a:extLst>
          </p:cNvPr>
          <p:cNvSpPr>
            <a:spLocks xmlns:a="http://schemas.openxmlformats.org/drawingml/2006/main" noGrp="1"/>
          </p:cNvSpPr>
          <p:nvPr/>
        </p:nvSpPr>
        <p:spPr>
          <a:xfrm xmlns:a="http://schemas.openxmlformats.org/drawingml/2006/main">
            <a:off x="6210300" y="4476750"/>
            <a:ext cx="2247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AA5B4"/>
                </a:solidFill>
                <a:latin typeface="Arial"/>
                <a:ea typeface="Arial"/>
                <a:cs typeface="Arial"/>
              </a:defRPr>
            </a:defPPr>
            <a:lvl1pPr algn="l">
              <a:defRPr sz="1500" b="0">
                <a:solidFill>
                  <a:srgbClr val="AAA5B4"/>
                </a:solidFill>
                <a:latin typeface="Arial"/>
                <a:ea typeface="Arial"/>
                <a:cs typeface="Arial"/>
              </a:defRPr>
            </a:lvl1pPr>
            <a:lvl2pPr algn="l">
              <a:defRPr sz="1500" b="0">
                <a:solidFill>
                  <a:srgbClr val="AAA5B4"/>
                </a:solidFill>
                <a:latin typeface="Arial"/>
                <a:ea typeface="Arial"/>
                <a:cs typeface="Arial"/>
              </a:defRPr>
            </a:lvl2pPr>
            <a:lvl3pPr algn="l">
              <a:defRPr sz="1500" b="0">
                <a:solidFill>
                  <a:srgbClr val="AAA5B4"/>
                </a:solidFill>
                <a:latin typeface="Arial"/>
                <a:ea typeface="Arial"/>
                <a:cs typeface="Arial"/>
              </a:defRPr>
            </a:lvl3pPr>
            <a:lvl4pPr algn="l">
              <a:defRPr sz="1500" b="0">
                <a:solidFill>
                  <a:srgbClr val="AAA5B4"/>
                </a:solidFill>
                <a:latin typeface="Arial"/>
                <a:ea typeface="Arial"/>
                <a:cs typeface="Arial"/>
              </a:defRPr>
            </a:lvl4pPr>
            <a:lvl5pPr algn="l">
              <a:defRPr sz="1500" b="0">
                <a:solidFill>
                  <a:srgbClr val="AAA5B4"/>
                </a:solidFill>
                <a:latin typeface="Arial"/>
                <a:ea typeface="Arial"/>
                <a:cs typeface="Arial"/>
              </a:defRPr>
            </a:lvl5pPr>
            <a:lvl6pPr algn="l">
              <a:defRPr sz="1500" b="0">
                <a:solidFill>
                  <a:srgbClr val="AAA5B4"/>
                </a:solidFill>
                <a:latin typeface="Arial"/>
                <a:ea typeface="Arial"/>
                <a:cs typeface="Arial"/>
              </a:defRPr>
            </a:lvl6pPr>
            <a:lvl7pPr algn="l">
              <a:defRPr sz="1500" b="0">
                <a:solidFill>
                  <a:srgbClr val="AAA5B4"/>
                </a:solidFill>
                <a:latin typeface="Arial"/>
                <a:ea typeface="Arial"/>
                <a:cs typeface="Arial"/>
              </a:defRPr>
            </a:lvl7pPr>
            <a:lvl8pPr algn="l">
              <a:defRPr sz="1500" b="0">
                <a:solidFill>
                  <a:srgbClr val="AAA5B4"/>
                </a:solidFill>
                <a:latin typeface="Arial"/>
                <a:ea typeface="Arial"/>
                <a:cs typeface="Arial"/>
              </a:defRPr>
            </a:lvl8pPr>
            <a:lvl9pPr algn="l">
              <a:defRPr sz="1500" b="0">
                <a:solidFill>
                  <a:srgbClr val="AAA5B4"/>
                </a:solidFill>
                <a:latin typeface="Arial"/>
                <a:ea typeface="Arial"/>
                <a:cs typeface="Arial"/>
              </a:defRPr>
            </a:lvl9pPr>
          </a:lstStyle>
          <a:p xmlns:a="http://schemas.openxmlformats.org/drawingml/2006/main">
            <a:pPr algn="l">
              <a:defRPr sz="1500" b="0">
                <a:solidFill>
                  <a:srgbClr val="AAA5B4"/>
                </a:solidFill>
                <a:latin typeface="Arial"/>
                <a:ea typeface="Arial"/>
                <a:cs typeface="Arial"/>
              </a:defRPr>
            </a:pPr>
            <a:r>
              <a:rPr sz="1500" b="0">
                <a:solidFill>
                  <a:srgbClr val="AAA5B4"/>
                </a:solidFill>
                <a:latin typeface="Arial"/>
                <a:ea typeface="Arial"/>
                <a:cs typeface="Arial"/>
              </a:rPr>
              <a:t>Signed charge ceiling</a:t>
            </a:r>
          </a:p>
        </p:txBody>
      </p:sp>
      <p:sp>
        <p:nvSpPr>
          <p:cNvPr id="22" name="term-node-3">
            <a:extLst xmlns:a="http://schemas.openxmlformats.org/drawingml/2006/main">
              <a:ext uri="{FF2B5EF4-FFF2-40B4-BE49-F238E27FC236}">
                <a16:creationId xmlns:a16="http://schemas.microsoft.com/office/drawing/2014/main" id="{0325A624-AF68-433A-B42A-CB4F743B2D85}"/>
              </a:ext>
            </a:extLst>
          </p:cNvPr>
          <p:cNvSpPr>
            <a:spLocks xmlns:a="http://schemas.openxmlformats.org/drawingml/2006/main" noGrp="1"/>
          </p:cNvSpPr>
          <p:nvPr/>
        </p:nvSpPr>
        <p:spPr>
          <a:xfrm xmlns:a="http://schemas.openxmlformats.org/drawingml/2006/main">
            <a:off x="8943975" y="3209925"/>
            <a:ext cx="133350" cy="133350"/>
          </a:xfrm>
          <a:prstGeom xmlns:a="http://schemas.openxmlformats.org/drawingml/2006/main" prst="ellipse">
            <a:avLst/>
          </a:prstGeom>
          <a:solidFill xmlns:a="http://schemas.openxmlformats.org/drawingml/2006/main">
            <a:srgbClr val="383341"/>
          </a:solidFill>
          <a:ln xmlns:a="http://schemas.openxmlformats.org/drawingml/2006/main" w="0">
            <a:noFill/>
            <a:prstDash val="solid"/>
          </a:ln>
        </p:spPr>
      </p:sp>
      <p:sp>
        <p:nvSpPr>
          <p:cNvPr id="23" name="term-number-3">
            <a:extLst xmlns:a="http://schemas.openxmlformats.org/drawingml/2006/main">
              <a:ext uri="{FF2B5EF4-FFF2-40B4-BE49-F238E27FC236}">
                <a16:creationId xmlns:a16="http://schemas.microsoft.com/office/drawing/2014/main" id="{156E0721-161C-4E26-9115-1FA86B1638CD}"/>
              </a:ext>
            </a:extLst>
          </p:cNvPr>
          <p:cNvSpPr>
            <a:spLocks xmlns:a="http://schemas.openxmlformats.org/drawingml/2006/main" noGrp="1"/>
          </p:cNvSpPr>
          <p:nvPr/>
        </p:nvSpPr>
        <p:spPr>
          <a:xfrm xmlns:a="http://schemas.openxmlformats.org/drawingml/2006/main">
            <a:off x="8943975" y="361950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6AEFF"/>
                </a:solidFill>
                <a:latin typeface="Arial"/>
                <a:ea typeface="Arial"/>
                <a:cs typeface="Arial"/>
              </a:defRPr>
            </a:defPPr>
            <a:lvl1pPr algn="l">
              <a:defRPr sz="1200" b="1">
                <a:solidFill>
                  <a:srgbClr val="C6AEFF"/>
                </a:solidFill>
                <a:latin typeface="Arial"/>
                <a:ea typeface="Arial"/>
                <a:cs typeface="Arial"/>
              </a:defRPr>
            </a:lvl1pPr>
            <a:lvl2pPr algn="l">
              <a:defRPr sz="1200" b="1">
                <a:solidFill>
                  <a:srgbClr val="C6AEFF"/>
                </a:solidFill>
                <a:latin typeface="Arial"/>
                <a:ea typeface="Arial"/>
                <a:cs typeface="Arial"/>
              </a:defRPr>
            </a:lvl2pPr>
            <a:lvl3pPr algn="l">
              <a:defRPr sz="1200" b="1">
                <a:solidFill>
                  <a:srgbClr val="C6AEFF"/>
                </a:solidFill>
                <a:latin typeface="Arial"/>
                <a:ea typeface="Arial"/>
                <a:cs typeface="Arial"/>
              </a:defRPr>
            </a:lvl3pPr>
            <a:lvl4pPr algn="l">
              <a:defRPr sz="1200" b="1">
                <a:solidFill>
                  <a:srgbClr val="C6AEFF"/>
                </a:solidFill>
                <a:latin typeface="Arial"/>
                <a:ea typeface="Arial"/>
                <a:cs typeface="Arial"/>
              </a:defRPr>
            </a:lvl4pPr>
            <a:lvl5pPr algn="l">
              <a:defRPr sz="1200" b="1">
                <a:solidFill>
                  <a:srgbClr val="C6AEFF"/>
                </a:solidFill>
                <a:latin typeface="Arial"/>
                <a:ea typeface="Arial"/>
                <a:cs typeface="Arial"/>
              </a:defRPr>
            </a:lvl5pPr>
            <a:lvl6pPr algn="l">
              <a:defRPr sz="1200" b="1">
                <a:solidFill>
                  <a:srgbClr val="C6AEFF"/>
                </a:solidFill>
                <a:latin typeface="Arial"/>
                <a:ea typeface="Arial"/>
                <a:cs typeface="Arial"/>
              </a:defRPr>
            </a:lvl6pPr>
            <a:lvl7pPr algn="l">
              <a:defRPr sz="1200" b="1">
                <a:solidFill>
                  <a:srgbClr val="C6AEFF"/>
                </a:solidFill>
                <a:latin typeface="Arial"/>
                <a:ea typeface="Arial"/>
                <a:cs typeface="Arial"/>
              </a:defRPr>
            </a:lvl7pPr>
            <a:lvl8pPr algn="l">
              <a:defRPr sz="1200" b="1">
                <a:solidFill>
                  <a:srgbClr val="C6AEFF"/>
                </a:solidFill>
                <a:latin typeface="Arial"/>
                <a:ea typeface="Arial"/>
                <a:cs typeface="Arial"/>
              </a:defRPr>
            </a:lvl8pPr>
            <a:lvl9pPr algn="l">
              <a:defRPr sz="1200" b="1">
                <a:solidFill>
                  <a:srgbClr val="C6AEFF"/>
                </a:solidFill>
                <a:latin typeface="Arial"/>
                <a:ea typeface="Arial"/>
                <a:cs typeface="Arial"/>
              </a:defRPr>
            </a:lvl9pPr>
          </a:lstStyle>
          <a:p xmlns:a="http://schemas.openxmlformats.org/drawingml/2006/main">
            <a:pPr algn="l">
              <a:defRPr sz="1200" b="1">
                <a:solidFill>
                  <a:srgbClr val="C6AEFF"/>
                </a:solidFill>
                <a:latin typeface="Arial"/>
                <a:ea typeface="Arial"/>
                <a:cs typeface="Arial"/>
              </a:defRPr>
            </a:pPr>
            <a:r>
              <a:rPr sz="1200" b="1">
                <a:solidFill>
                  <a:srgbClr val="C6AEFF"/>
                </a:solidFill>
                <a:latin typeface="Arial"/>
                <a:ea typeface="Arial"/>
                <a:cs typeface="Arial"/>
              </a:rPr>
              <a:t>04</a:t>
            </a:r>
          </a:p>
        </p:txBody>
      </p:sp>
      <p:sp>
        <p:nvSpPr>
          <p:cNvPr id="24" name="term-name-3">
            <a:extLst xmlns:a="http://schemas.openxmlformats.org/drawingml/2006/main">
              <a:ext uri="{FF2B5EF4-FFF2-40B4-BE49-F238E27FC236}">
                <a16:creationId xmlns:a16="http://schemas.microsoft.com/office/drawing/2014/main" id="{ADF69D3B-E233-492F-B4B3-300B92FE8B75}"/>
              </a:ext>
            </a:extLst>
          </p:cNvPr>
          <p:cNvSpPr>
            <a:spLocks xmlns:a="http://schemas.openxmlformats.org/drawingml/2006/main" noGrp="1"/>
          </p:cNvSpPr>
          <p:nvPr/>
        </p:nvSpPr>
        <p:spPr>
          <a:xfrm xmlns:a="http://schemas.openxmlformats.org/drawingml/2006/main">
            <a:off x="8943975" y="402907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6F3FB"/>
                </a:solidFill>
                <a:latin typeface="Arial"/>
                <a:ea typeface="Arial"/>
                <a:cs typeface="Arial"/>
              </a:defRPr>
            </a:defPPr>
            <a:lvl1pPr algn="l">
              <a:defRPr sz="2250" b="1">
                <a:solidFill>
                  <a:srgbClr val="F6F3FB"/>
                </a:solidFill>
                <a:latin typeface="Arial"/>
                <a:ea typeface="Arial"/>
                <a:cs typeface="Arial"/>
              </a:defRPr>
            </a:lvl1pPr>
            <a:lvl2pPr algn="l">
              <a:defRPr sz="2250" b="1">
                <a:solidFill>
                  <a:srgbClr val="F6F3FB"/>
                </a:solidFill>
                <a:latin typeface="Arial"/>
                <a:ea typeface="Arial"/>
                <a:cs typeface="Arial"/>
              </a:defRPr>
            </a:lvl2pPr>
            <a:lvl3pPr algn="l">
              <a:defRPr sz="2250" b="1">
                <a:solidFill>
                  <a:srgbClr val="F6F3FB"/>
                </a:solidFill>
                <a:latin typeface="Arial"/>
                <a:ea typeface="Arial"/>
                <a:cs typeface="Arial"/>
              </a:defRPr>
            </a:lvl3pPr>
            <a:lvl4pPr algn="l">
              <a:defRPr sz="2250" b="1">
                <a:solidFill>
                  <a:srgbClr val="F6F3FB"/>
                </a:solidFill>
                <a:latin typeface="Arial"/>
                <a:ea typeface="Arial"/>
                <a:cs typeface="Arial"/>
              </a:defRPr>
            </a:lvl4pPr>
            <a:lvl5pPr algn="l">
              <a:defRPr sz="2250" b="1">
                <a:solidFill>
                  <a:srgbClr val="F6F3FB"/>
                </a:solidFill>
                <a:latin typeface="Arial"/>
                <a:ea typeface="Arial"/>
                <a:cs typeface="Arial"/>
              </a:defRPr>
            </a:lvl5pPr>
            <a:lvl6pPr algn="l">
              <a:defRPr sz="2250" b="1">
                <a:solidFill>
                  <a:srgbClr val="F6F3FB"/>
                </a:solidFill>
                <a:latin typeface="Arial"/>
                <a:ea typeface="Arial"/>
                <a:cs typeface="Arial"/>
              </a:defRPr>
            </a:lvl6pPr>
            <a:lvl7pPr algn="l">
              <a:defRPr sz="2250" b="1">
                <a:solidFill>
                  <a:srgbClr val="F6F3FB"/>
                </a:solidFill>
                <a:latin typeface="Arial"/>
                <a:ea typeface="Arial"/>
                <a:cs typeface="Arial"/>
              </a:defRPr>
            </a:lvl7pPr>
            <a:lvl8pPr algn="l">
              <a:defRPr sz="2250" b="1">
                <a:solidFill>
                  <a:srgbClr val="F6F3FB"/>
                </a:solidFill>
                <a:latin typeface="Arial"/>
                <a:ea typeface="Arial"/>
                <a:cs typeface="Arial"/>
              </a:defRPr>
            </a:lvl8pPr>
            <a:lvl9pPr algn="l">
              <a:defRPr sz="2250" b="1">
                <a:solidFill>
                  <a:srgbClr val="F6F3FB"/>
                </a:solidFill>
                <a:latin typeface="Arial"/>
                <a:ea typeface="Arial"/>
                <a:cs typeface="Arial"/>
              </a:defRPr>
            </a:lvl9pPr>
          </a:lstStyle>
          <a:p xmlns:a="http://schemas.openxmlformats.org/drawingml/2006/main">
            <a:pPr algn="l">
              <a:defRPr sz="2250" b="1">
                <a:solidFill>
                  <a:srgbClr val="F6F3FB"/>
                </a:solidFill>
                <a:latin typeface="Arial"/>
                <a:ea typeface="Arial"/>
                <a:cs typeface="Arial"/>
              </a:defRPr>
            </a:pPr>
            <a:r>
              <a:rPr sz="2250" b="1">
                <a:solidFill>
                  <a:srgbClr val="F6F3FB"/>
                </a:solidFill>
                <a:latin typeface="Arial"/>
                <a:ea typeface="Arial"/>
                <a:cs typeface="Arial"/>
              </a:rPr>
              <a:t>RUNTIME</a:t>
            </a:r>
          </a:p>
        </p:txBody>
      </p:sp>
      <p:sp>
        <p:nvSpPr>
          <p:cNvPr id="25" name="term-detail-3">
            <a:extLst xmlns:a="http://schemas.openxmlformats.org/drawingml/2006/main">
              <a:ext uri="{FF2B5EF4-FFF2-40B4-BE49-F238E27FC236}">
                <a16:creationId xmlns:a16="http://schemas.microsoft.com/office/drawing/2014/main" id="{609D9166-05C0-48B2-94C2-64E0C39CF504}"/>
              </a:ext>
            </a:extLst>
          </p:cNvPr>
          <p:cNvSpPr>
            <a:spLocks xmlns:a="http://schemas.openxmlformats.org/drawingml/2006/main" noGrp="1"/>
          </p:cNvSpPr>
          <p:nvPr/>
        </p:nvSpPr>
        <p:spPr>
          <a:xfrm xmlns:a="http://schemas.openxmlformats.org/drawingml/2006/main">
            <a:off x="8943975" y="4476750"/>
            <a:ext cx="2247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AA5B4"/>
                </a:solidFill>
                <a:latin typeface="Arial"/>
                <a:ea typeface="Arial"/>
                <a:cs typeface="Arial"/>
              </a:defRPr>
            </a:defPPr>
            <a:lvl1pPr algn="l">
              <a:defRPr sz="1500" b="0">
                <a:solidFill>
                  <a:srgbClr val="AAA5B4"/>
                </a:solidFill>
                <a:latin typeface="Arial"/>
                <a:ea typeface="Arial"/>
                <a:cs typeface="Arial"/>
              </a:defRPr>
            </a:lvl1pPr>
            <a:lvl2pPr algn="l">
              <a:defRPr sz="1500" b="0">
                <a:solidFill>
                  <a:srgbClr val="AAA5B4"/>
                </a:solidFill>
                <a:latin typeface="Arial"/>
                <a:ea typeface="Arial"/>
                <a:cs typeface="Arial"/>
              </a:defRPr>
            </a:lvl2pPr>
            <a:lvl3pPr algn="l">
              <a:defRPr sz="1500" b="0">
                <a:solidFill>
                  <a:srgbClr val="AAA5B4"/>
                </a:solidFill>
                <a:latin typeface="Arial"/>
                <a:ea typeface="Arial"/>
                <a:cs typeface="Arial"/>
              </a:defRPr>
            </a:lvl3pPr>
            <a:lvl4pPr algn="l">
              <a:defRPr sz="1500" b="0">
                <a:solidFill>
                  <a:srgbClr val="AAA5B4"/>
                </a:solidFill>
                <a:latin typeface="Arial"/>
                <a:ea typeface="Arial"/>
                <a:cs typeface="Arial"/>
              </a:defRPr>
            </a:lvl4pPr>
            <a:lvl5pPr algn="l">
              <a:defRPr sz="1500" b="0">
                <a:solidFill>
                  <a:srgbClr val="AAA5B4"/>
                </a:solidFill>
                <a:latin typeface="Arial"/>
                <a:ea typeface="Arial"/>
                <a:cs typeface="Arial"/>
              </a:defRPr>
            </a:lvl5pPr>
            <a:lvl6pPr algn="l">
              <a:defRPr sz="1500" b="0">
                <a:solidFill>
                  <a:srgbClr val="AAA5B4"/>
                </a:solidFill>
                <a:latin typeface="Arial"/>
                <a:ea typeface="Arial"/>
                <a:cs typeface="Arial"/>
              </a:defRPr>
            </a:lvl6pPr>
            <a:lvl7pPr algn="l">
              <a:defRPr sz="1500" b="0">
                <a:solidFill>
                  <a:srgbClr val="AAA5B4"/>
                </a:solidFill>
                <a:latin typeface="Arial"/>
                <a:ea typeface="Arial"/>
                <a:cs typeface="Arial"/>
              </a:defRPr>
            </a:lvl7pPr>
            <a:lvl8pPr algn="l">
              <a:defRPr sz="1500" b="0">
                <a:solidFill>
                  <a:srgbClr val="AAA5B4"/>
                </a:solidFill>
                <a:latin typeface="Arial"/>
                <a:ea typeface="Arial"/>
                <a:cs typeface="Arial"/>
              </a:defRPr>
            </a:lvl8pPr>
            <a:lvl9pPr algn="l">
              <a:defRPr sz="1500" b="0">
                <a:solidFill>
                  <a:srgbClr val="AAA5B4"/>
                </a:solidFill>
                <a:latin typeface="Arial"/>
                <a:ea typeface="Arial"/>
                <a:cs typeface="Arial"/>
              </a:defRPr>
            </a:lvl9pPr>
          </a:lstStyle>
          <a:p xmlns:a="http://schemas.openxmlformats.org/drawingml/2006/main">
            <a:pPr algn="l">
              <a:defRPr sz="1500" b="0">
                <a:solidFill>
                  <a:srgbClr val="AAA5B4"/>
                </a:solidFill>
                <a:latin typeface="Arial"/>
                <a:ea typeface="Arial"/>
                <a:cs typeface="Arial"/>
              </a:defRPr>
            </a:pPr>
            <a:r>
              <a:rPr sz="1500" b="0">
                <a:solidFill>
                  <a:srgbClr val="AAA5B4"/>
                </a:solidFill>
                <a:latin typeface="Arial"/>
                <a:ea typeface="Arial"/>
                <a:cs typeface="Arial"/>
              </a:rPr>
              <a:t>Execution time ceiling</a:t>
            </a:r>
          </a:p>
        </p:txBody>
      </p:sp>
      <p:sp>
        <p:nvSpPr>
          <p:cNvPr id="26" name="recovery-rule">
            <a:extLst xmlns:a="http://schemas.openxmlformats.org/drawingml/2006/main">
              <a:ext uri="{FF2B5EF4-FFF2-40B4-BE49-F238E27FC236}">
                <a16:creationId xmlns:a16="http://schemas.microsoft.com/office/drawing/2014/main" id="{0F78A828-EF2A-4ACF-9A20-410AFD5ADC9D}"/>
              </a:ext>
            </a:extLst>
          </p:cNvPr>
          <p:cNvSpPr>
            <a:spLocks xmlns:a="http://schemas.openxmlformats.org/drawingml/2006/main" noGrp="1"/>
          </p:cNvSpPr>
          <p:nvPr/>
        </p:nvSpPr>
        <p:spPr>
          <a:xfrm xmlns:a="http://schemas.openxmlformats.org/drawingml/2006/main">
            <a:off x="742950" y="5467350"/>
            <a:ext cx="105156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27" name="agent-access">
            <a:extLst xmlns:a="http://schemas.openxmlformats.org/drawingml/2006/main">
              <a:ext uri="{FF2B5EF4-FFF2-40B4-BE49-F238E27FC236}">
                <a16:creationId xmlns:a16="http://schemas.microsoft.com/office/drawing/2014/main" id="{E2DC5836-15A8-473B-984F-64120AB4F2E6}"/>
              </a:ext>
            </a:extLst>
          </p:cNvPr>
          <p:cNvSpPr>
            <a:spLocks xmlns:a="http://schemas.openxmlformats.org/drawingml/2006/main" noGrp="1"/>
          </p:cNvSpPr>
          <p:nvPr/>
        </p:nvSpPr>
        <p:spPr>
          <a:xfrm xmlns:a="http://schemas.openxmlformats.org/drawingml/2006/main">
            <a:off x="762000" y="56578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26C7B"/>
                </a:solidFill>
                <a:latin typeface="Arial"/>
                <a:ea typeface="Arial"/>
                <a:cs typeface="Arial"/>
              </a:defRPr>
            </a:defPPr>
            <a:lvl1pPr algn="l">
              <a:defRPr sz="1050" b="1">
                <a:solidFill>
                  <a:srgbClr val="726C7B"/>
                </a:solidFill>
                <a:latin typeface="Arial"/>
                <a:ea typeface="Arial"/>
                <a:cs typeface="Arial"/>
              </a:defRPr>
            </a:lvl1pPr>
            <a:lvl2pPr algn="l">
              <a:defRPr sz="1050" b="1">
                <a:solidFill>
                  <a:srgbClr val="726C7B"/>
                </a:solidFill>
                <a:latin typeface="Arial"/>
                <a:ea typeface="Arial"/>
                <a:cs typeface="Arial"/>
              </a:defRPr>
            </a:lvl2pPr>
            <a:lvl3pPr algn="l">
              <a:defRPr sz="1050" b="1">
                <a:solidFill>
                  <a:srgbClr val="726C7B"/>
                </a:solidFill>
                <a:latin typeface="Arial"/>
                <a:ea typeface="Arial"/>
                <a:cs typeface="Arial"/>
              </a:defRPr>
            </a:lvl3pPr>
            <a:lvl4pPr algn="l">
              <a:defRPr sz="1050" b="1">
                <a:solidFill>
                  <a:srgbClr val="726C7B"/>
                </a:solidFill>
                <a:latin typeface="Arial"/>
                <a:ea typeface="Arial"/>
                <a:cs typeface="Arial"/>
              </a:defRPr>
            </a:lvl4pPr>
            <a:lvl5pPr algn="l">
              <a:defRPr sz="1050" b="1">
                <a:solidFill>
                  <a:srgbClr val="726C7B"/>
                </a:solidFill>
                <a:latin typeface="Arial"/>
                <a:ea typeface="Arial"/>
                <a:cs typeface="Arial"/>
              </a:defRPr>
            </a:lvl5pPr>
            <a:lvl6pPr algn="l">
              <a:defRPr sz="1050" b="1">
                <a:solidFill>
                  <a:srgbClr val="726C7B"/>
                </a:solidFill>
                <a:latin typeface="Arial"/>
                <a:ea typeface="Arial"/>
                <a:cs typeface="Arial"/>
              </a:defRPr>
            </a:lvl6pPr>
            <a:lvl7pPr algn="l">
              <a:defRPr sz="1050" b="1">
                <a:solidFill>
                  <a:srgbClr val="726C7B"/>
                </a:solidFill>
                <a:latin typeface="Arial"/>
                <a:ea typeface="Arial"/>
                <a:cs typeface="Arial"/>
              </a:defRPr>
            </a:lvl7pPr>
            <a:lvl8pPr algn="l">
              <a:defRPr sz="1050" b="1">
                <a:solidFill>
                  <a:srgbClr val="726C7B"/>
                </a:solidFill>
                <a:latin typeface="Arial"/>
                <a:ea typeface="Arial"/>
                <a:cs typeface="Arial"/>
              </a:defRPr>
            </a:lvl8pPr>
            <a:lvl9pPr algn="l">
              <a:defRPr sz="1050" b="1">
                <a:solidFill>
                  <a:srgbClr val="726C7B"/>
                </a:solidFill>
                <a:latin typeface="Arial"/>
                <a:ea typeface="Arial"/>
                <a:cs typeface="Arial"/>
              </a:defRPr>
            </a:lvl9pPr>
          </a:lstStyle>
          <a:p xmlns:a="http://schemas.openxmlformats.org/drawingml/2006/main">
            <a:pPr algn="l">
              <a:defRPr sz="1050" b="1">
                <a:solidFill>
                  <a:srgbClr val="726C7B"/>
                </a:solidFill>
                <a:latin typeface="Arial"/>
                <a:ea typeface="Arial"/>
                <a:cs typeface="Arial"/>
              </a:defRPr>
            </a:pPr>
            <a:r>
              <a:rPr sz="1050" b="1">
                <a:solidFill>
                  <a:srgbClr val="726C7B"/>
                </a:solidFill>
                <a:latin typeface="Arial"/>
                <a:ea typeface="Arial"/>
                <a:cs typeface="Arial"/>
              </a:rPr>
              <a:t>AGENT ACCESS</a:t>
            </a:r>
          </a:p>
        </p:txBody>
      </p:sp>
      <p:sp>
        <p:nvSpPr>
          <p:cNvPr id="28" name="agent-access-value">
            <a:extLst xmlns:a="http://schemas.openxmlformats.org/drawingml/2006/main">
              <a:ext uri="{FF2B5EF4-FFF2-40B4-BE49-F238E27FC236}">
                <a16:creationId xmlns:a16="http://schemas.microsoft.com/office/drawing/2014/main" id="{AAF5CA96-DD5D-4773-A7F6-9DE9784539DA}"/>
              </a:ext>
            </a:extLst>
          </p:cNvPr>
          <p:cNvSpPr>
            <a:spLocks xmlns:a="http://schemas.openxmlformats.org/drawingml/2006/main" noGrp="1"/>
          </p:cNvSpPr>
          <p:nvPr/>
        </p:nvSpPr>
        <p:spPr>
          <a:xfrm xmlns:a="http://schemas.openxmlformats.org/drawingml/2006/main">
            <a:off x="762000" y="592455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F6F3FB"/>
                </a:solidFill>
                <a:latin typeface="Arial"/>
                <a:ea typeface="Arial"/>
                <a:cs typeface="Arial"/>
              </a:defRPr>
            </a:defPPr>
            <a:lvl1pPr algn="l">
              <a:defRPr sz="1800" b="1">
                <a:solidFill>
                  <a:srgbClr val="F6F3FB"/>
                </a:solidFill>
                <a:latin typeface="Arial"/>
                <a:ea typeface="Arial"/>
                <a:cs typeface="Arial"/>
              </a:defRPr>
            </a:lvl1pPr>
            <a:lvl2pPr algn="l">
              <a:defRPr sz="1800" b="1">
                <a:solidFill>
                  <a:srgbClr val="F6F3FB"/>
                </a:solidFill>
                <a:latin typeface="Arial"/>
                <a:ea typeface="Arial"/>
                <a:cs typeface="Arial"/>
              </a:defRPr>
            </a:lvl2pPr>
            <a:lvl3pPr algn="l">
              <a:defRPr sz="1800" b="1">
                <a:solidFill>
                  <a:srgbClr val="F6F3FB"/>
                </a:solidFill>
                <a:latin typeface="Arial"/>
                <a:ea typeface="Arial"/>
                <a:cs typeface="Arial"/>
              </a:defRPr>
            </a:lvl3pPr>
            <a:lvl4pPr algn="l">
              <a:defRPr sz="1800" b="1">
                <a:solidFill>
                  <a:srgbClr val="F6F3FB"/>
                </a:solidFill>
                <a:latin typeface="Arial"/>
                <a:ea typeface="Arial"/>
                <a:cs typeface="Arial"/>
              </a:defRPr>
            </a:lvl4pPr>
            <a:lvl5pPr algn="l">
              <a:defRPr sz="1800" b="1">
                <a:solidFill>
                  <a:srgbClr val="F6F3FB"/>
                </a:solidFill>
                <a:latin typeface="Arial"/>
                <a:ea typeface="Arial"/>
                <a:cs typeface="Arial"/>
              </a:defRPr>
            </a:lvl5pPr>
            <a:lvl6pPr algn="l">
              <a:defRPr sz="1800" b="1">
                <a:solidFill>
                  <a:srgbClr val="F6F3FB"/>
                </a:solidFill>
                <a:latin typeface="Arial"/>
                <a:ea typeface="Arial"/>
                <a:cs typeface="Arial"/>
              </a:defRPr>
            </a:lvl6pPr>
            <a:lvl7pPr algn="l">
              <a:defRPr sz="1800" b="1">
                <a:solidFill>
                  <a:srgbClr val="F6F3FB"/>
                </a:solidFill>
                <a:latin typeface="Arial"/>
                <a:ea typeface="Arial"/>
                <a:cs typeface="Arial"/>
              </a:defRPr>
            </a:lvl7pPr>
            <a:lvl8pPr algn="l">
              <a:defRPr sz="1800" b="1">
                <a:solidFill>
                  <a:srgbClr val="F6F3FB"/>
                </a:solidFill>
                <a:latin typeface="Arial"/>
                <a:ea typeface="Arial"/>
                <a:cs typeface="Arial"/>
              </a:defRPr>
            </a:lvl8pPr>
            <a:lvl9pPr algn="l">
              <a:defRPr sz="1800" b="1">
                <a:solidFill>
                  <a:srgbClr val="F6F3FB"/>
                </a:solidFill>
                <a:latin typeface="Arial"/>
                <a:ea typeface="Arial"/>
                <a:cs typeface="Arial"/>
              </a:defRPr>
            </a:lvl9pPr>
          </a:lstStyle>
          <a:p xmlns:a="http://schemas.openxmlformats.org/drawingml/2006/main">
            <a:pPr algn="l">
              <a:defRPr sz="1800" b="1">
                <a:solidFill>
                  <a:srgbClr val="F6F3FB"/>
                </a:solidFill>
                <a:latin typeface="Arial"/>
                <a:ea typeface="Arial"/>
                <a:cs typeface="Arial"/>
              </a:defRPr>
            </a:pPr>
            <a:r>
              <a:rPr sz="1800" b="1">
                <a:solidFill>
                  <a:srgbClr val="F6F3FB"/>
                </a:solidFill>
                <a:latin typeface="Arial"/>
                <a:ea typeface="Arial"/>
                <a:cs typeface="Arial"/>
              </a:rPr>
              <a:t>Python SDK  /  MCP</a:t>
            </a:r>
          </a:p>
        </p:txBody>
      </p:sp>
      <p:sp>
        <p:nvSpPr>
          <p:cNvPr id="29" name="journal-label">
            <a:extLst xmlns:a="http://schemas.openxmlformats.org/drawingml/2006/main">
              <a:ext uri="{FF2B5EF4-FFF2-40B4-BE49-F238E27FC236}">
                <a16:creationId xmlns:a16="http://schemas.microsoft.com/office/drawing/2014/main" id="{59ED668F-1FAA-4DCE-9BE0-827A3AB3AADE}"/>
              </a:ext>
            </a:extLst>
          </p:cNvPr>
          <p:cNvSpPr>
            <a:spLocks xmlns:a="http://schemas.openxmlformats.org/drawingml/2006/main" noGrp="1"/>
          </p:cNvSpPr>
          <p:nvPr/>
        </p:nvSpPr>
        <p:spPr>
          <a:xfrm xmlns:a="http://schemas.openxmlformats.org/drawingml/2006/main">
            <a:off x="4743450" y="56578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26C7B"/>
                </a:solidFill>
                <a:latin typeface="Arial"/>
                <a:ea typeface="Arial"/>
                <a:cs typeface="Arial"/>
              </a:defRPr>
            </a:defPPr>
            <a:lvl1pPr algn="l">
              <a:defRPr sz="1050" b="1">
                <a:solidFill>
                  <a:srgbClr val="726C7B"/>
                </a:solidFill>
                <a:latin typeface="Arial"/>
                <a:ea typeface="Arial"/>
                <a:cs typeface="Arial"/>
              </a:defRPr>
            </a:lvl1pPr>
            <a:lvl2pPr algn="l">
              <a:defRPr sz="1050" b="1">
                <a:solidFill>
                  <a:srgbClr val="726C7B"/>
                </a:solidFill>
                <a:latin typeface="Arial"/>
                <a:ea typeface="Arial"/>
                <a:cs typeface="Arial"/>
              </a:defRPr>
            </a:lvl2pPr>
            <a:lvl3pPr algn="l">
              <a:defRPr sz="1050" b="1">
                <a:solidFill>
                  <a:srgbClr val="726C7B"/>
                </a:solidFill>
                <a:latin typeface="Arial"/>
                <a:ea typeface="Arial"/>
                <a:cs typeface="Arial"/>
              </a:defRPr>
            </a:lvl3pPr>
            <a:lvl4pPr algn="l">
              <a:defRPr sz="1050" b="1">
                <a:solidFill>
                  <a:srgbClr val="726C7B"/>
                </a:solidFill>
                <a:latin typeface="Arial"/>
                <a:ea typeface="Arial"/>
                <a:cs typeface="Arial"/>
              </a:defRPr>
            </a:lvl4pPr>
            <a:lvl5pPr algn="l">
              <a:defRPr sz="1050" b="1">
                <a:solidFill>
                  <a:srgbClr val="726C7B"/>
                </a:solidFill>
                <a:latin typeface="Arial"/>
                <a:ea typeface="Arial"/>
                <a:cs typeface="Arial"/>
              </a:defRPr>
            </a:lvl5pPr>
            <a:lvl6pPr algn="l">
              <a:defRPr sz="1050" b="1">
                <a:solidFill>
                  <a:srgbClr val="726C7B"/>
                </a:solidFill>
                <a:latin typeface="Arial"/>
                <a:ea typeface="Arial"/>
                <a:cs typeface="Arial"/>
              </a:defRPr>
            </a:lvl6pPr>
            <a:lvl7pPr algn="l">
              <a:defRPr sz="1050" b="1">
                <a:solidFill>
                  <a:srgbClr val="726C7B"/>
                </a:solidFill>
                <a:latin typeface="Arial"/>
                <a:ea typeface="Arial"/>
                <a:cs typeface="Arial"/>
              </a:defRPr>
            </a:lvl7pPr>
            <a:lvl8pPr algn="l">
              <a:defRPr sz="1050" b="1">
                <a:solidFill>
                  <a:srgbClr val="726C7B"/>
                </a:solidFill>
                <a:latin typeface="Arial"/>
                <a:ea typeface="Arial"/>
                <a:cs typeface="Arial"/>
              </a:defRPr>
            </a:lvl8pPr>
            <a:lvl9pPr algn="l">
              <a:defRPr sz="1050" b="1">
                <a:solidFill>
                  <a:srgbClr val="726C7B"/>
                </a:solidFill>
                <a:latin typeface="Arial"/>
                <a:ea typeface="Arial"/>
                <a:cs typeface="Arial"/>
              </a:defRPr>
            </a:lvl9pPr>
          </a:lstStyle>
          <a:p xmlns:a="http://schemas.openxmlformats.org/drawingml/2006/main">
            <a:pPr algn="l">
              <a:defRPr sz="1050" b="1">
                <a:solidFill>
                  <a:srgbClr val="726C7B"/>
                </a:solidFill>
                <a:latin typeface="Arial"/>
                <a:ea typeface="Arial"/>
                <a:cs typeface="Arial"/>
              </a:defRPr>
            </a:pPr>
            <a:r>
              <a:rPr sz="1050" b="1">
                <a:solidFill>
                  <a:srgbClr val="726C7B"/>
                </a:solidFill>
                <a:latin typeface="Arial"/>
                <a:ea typeface="Arial"/>
                <a:cs typeface="Arial"/>
              </a:rPr>
              <a:t>RECOVERY JOURNAL</a:t>
            </a:r>
          </a:p>
        </p:txBody>
      </p:sp>
      <p:sp>
        <p:nvSpPr>
          <p:cNvPr id="30" name="journal-value">
            <a:extLst xmlns:a="http://schemas.openxmlformats.org/drawingml/2006/main">
              <a:ext uri="{FF2B5EF4-FFF2-40B4-BE49-F238E27FC236}">
                <a16:creationId xmlns:a16="http://schemas.microsoft.com/office/drawing/2014/main" id="{E9EB7508-AA04-415E-99BA-D62A2F096519}"/>
              </a:ext>
            </a:extLst>
          </p:cNvPr>
          <p:cNvSpPr>
            <a:spLocks xmlns:a="http://schemas.openxmlformats.org/drawingml/2006/main" noGrp="1"/>
          </p:cNvSpPr>
          <p:nvPr/>
        </p:nvSpPr>
        <p:spPr>
          <a:xfrm xmlns:a="http://schemas.openxmlformats.org/drawingml/2006/main">
            <a:off x="4743450" y="5924550"/>
            <a:ext cx="6524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F6F3FB"/>
                </a:solidFill>
                <a:latin typeface="Arial"/>
                <a:ea typeface="Arial"/>
                <a:cs typeface="Arial"/>
              </a:defRPr>
            </a:defPPr>
            <a:lvl1pPr algn="l">
              <a:defRPr sz="1725" b="0">
                <a:solidFill>
                  <a:srgbClr val="F6F3FB"/>
                </a:solidFill>
                <a:latin typeface="Arial"/>
                <a:ea typeface="Arial"/>
                <a:cs typeface="Arial"/>
              </a:defRPr>
            </a:lvl1pPr>
            <a:lvl2pPr algn="l">
              <a:defRPr sz="1725" b="0">
                <a:solidFill>
                  <a:srgbClr val="F6F3FB"/>
                </a:solidFill>
                <a:latin typeface="Arial"/>
                <a:ea typeface="Arial"/>
                <a:cs typeface="Arial"/>
              </a:defRPr>
            </a:lvl2pPr>
            <a:lvl3pPr algn="l">
              <a:defRPr sz="1725" b="0">
                <a:solidFill>
                  <a:srgbClr val="F6F3FB"/>
                </a:solidFill>
                <a:latin typeface="Arial"/>
                <a:ea typeface="Arial"/>
                <a:cs typeface="Arial"/>
              </a:defRPr>
            </a:lvl3pPr>
            <a:lvl4pPr algn="l">
              <a:defRPr sz="1725" b="0">
                <a:solidFill>
                  <a:srgbClr val="F6F3FB"/>
                </a:solidFill>
                <a:latin typeface="Arial"/>
                <a:ea typeface="Arial"/>
                <a:cs typeface="Arial"/>
              </a:defRPr>
            </a:lvl4pPr>
            <a:lvl5pPr algn="l">
              <a:defRPr sz="1725" b="0">
                <a:solidFill>
                  <a:srgbClr val="F6F3FB"/>
                </a:solidFill>
                <a:latin typeface="Arial"/>
                <a:ea typeface="Arial"/>
                <a:cs typeface="Arial"/>
              </a:defRPr>
            </a:lvl5pPr>
            <a:lvl6pPr algn="l">
              <a:defRPr sz="1725" b="0">
                <a:solidFill>
                  <a:srgbClr val="F6F3FB"/>
                </a:solidFill>
                <a:latin typeface="Arial"/>
                <a:ea typeface="Arial"/>
                <a:cs typeface="Arial"/>
              </a:defRPr>
            </a:lvl6pPr>
            <a:lvl7pPr algn="l">
              <a:defRPr sz="1725" b="0">
                <a:solidFill>
                  <a:srgbClr val="F6F3FB"/>
                </a:solidFill>
                <a:latin typeface="Arial"/>
                <a:ea typeface="Arial"/>
                <a:cs typeface="Arial"/>
              </a:defRPr>
            </a:lvl7pPr>
            <a:lvl8pPr algn="l">
              <a:defRPr sz="1725" b="0">
                <a:solidFill>
                  <a:srgbClr val="F6F3FB"/>
                </a:solidFill>
                <a:latin typeface="Arial"/>
                <a:ea typeface="Arial"/>
                <a:cs typeface="Arial"/>
              </a:defRPr>
            </a:lvl8pPr>
            <a:lvl9pPr algn="l">
              <a:defRPr sz="1725" b="0">
                <a:solidFill>
                  <a:srgbClr val="F6F3FB"/>
                </a:solidFill>
                <a:latin typeface="Arial"/>
                <a:ea typeface="Arial"/>
                <a:cs typeface="Arial"/>
              </a:defRPr>
            </a:lvl9pPr>
          </a:lstStyle>
          <a:p xmlns:a="http://schemas.openxmlformats.org/drawingml/2006/main">
            <a:pPr algn="l">
              <a:defRPr sz="1725" b="0">
                <a:solidFill>
                  <a:srgbClr val="F6F3FB"/>
                </a:solidFill>
                <a:latin typeface="Arial"/>
                <a:ea typeface="Arial"/>
                <a:cs typeface="Arial"/>
              </a:defRPr>
            </a:pPr>
            <a:r>
              <a:rPr sz="1725" b="0">
                <a:solidFill>
                  <a:srgbClr val="F6F3FB"/>
                </a:solidFill>
                <a:latin typeface="Arial"/>
                <a:ea typeface="Arial"/>
                <a:cs typeface="Arial"/>
              </a:rPr>
              <a:t>Accepted work can resume after interruption.</a:t>
            </a:r>
          </a:p>
        </p:txBody>
      </p:sp>
    </p:spTree>
    <p:extLst>
      <p:ext uri="{BB962C8B-B14F-4D97-AF65-F5344CB8AC3E}">
        <p14:creationId xmlns:p14="http://schemas.microsoft.com/office/powerpoint/2010/main" val="1543524083"/>
      </p:ext>
    </p:extLst>
  </p:cSld>
</p:sld>
</file>

<file path=ppt/slides/slide4.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D5F5B717-F1C6-433D-A8EC-44750A03AD45}"/>
              </a:ext>
            </a:extLst>
          </p:cNvPr>
          <p:cNvPicPr>
            <a:picLocks xmlns:a="http://schemas.openxmlformats.org/drawingml/2006/main" noChangeAspect="1"/>
          </p:cNvPicPr>
          <p:nvPr/>
        </p:nvPicPr>
        <p:blipFill>
          <a:blip xmlns:r="http://schemas.openxmlformats.org/officeDocument/2006/relationships" xmlns:a="http://schemas.openxmlformats.org/drawingml/2006/main" r:embed="Ra644ca8b89c04235"/>
          <a:stretch xmlns:a="http://schemas.openxmlformats.org/drawingml/2006/main"/>
        </p:blipFill>
        <p:spPr>
          <a:xfrm xmlns:a="http://schemas.openxmlformats.org/drawingml/2006/main">
            <a:off x="685800" y="361950"/>
            <a:ext cx="285750" cy="285750"/>
          </a:xfrm>
          <a:prstGeom xmlns:a="http://schemas.openxmlformats.org/drawingml/2006/main" prst="rect">
            <a:avLst/>
          </a:prstGeom>
        </p:spPr>
      </p:pic>
      <p:sp>
        <p:nvSpPr>
          <p:cNvPr id="2" name="project-name">
            <a:extLst xmlns:a="http://schemas.openxmlformats.org/drawingml/2006/main">
              <a:ext uri="{FF2B5EF4-FFF2-40B4-BE49-F238E27FC236}">
                <a16:creationId xmlns:a16="http://schemas.microsoft.com/office/drawing/2014/main" id="{6B518390-E14B-46AA-B4F8-150E79D80C07}"/>
              </a:ext>
            </a:extLst>
          </p:cNvPr>
          <p:cNvSpPr>
            <a:spLocks xmlns:a="http://schemas.openxmlformats.org/drawingml/2006/main" noGrp="1"/>
          </p:cNvSpPr>
          <p:nvPr/>
        </p:nvSpPr>
        <p:spPr>
          <a:xfrm xmlns:a="http://schemas.openxmlformats.org/drawingml/2006/main">
            <a:off x="1085850" y="3714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6F3FB"/>
                </a:solidFill>
                <a:latin typeface="Arial"/>
                <a:ea typeface="Arial"/>
                <a:cs typeface="Arial"/>
              </a:defRPr>
            </a:defPPr>
            <a:lvl1pPr algn="l">
              <a:defRPr sz="1125" b="1">
                <a:solidFill>
                  <a:srgbClr val="F6F3FB"/>
                </a:solidFill>
                <a:latin typeface="Arial"/>
                <a:ea typeface="Arial"/>
                <a:cs typeface="Arial"/>
              </a:defRPr>
            </a:lvl1pPr>
            <a:lvl2pPr algn="l">
              <a:defRPr sz="1125" b="1">
                <a:solidFill>
                  <a:srgbClr val="F6F3FB"/>
                </a:solidFill>
                <a:latin typeface="Arial"/>
                <a:ea typeface="Arial"/>
                <a:cs typeface="Arial"/>
              </a:defRPr>
            </a:lvl2pPr>
            <a:lvl3pPr algn="l">
              <a:defRPr sz="1125" b="1">
                <a:solidFill>
                  <a:srgbClr val="F6F3FB"/>
                </a:solidFill>
                <a:latin typeface="Arial"/>
                <a:ea typeface="Arial"/>
                <a:cs typeface="Arial"/>
              </a:defRPr>
            </a:lvl3pPr>
            <a:lvl4pPr algn="l">
              <a:defRPr sz="1125" b="1">
                <a:solidFill>
                  <a:srgbClr val="F6F3FB"/>
                </a:solidFill>
                <a:latin typeface="Arial"/>
                <a:ea typeface="Arial"/>
                <a:cs typeface="Arial"/>
              </a:defRPr>
            </a:lvl4pPr>
            <a:lvl5pPr algn="l">
              <a:defRPr sz="1125" b="1">
                <a:solidFill>
                  <a:srgbClr val="F6F3FB"/>
                </a:solidFill>
                <a:latin typeface="Arial"/>
                <a:ea typeface="Arial"/>
                <a:cs typeface="Arial"/>
              </a:defRPr>
            </a:lvl5pPr>
            <a:lvl6pPr algn="l">
              <a:defRPr sz="1125" b="1">
                <a:solidFill>
                  <a:srgbClr val="F6F3FB"/>
                </a:solidFill>
                <a:latin typeface="Arial"/>
                <a:ea typeface="Arial"/>
                <a:cs typeface="Arial"/>
              </a:defRPr>
            </a:lvl6pPr>
            <a:lvl7pPr algn="l">
              <a:defRPr sz="1125" b="1">
                <a:solidFill>
                  <a:srgbClr val="F6F3FB"/>
                </a:solidFill>
                <a:latin typeface="Arial"/>
                <a:ea typeface="Arial"/>
                <a:cs typeface="Arial"/>
              </a:defRPr>
            </a:lvl7pPr>
            <a:lvl8pPr algn="l">
              <a:defRPr sz="1125" b="1">
                <a:solidFill>
                  <a:srgbClr val="F6F3FB"/>
                </a:solidFill>
                <a:latin typeface="Arial"/>
                <a:ea typeface="Arial"/>
                <a:cs typeface="Arial"/>
              </a:defRPr>
            </a:lvl8pPr>
            <a:lvl9pPr algn="l">
              <a:defRPr sz="1125" b="1">
                <a:solidFill>
                  <a:srgbClr val="F6F3FB"/>
                </a:solidFill>
                <a:latin typeface="Arial"/>
                <a:ea typeface="Arial"/>
                <a:cs typeface="Arial"/>
              </a:defRPr>
            </a:lvl9pPr>
          </a:lstStyle>
          <a:p xmlns:a="http://schemas.openxmlformats.org/drawingml/2006/main">
            <a:pPr algn="l">
              <a:defRPr sz="1125" b="1">
                <a:solidFill>
                  <a:srgbClr val="F6F3FB"/>
                </a:solidFill>
                <a:latin typeface="Arial"/>
                <a:ea typeface="Arial"/>
                <a:cs typeface="Arial"/>
              </a:defRPr>
            </a:pPr>
            <a:r>
              <a:rPr sz="1125" b="1">
                <a:solidFill>
                  <a:srgbClr val="F6F3FB"/>
                </a:solidFill>
                <a:latin typeface="Arial"/>
                <a:ea typeface="Arial"/>
                <a:cs typeface="Arial"/>
              </a:rPr>
              <a:t>APERTURE</a:t>
            </a:r>
          </a:p>
        </p:txBody>
      </p:sp>
      <p:sp>
        <p:nvSpPr>
          <p:cNvPr id="3" name="section-name">
            <a:extLst xmlns:a="http://schemas.openxmlformats.org/drawingml/2006/main">
              <a:ext uri="{FF2B5EF4-FFF2-40B4-BE49-F238E27FC236}">
                <a16:creationId xmlns:a16="http://schemas.microsoft.com/office/drawing/2014/main" id="{DA360039-93A6-4728-9FDF-53E2F00DED65}"/>
              </a:ext>
            </a:extLst>
          </p:cNvPr>
          <p:cNvSpPr>
            <a:spLocks xmlns:a="http://schemas.openxmlformats.org/drawingml/2006/main" noGrp="1"/>
          </p:cNvSpPr>
          <p:nvPr/>
        </p:nvSpPr>
        <p:spPr>
          <a:xfrm xmlns:a="http://schemas.openxmlformats.org/drawingml/2006/main">
            <a:off x="8572500" y="37147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26C7B"/>
                </a:solidFill>
                <a:latin typeface="Arial"/>
                <a:ea typeface="Arial"/>
                <a:cs typeface="Arial"/>
              </a:defRPr>
            </a:defPPr>
            <a:lvl1pPr algn="r">
              <a:defRPr sz="975" b="1">
                <a:solidFill>
                  <a:srgbClr val="726C7B"/>
                </a:solidFill>
                <a:latin typeface="Arial"/>
                <a:ea typeface="Arial"/>
                <a:cs typeface="Arial"/>
              </a:defRPr>
            </a:lvl1pPr>
            <a:lvl2pPr algn="r">
              <a:defRPr sz="975" b="1">
                <a:solidFill>
                  <a:srgbClr val="726C7B"/>
                </a:solidFill>
                <a:latin typeface="Arial"/>
                <a:ea typeface="Arial"/>
                <a:cs typeface="Arial"/>
              </a:defRPr>
            </a:lvl2pPr>
            <a:lvl3pPr algn="r">
              <a:defRPr sz="975" b="1">
                <a:solidFill>
                  <a:srgbClr val="726C7B"/>
                </a:solidFill>
                <a:latin typeface="Arial"/>
                <a:ea typeface="Arial"/>
                <a:cs typeface="Arial"/>
              </a:defRPr>
            </a:lvl3pPr>
            <a:lvl4pPr algn="r">
              <a:defRPr sz="975" b="1">
                <a:solidFill>
                  <a:srgbClr val="726C7B"/>
                </a:solidFill>
                <a:latin typeface="Arial"/>
                <a:ea typeface="Arial"/>
                <a:cs typeface="Arial"/>
              </a:defRPr>
            </a:lvl4pPr>
            <a:lvl5pPr algn="r">
              <a:defRPr sz="975" b="1">
                <a:solidFill>
                  <a:srgbClr val="726C7B"/>
                </a:solidFill>
                <a:latin typeface="Arial"/>
                <a:ea typeface="Arial"/>
                <a:cs typeface="Arial"/>
              </a:defRPr>
            </a:lvl5pPr>
            <a:lvl6pPr algn="r">
              <a:defRPr sz="975" b="1">
                <a:solidFill>
                  <a:srgbClr val="726C7B"/>
                </a:solidFill>
                <a:latin typeface="Arial"/>
                <a:ea typeface="Arial"/>
                <a:cs typeface="Arial"/>
              </a:defRPr>
            </a:lvl6pPr>
            <a:lvl7pPr algn="r">
              <a:defRPr sz="975" b="1">
                <a:solidFill>
                  <a:srgbClr val="726C7B"/>
                </a:solidFill>
                <a:latin typeface="Arial"/>
                <a:ea typeface="Arial"/>
                <a:cs typeface="Arial"/>
              </a:defRPr>
            </a:lvl7pPr>
            <a:lvl8pPr algn="r">
              <a:defRPr sz="975" b="1">
                <a:solidFill>
                  <a:srgbClr val="726C7B"/>
                </a:solidFill>
                <a:latin typeface="Arial"/>
                <a:ea typeface="Arial"/>
                <a:cs typeface="Arial"/>
              </a:defRPr>
            </a:lvl8pPr>
            <a:lvl9pPr algn="r">
              <a:defRPr sz="975" b="1">
                <a:solidFill>
                  <a:srgbClr val="726C7B"/>
                </a:solidFill>
                <a:latin typeface="Arial"/>
                <a:ea typeface="Arial"/>
                <a:cs typeface="Arial"/>
              </a:defRPr>
            </a:lvl9pPr>
          </a:lstStyle>
          <a:p xmlns:a="http://schemas.openxmlformats.org/drawingml/2006/main">
            <a:pPr algn="r">
              <a:defRPr sz="975" b="1">
                <a:solidFill>
                  <a:srgbClr val="726C7B"/>
                </a:solidFill>
                <a:latin typeface="Arial"/>
                <a:ea typeface="Arial"/>
                <a:cs typeface="Arial"/>
              </a:defRPr>
            </a:pPr>
            <a:r>
              <a:rPr sz="975" b="1">
                <a:solidFill>
                  <a:srgbClr val="726C7B"/>
                </a:solidFill>
                <a:latin typeface="Arial"/>
                <a:ea typeface="Arial"/>
                <a:cs typeface="Arial"/>
              </a:rPr>
              <a:t>SENTINEL + COMPUTE</a:t>
            </a:r>
          </a:p>
        </p:txBody>
      </p:sp>
      <p:sp>
        <p:nvSpPr>
          <p:cNvPr id="4" name="header-rule">
            <a:extLst xmlns:a="http://schemas.openxmlformats.org/drawingml/2006/main">
              <a:ext uri="{FF2B5EF4-FFF2-40B4-BE49-F238E27FC236}">
                <a16:creationId xmlns:a16="http://schemas.microsoft.com/office/drawing/2014/main" id="{CA021A65-9027-4438-B7CC-31D031360F61}"/>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5" name="page-number">
            <a:extLst xmlns:a="http://schemas.openxmlformats.org/drawingml/2006/main">
              <a:ext uri="{FF2B5EF4-FFF2-40B4-BE49-F238E27FC236}">
                <a16:creationId xmlns:a16="http://schemas.microsoft.com/office/drawing/2014/main" id="{9FD719B8-1218-48D7-9D7C-8D5252BD5118}"/>
              </a:ext>
            </a:extLst>
          </p:cNvPr>
          <p:cNvSpPr>
            <a:spLocks xmlns:a="http://schemas.openxmlformats.org/drawingml/2006/main" noGrp="1"/>
          </p:cNvSpPr>
          <p:nvPr/>
        </p:nvSpPr>
        <p:spPr>
          <a:xfrm xmlns:a="http://schemas.openxmlformats.org/drawingml/2006/main">
            <a:off x="10525125" y="6572250"/>
            <a:ext cx="981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26C7B"/>
                </a:solidFill>
                <a:latin typeface="Arial"/>
                <a:ea typeface="Arial"/>
                <a:cs typeface="Arial"/>
              </a:defRPr>
            </a:defPPr>
            <a:lvl1pPr algn="r">
              <a:defRPr sz="900" b="0">
                <a:solidFill>
                  <a:srgbClr val="726C7B"/>
                </a:solidFill>
                <a:latin typeface="Arial"/>
                <a:ea typeface="Arial"/>
                <a:cs typeface="Arial"/>
              </a:defRPr>
            </a:lvl1pPr>
            <a:lvl2pPr algn="r">
              <a:defRPr sz="900" b="0">
                <a:solidFill>
                  <a:srgbClr val="726C7B"/>
                </a:solidFill>
                <a:latin typeface="Arial"/>
                <a:ea typeface="Arial"/>
                <a:cs typeface="Arial"/>
              </a:defRPr>
            </a:lvl2pPr>
            <a:lvl3pPr algn="r">
              <a:defRPr sz="900" b="0">
                <a:solidFill>
                  <a:srgbClr val="726C7B"/>
                </a:solidFill>
                <a:latin typeface="Arial"/>
                <a:ea typeface="Arial"/>
                <a:cs typeface="Arial"/>
              </a:defRPr>
            </a:lvl3pPr>
            <a:lvl4pPr algn="r">
              <a:defRPr sz="900" b="0">
                <a:solidFill>
                  <a:srgbClr val="726C7B"/>
                </a:solidFill>
                <a:latin typeface="Arial"/>
                <a:ea typeface="Arial"/>
                <a:cs typeface="Arial"/>
              </a:defRPr>
            </a:lvl4pPr>
            <a:lvl5pPr algn="r">
              <a:defRPr sz="900" b="0">
                <a:solidFill>
                  <a:srgbClr val="726C7B"/>
                </a:solidFill>
                <a:latin typeface="Arial"/>
                <a:ea typeface="Arial"/>
                <a:cs typeface="Arial"/>
              </a:defRPr>
            </a:lvl5pPr>
            <a:lvl6pPr algn="r">
              <a:defRPr sz="900" b="0">
                <a:solidFill>
                  <a:srgbClr val="726C7B"/>
                </a:solidFill>
                <a:latin typeface="Arial"/>
                <a:ea typeface="Arial"/>
                <a:cs typeface="Arial"/>
              </a:defRPr>
            </a:lvl6pPr>
            <a:lvl7pPr algn="r">
              <a:defRPr sz="900" b="0">
                <a:solidFill>
                  <a:srgbClr val="726C7B"/>
                </a:solidFill>
                <a:latin typeface="Arial"/>
                <a:ea typeface="Arial"/>
                <a:cs typeface="Arial"/>
              </a:defRPr>
            </a:lvl7pPr>
            <a:lvl8pPr algn="r">
              <a:defRPr sz="900" b="0">
                <a:solidFill>
                  <a:srgbClr val="726C7B"/>
                </a:solidFill>
                <a:latin typeface="Arial"/>
                <a:ea typeface="Arial"/>
                <a:cs typeface="Arial"/>
              </a:defRPr>
            </a:lvl8pPr>
            <a:lvl9pPr algn="r">
              <a:defRPr sz="900" b="0">
                <a:solidFill>
                  <a:srgbClr val="726C7B"/>
                </a:solidFill>
                <a:latin typeface="Arial"/>
                <a:ea typeface="Arial"/>
                <a:cs typeface="Arial"/>
              </a:defRPr>
            </a:lvl9pPr>
          </a:lstStyle>
          <a:p xmlns:a="http://schemas.openxmlformats.org/drawingml/2006/main">
            <a:pPr algn="r">
              <a:defRPr sz="900" b="0">
                <a:solidFill>
                  <a:srgbClr val="726C7B"/>
                </a:solidFill>
                <a:latin typeface="Arial"/>
                <a:ea typeface="Arial"/>
                <a:cs typeface="Arial"/>
              </a:defRPr>
            </a:pPr>
            <a:r>
              <a:rPr sz="900" b="0">
                <a:solidFill>
                  <a:srgbClr val="726C7B"/>
                </a:solidFill>
                <a:latin typeface="Arial"/>
                <a:ea typeface="Arial"/>
                <a:cs typeface="Arial"/>
              </a:rPr>
              <a:t>04 / 07</a:t>
            </a:r>
          </a:p>
        </p:txBody>
      </p:sp>
      <p:sp>
        <p:nvSpPr>
          <p:cNvPr id="6" name="slide-title">
            <a:extLst xmlns:a="http://schemas.openxmlformats.org/drawingml/2006/main">
              <a:ext uri="{FF2B5EF4-FFF2-40B4-BE49-F238E27FC236}">
                <a16:creationId xmlns:a16="http://schemas.microsoft.com/office/drawing/2014/main" id="{9FEA681C-AA90-48CC-ACF5-E93C0673703B}"/>
              </a:ext>
            </a:extLst>
          </p:cNvPr>
          <p:cNvSpPr>
            <a:spLocks xmlns:a="http://schemas.openxmlformats.org/drawingml/2006/main" noGrp="1"/>
          </p:cNvSpPr>
          <p:nvPr/>
        </p:nvSpPr>
        <p:spPr>
          <a:xfrm xmlns:a="http://schemas.openxmlformats.org/drawingml/2006/main">
            <a:off x="685800" y="100012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750" b="1">
                <a:solidFill>
                  <a:srgbClr val="F6F3FB"/>
                </a:solidFill>
                <a:latin typeface="Arial"/>
                <a:ea typeface="Arial"/>
                <a:cs typeface="Arial"/>
              </a:defRPr>
            </a:defPPr>
            <a:lvl1pPr algn="l">
              <a:defRPr sz="3750" b="1">
                <a:solidFill>
                  <a:srgbClr val="F6F3FB"/>
                </a:solidFill>
                <a:latin typeface="Arial"/>
                <a:ea typeface="Arial"/>
                <a:cs typeface="Arial"/>
              </a:defRPr>
            </a:lvl1pPr>
            <a:lvl2pPr algn="l">
              <a:defRPr sz="3750" b="1">
                <a:solidFill>
                  <a:srgbClr val="F6F3FB"/>
                </a:solidFill>
                <a:latin typeface="Arial"/>
                <a:ea typeface="Arial"/>
                <a:cs typeface="Arial"/>
              </a:defRPr>
            </a:lvl2pPr>
            <a:lvl3pPr algn="l">
              <a:defRPr sz="3750" b="1">
                <a:solidFill>
                  <a:srgbClr val="F6F3FB"/>
                </a:solidFill>
                <a:latin typeface="Arial"/>
                <a:ea typeface="Arial"/>
                <a:cs typeface="Arial"/>
              </a:defRPr>
            </a:lvl3pPr>
            <a:lvl4pPr algn="l">
              <a:defRPr sz="3750" b="1">
                <a:solidFill>
                  <a:srgbClr val="F6F3FB"/>
                </a:solidFill>
                <a:latin typeface="Arial"/>
                <a:ea typeface="Arial"/>
                <a:cs typeface="Arial"/>
              </a:defRPr>
            </a:lvl4pPr>
            <a:lvl5pPr algn="l">
              <a:defRPr sz="3750" b="1">
                <a:solidFill>
                  <a:srgbClr val="F6F3FB"/>
                </a:solidFill>
                <a:latin typeface="Arial"/>
                <a:ea typeface="Arial"/>
                <a:cs typeface="Arial"/>
              </a:defRPr>
            </a:lvl5pPr>
            <a:lvl6pPr algn="l">
              <a:defRPr sz="3750" b="1">
                <a:solidFill>
                  <a:srgbClr val="F6F3FB"/>
                </a:solidFill>
                <a:latin typeface="Arial"/>
                <a:ea typeface="Arial"/>
                <a:cs typeface="Arial"/>
              </a:defRPr>
            </a:lvl6pPr>
            <a:lvl7pPr algn="l">
              <a:defRPr sz="3750" b="1">
                <a:solidFill>
                  <a:srgbClr val="F6F3FB"/>
                </a:solidFill>
                <a:latin typeface="Arial"/>
                <a:ea typeface="Arial"/>
                <a:cs typeface="Arial"/>
              </a:defRPr>
            </a:lvl7pPr>
            <a:lvl8pPr algn="l">
              <a:defRPr sz="3750" b="1">
                <a:solidFill>
                  <a:srgbClr val="F6F3FB"/>
                </a:solidFill>
                <a:latin typeface="Arial"/>
                <a:ea typeface="Arial"/>
                <a:cs typeface="Arial"/>
              </a:defRPr>
            </a:lvl8pPr>
            <a:lvl9pPr algn="l">
              <a:defRPr sz="3750" b="1">
                <a:solidFill>
                  <a:srgbClr val="F6F3FB"/>
                </a:solidFill>
                <a:latin typeface="Arial"/>
                <a:ea typeface="Arial"/>
                <a:cs typeface="Arial"/>
              </a:defRPr>
            </a:lvl9pPr>
          </a:lstStyle>
          <a:p xmlns:a="http://schemas.openxmlformats.org/drawingml/2006/main">
            <a:pPr algn="l">
              <a:defRPr sz="3750" b="1">
                <a:solidFill>
                  <a:srgbClr val="F6F3FB"/>
                </a:solidFill>
                <a:latin typeface="Arial"/>
                <a:ea typeface="Arial"/>
                <a:cs typeface="Arial"/>
              </a:defRPr>
            </a:pPr>
            <a:r>
              <a:rPr sz="3750" b="1">
                <a:solidFill>
                  <a:srgbClr val="F6F3FB"/>
                </a:solidFill>
                <a:latin typeface="Arial"/>
                <a:ea typeface="Arial"/>
                <a:cs typeface="Arial"/>
              </a:rPr>
              <a:t>AI review and execution share one task record</a:t>
            </a:r>
          </a:p>
        </p:txBody>
      </p:sp>
      <p:sp>
        <p:nvSpPr>
          <p:cNvPr id="7" name="slide-deck">
            <a:extLst xmlns:a="http://schemas.openxmlformats.org/drawingml/2006/main">
              <a:ext uri="{FF2B5EF4-FFF2-40B4-BE49-F238E27FC236}">
                <a16:creationId xmlns:a16="http://schemas.microsoft.com/office/drawing/2014/main" id="{82F0111F-4118-4087-9549-A63282204D69}"/>
              </a:ext>
            </a:extLst>
          </p:cNvPr>
          <p:cNvSpPr>
            <a:spLocks xmlns:a="http://schemas.openxmlformats.org/drawingml/2006/main" noGrp="1"/>
          </p:cNvSpPr>
          <p:nvPr/>
        </p:nvSpPr>
        <p:spPr>
          <a:xfrm xmlns:a="http://schemas.openxmlformats.org/drawingml/2006/main">
            <a:off x="704850" y="17907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AA5B4"/>
                </a:solidFill>
                <a:latin typeface="Arial"/>
                <a:ea typeface="Arial"/>
                <a:cs typeface="Arial"/>
              </a:defRPr>
            </a:defPPr>
            <a:lvl1pPr algn="l">
              <a:defRPr sz="1650" b="0">
                <a:solidFill>
                  <a:srgbClr val="AAA5B4"/>
                </a:solidFill>
                <a:latin typeface="Arial"/>
                <a:ea typeface="Arial"/>
                <a:cs typeface="Arial"/>
              </a:defRPr>
            </a:lvl1pPr>
            <a:lvl2pPr algn="l">
              <a:defRPr sz="1650" b="0">
                <a:solidFill>
                  <a:srgbClr val="AAA5B4"/>
                </a:solidFill>
                <a:latin typeface="Arial"/>
                <a:ea typeface="Arial"/>
                <a:cs typeface="Arial"/>
              </a:defRPr>
            </a:lvl2pPr>
            <a:lvl3pPr algn="l">
              <a:defRPr sz="1650" b="0">
                <a:solidFill>
                  <a:srgbClr val="AAA5B4"/>
                </a:solidFill>
                <a:latin typeface="Arial"/>
                <a:ea typeface="Arial"/>
                <a:cs typeface="Arial"/>
              </a:defRPr>
            </a:lvl3pPr>
            <a:lvl4pPr algn="l">
              <a:defRPr sz="1650" b="0">
                <a:solidFill>
                  <a:srgbClr val="AAA5B4"/>
                </a:solidFill>
                <a:latin typeface="Arial"/>
                <a:ea typeface="Arial"/>
                <a:cs typeface="Arial"/>
              </a:defRPr>
            </a:lvl4pPr>
            <a:lvl5pPr algn="l">
              <a:defRPr sz="1650" b="0">
                <a:solidFill>
                  <a:srgbClr val="AAA5B4"/>
                </a:solidFill>
                <a:latin typeface="Arial"/>
                <a:ea typeface="Arial"/>
                <a:cs typeface="Arial"/>
              </a:defRPr>
            </a:lvl5pPr>
            <a:lvl6pPr algn="l">
              <a:defRPr sz="1650" b="0">
                <a:solidFill>
                  <a:srgbClr val="AAA5B4"/>
                </a:solidFill>
                <a:latin typeface="Arial"/>
                <a:ea typeface="Arial"/>
                <a:cs typeface="Arial"/>
              </a:defRPr>
            </a:lvl6pPr>
            <a:lvl7pPr algn="l">
              <a:defRPr sz="1650" b="0">
                <a:solidFill>
                  <a:srgbClr val="AAA5B4"/>
                </a:solidFill>
                <a:latin typeface="Arial"/>
                <a:ea typeface="Arial"/>
                <a:cs typeface="Arial"/>
              </a:defRPr>
            </a:lvl7pPr>
            <a:lvl8pPr algn="l">
              <a:defRPr sz="1650" b="0">
                <a:solidFill>
                  <a:srgbClr val="AAA5B4"/>
                </a:solidFill>
                <a:latin typeface="Arial"/>
                <a:ea typeface="Arial"/>
                <a:cs typeface="Arial"/>
              </a:defRPr>
            </a:lvl8pPr>
            <a:lvl9pPr algn="l">
              <a:defRPr sz="1650" b="0">
                <a:solidFill>
                  <a:srgbClr val="AAA5B4"/>
                </a:solidFill>
                <a:latin typeface="Arial"/>
                <a:ea typeface="Arial"/>
                <a:cs typeface="Arial"/>
              </a:defRPr>
            </a:lvl9pPr>
          </a:lstStyle>
          <a:p xmlns:a="http://schemas.openxmlformats.org/drawingml/2006/main">
            <a:pPr algn="l">
              <a:defRPr sz="1650" b="0">
                <a:solidFill>
                  <a:srgbClr val="AAA5B4"/>
                </a:solidFill>
                <a:latin typeface="Arial"/>
                <a:ea typeface="Arial"/>
                <a:cs typeface="Arial"/>
              </a:defRPr>
            </a:pPr>
            <a:r>
              <a:rPr sz="1650" b="0">
                <a:solidFill>
                  <a:srgbClr val="AAA5B4"/>
                </a:solidFill>
                <a:latin typeface="Arial"/>
                <a:ea typeface="Arial"/>
                <a:cs typeface="Arial"/>
              </a:rPr>
              <a:t>The original Sentinel reviews the exact source; the owner still approves the work.</a:t>
            </a:r>
          </a:p>
        </p:txBody>
      </p:sp>
      <p:sp>
        <p:nvSpPr>
          <p:cNvPr id="8" name="integration-flow-line">
            <a:extLst xmlns:a="http://schemas.openxmlformats.org/drawingml/2006/main">
              <a:ext uri="{FF2B5EF4-FFF2-40B4-BE49-F238E27FC236}">
                <a16:creationId xmlns:a16="http://schemas.microsoft.com/office/drawing/2014/main" id="{4D921E9F-B0F3-47B7-A245-C3D8CD183EC5}"/>
              </a:ext>
            </a:extLst>
          </p:cNvPr>
          <p:cNvSpPr>
            <a:spLocks xmlns:a="http://schemas.openxmlformats.org/drawingml/2006/main" noGrp="1"/>
          </p:cNvSpPr>
          <p:nvPr/>
        </p:nvSpPr>
        <p:spPr>
          <a:xfrm xmlns:a="http://schemas.openxmlformats.org/drawingml/2006/main">
            <a:off x="990600" y="3209925"/>
            <a:ext cx="10039350" cy="0"/>
          </a:xfrm>
          <a:prstGeom xmlns:a="http://schemas.openxmlformats.org/drawingml/2006/main" prst="line">
            <a:avLst/>
          </a:prstGeom>
          <a:noFill xmlns:a="http://schemas.openxmlformats.org/drawingml/2006/main"/>
          <a:ln xmlns:a="http://schemas.openxmlformats.org/drawingml/2006/main" w="19050">
            <a:solidFill>
              <a:srgbClr val="383341"/>
            </a:solidFill>
            <a:prstDash val="solid"/>
          </a:ln>
        </p:spPr>
      </p:sp>
      <p:sp>
        <p:nvSpPr>
          <p:cNvPr id="9" name="integration-node-0">
            <a:extLst xmlns:a="http://schemas.openxmlformats.org/drawingml/2006/main">
              <a:ext uri="{FF2B5EF4-FFF2-40B4-BE49-F238E27FC236}">
                <a16:creationId xmlns:a16="http://schemas.microsoft.com/office/drawing/2014/main" id="{2828ECDE-BA7F-4229-AF9F-5FDDF6BDEED5}"/>
              </a:ext>
            </a:extLst>
          </p:cNvPr>
          <p:cNvSpPr>
            <a:spLocks xmlns:a="http://schemas.openxmlformats.org/drawingml/2006/main" noGrp="1"/>
          </p:cNvSpPr>
          <p:nvPr/>
        </p:nvSpPr>
        <p:spPr>
          <a:xfrm xmlns:a="http://schemas.openxmlformats.org/drawingml/2006/main">
            <a:off x="781050" y="3095625"/>
            <a:ext cx="228600" cy="228600"/>
          </a:xfrm>
          <a:prstGeom xmlns:a="http://schemas.openxmlformats.org/drawingml/2006/main" prst="ellipse">
            <a:avLst/>
          </a:prstGeom>
          <a:solidFill xmlns:a="http://schemas.openxmlformats.org/drawingml/2006/main">
            <a:srgbClr val="F6F3FB"/>
          </a:solidFill>
          <a:ln xmlns:a="http://schemas.openxmlformats.org/drawingml/2006/main" w="0">
            <a:noFill/>
            <a:prstDash val="solid"/>
          </a:ln>
        </p:spPr>
      </p:sp>
      <p:sp>
        <p:nvSpPr>
          <p:cNvPr id="10" name="integration-tag-0">
            <a:extLst xmlns:a="http://schemas.openxmlformats.org/drawingml/2006/main">
              <a:ext uri="{FF2B5EF4-FFF2-40B4-BE49-F238E27FC236}">
                <a16:creationId xmlns:a16="http://schemas.microsoft.com/office/drawing/2014/main" id="{38B7C7B1-F5BE-4A85-8EFF-C8D796C9152E}"/>
              </a:ext>
            </a:extLst>
          </p:cNvPr>
          <p:cNvSpPr>
            <a:spLocks xmlns:a="http://schemas.openxmlformats.org/drawingml/2006/main" noGrp="1"/>
          </p:cNvSpPr>
          <p:nvPr/>
        </p:nvSpPr>
        <p:spPr>
          <a:xfrm xmlns:a="http://schemas.openxmlformats.org/drawingml/2006/main">
            <a:off x="781050" y="35528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6F3FB"/>
                </a:solidFill>
                <a:latin typeface="Arial"/>
                <a:ea typeface="Arial"/>
                <a:cs typeface="Arial"/>
              </a:defRPr>
            </a:defPPr>
            <a:lvl1pPr algn="l">
              <a:defRPr sz="1050" b="1">
                <a:solidFill>
                  <a:srgbClr val="F6F3FB"/>
                </a:solidFill>
                <a:latin typeface="Arial"/>
                <a:ea typeface="Arial"/>
                <a:cs typeface="Arial"/>
              </a:defRPr>
            </a:lvl1pPr>
            <a:lvl2pPr algn="l">
              <a:defRPr sz="1050" b="1">
                <a:solidFill>
                  <a:srgbClr val="F6F3FB"/>
                </a:solidFill>
                <a:latin typeface="Arial"/>
                <a:ea typeface="Arial"/>
                <a:cs typeface="Arial"/>
              </a:defRPr>
            </a:lvl2pPr>
            <a:lvl3pPr algn="l">
              <a:defRPr sz="1050" b="1">
                <a:solidFill>
                  <a:srgbClr val="F6F3FB"/>
                </a:solidFill>
                <a:latin typeface="Arial"/>
                <a:ea typeface="Arial"/>
                <a:cs typeface="Arial"/>
              </a:defRPr>
            </a:lvl3pPr>
            <a:lvl4pPr algn="l">
              <a:defRPr sz="1050" b="1">
                <a:solidFill>
                  <a:srgbClr val="F6F3FB"/>
                </a:solidFill>
                <a:latin typeface="Arial"/>
                <a:ea typeface="Arial"/>
                <a:cs typeface="Arial"/>
              </a:defRPr>
            </a:lvl4pPr>
            <a:lvl5pPr algn="l">
              <a:defRPr sz="1050" b="1">
                <a:solidFill>
                  <a:srgbClr val="F6F3FB"/>
                </a:solidFill>
                <a:latin typeface="Arial"/>
                <a:ea typeface="Arial"/>
                <a:cs typeface="Arial"/>
              </a:defRPr>
            </a:lvl5pPr>
            <a:lvl6pPr algn="l">
              <a:defRPr sz="1050" b="1">
                <a:solidFill>
                  <a:srgbClr val="F6F3FB"/>
                </a:solidFill>
                <a:latin typeface="Arial"/>
                <a:ea typeface="Arial"/>
                <a:cs typeface="Arial"/>
              </a:defRPr>
            </a:lvl6pPr>
            <a:lvl7pPr algn="l">
              <a:defRPr sz="1050" b="1">
                <a:solidFill>
                  <a:srgbClr val="F6F3FB"/>
                </a:solidFill>
                <a:latin typeface="Arial"/>
                <a:ea typeface="Arial"/>
                <a:cs typeface="Arial"/>
              </a:defRPr>
            </a:lvl7pPr>
            <a:lvl8pPr algn="l">
              <a:defRPr sz="1050" b="1">
                <a:solidFill>
                  <a:srgbClr val="F6F3FB"/>
                </a:solidFill>
                <a:latin typeface="Arial"/>
                <a:ea typeface="Arial"/>
                <a:cs typeface="Arial"/>
              </a:defRPr>
            </a:lvl8pPr>
            <a:lvl9pPr algn="l">
              <a:defRPr sz="1050" b="1">
                <a:solidFill>
                  <a:srgbClr val="F6F3FB"/>
                </a:solidFill>
                <a:latin typeface="Arial"/>
                <a:ea typeface="Arial"/>
                <a:cs typeface="Arial"/>
              </a:defRPr>
            </a:lvl9pPr>
          </a:lstStyle>
          <a:p xmlns:a="http://schemas.openxmlformats.org/drawingml/2006/main">
            <a:pPr algn="l">
              <a:defRPr sz="1050" b="1">
                <a:solidFill>
                  <a:srgbClr val="F6F3FB"/>
                </a:solidFill>
                <a:latin typeface="Arial"/>
                <a:ea typeface="Arial"/>
                <a:cs typeface="Arial"/>
              </a:defRPr>
            </a:pPr>
            <a:r>
              <a:rPr sz="1050" b="1">
                <a:solidFill>
                  <a:srgbClr val="F6F3FB"/>
                </a:solidFill>
                <a:latin typeface="Arial"/>
                <a:ea typeface="Arial"/>
                <a:cs typeface="Arial"/>
              </a:rPr>
              <a:t>SOURCE</a:t>
            </a:r>
          </a:p>
        </p:txBody>
      </p:sp>
      <p:sp>
        <p:nvSpPr>
          <p:cNvPr id="11" name="integration-title-0">
            <a:extLst xmlns:a="http://schemas.openxmlformats.org/drawingml/2006/main">
              <a:ext uri="{FF2B5EF4-FFF2-40B4-BE49-F238E27FC236}">
                <a16:creationId xmlns:a16="http://schemas.microsoft.com/office/drawing/2014/main" id="{C8D34140-3731-4560-AB55-525FC73436A8}"/>
              </a:ext>
            </a:extLst>
          </p:cNvPr>
          <p:cNvSpPr>
            <a:spLocks xmlns:a="http://schemas.openxmlformats.org/drawingml/2006/main" noGrp="1"/>
          </p:cNvSpPr>
          <p:nvPr/>
        </p:nvSpPr>
        <p:spPr>
          <a:xfrm xmlns:a="http://schemas.openxmlformats.org/drawingml/2006/main">
            <a:off x="781050" y="3924300"/>
            <a:ext cx="1943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6F3FB"/>
                </a:solidFill>
                <a:latin typeface="Arial"/>
                <a:ea typeface="Arial"/>
                <a:cs typeface="Arial"/>
              </a:defRPr>
            </a:defPPr>
            <a:lvl1pPr algn="l">
              <a:defRPr sz="1575" b="1">
                <a:solidFill>
                  <a:srgbClr val="F6F3FB"/>
                </a:solidFill>
                <a:latin typeface="Arial"/>
                <a:ea typeface="Arial"/>
                <a:cs typeface="Arial"/>
              </a:defRPr>
            </a:lvl1pPr>
            <a:lvl2pPr algn="l">
              <a:defRPr sz="1575" b="1">
                <a:solidFill>
                  <a:srgbClr val="F6F3FB"/>
                </a:solidFill>
                <a:latin typeface="Arial"/>
                <a:ea typeface="Arial"/>
                <a:cs typeface="Arial"/>
              </a:defRPr>
            </a:lvl2pPr>
            <a:lvl3pPr algn="l">
              <a:defRPr sz="1575" b="1">
                <a:solidFill>
                  <a:srgbClr val="F6F3FB"/>
                </a:solidFill>
                <a:latin typeface="Arial"/>
                <a:ea typeface="Arial"/>
                <a:cs typeface="Arial"/>
              </a:defRPr>
            </a:lvl3pPr>
            <a:lvl4pPr algn="l">
              <a:defRPr sz="1575" b="1">
                <a:solidFill>
                  <a:srgbClr val="F6F3FB"/>
                </a:solidFill>
                <a:latin typeface="Arial"/>
                <a:ea typeface="Arial"/>
                <a:cs typeface="Arial"/>
              </a:defRPr>
            </a:lvl4pPr>
            <a:lvl5pPr algn="l">
              <a:defRPr sz="1575" b="1">
                <a:solidFill>
                  <a:srgbClr val="F6F3FB"/>
                </a:solidFill>
                <a:latin typeface="Arial"/>
                <a:ea typeface="Arial"/>
                <a:cs typeface="Arial"/>
              </a:defRPr>
            </a:lvl5pPr>
            <a:lvl6pPr algn="l">
              <a:defRPr sz="1575" b="1">
                <a:solidFill>
                  <a:srgbClr val="F6F3FB"/>
                </a:solidFill>
                <a:latin typeface="Arial"/>
                <a:ea typeface="Arial"/>
                <a:cs typeface="Arial"/>
              </a:defRPr>
            </a:lvl6pPr>
            <a:lvl7pPr algn="l">
              <a:defRPr sz="1575" b="1">
                <a:solidFill>
                  <a:srgbClr val="F6F3FB"/>
                </a:solidFill>
                <a:latin typeface="Arial"/>
                <a:ea typeface="Arial"/>
                <a:cs typeface="Arial"/>
              </a:defRPr>
            </a:lvl7pPr>
            <a:lvl8pPr algn="l">
              <a:defRPr sz="1575" b="1">
                <a:solidFill>
                  <a:srgbClr val="F6F3FB"/>
                </a:solidFill>
                <a:latin typeface="Arial"/>
                <a:ea typeface="Arial"/>
                <a:cs typeface="Arial"/>
              </a:defRPr>
            </a:lvl8pPr>
            <a:lvl9pPr algn="l">
              <a:defRPr sz="1575" b="1">
                <a:solidFill>
                  <a:srgbClr val="F6F3FB"/>
                </a:solidFill>
                <a:latin typeface="Arial"/>
                <a:ea typeface="Arial"/>
                <a:cs typeface="Arial"/>
              </a:defRPr>
            </a:lvl9pPr>
          </a:lstStyle>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Exact Python</a:t>
            </a:r>
          </a:p>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source hash</a:t>
            </a:r>
          </a:p>
        </p:txBody>
      </p:sp>
      <p:sp>
        <p:nvSpPr>
          <p:cNvPr id="12" name="integration-node-1">
            <a:extLst xmlns:a="http://schemas.openxmlformats.org/drawingml/2006/main">
              <a:ext uri="{FF2B5EF4-FFF2-40B4-BE49-F238E27FC236}">
                <a16:creationId xmlns:a16="http://schemas.microsoft.com/office/drawing/2014/main" id="{0D7FEBD5-2194-4794-BDF6-DB0581A36300}"/>
              </a:ext>
            </a:extLst>
          </p:cNvPr>
          <p:cNvSpPr>
            <a:spLocks xmlns:a="http://schemas.openxmlformats.org/drawingml/2006/main" noGrp="1"/>
          </p:cNvSpPr>
          <p:nvPr/>
        </p:nvSpPr>
        <p:spPr>
          <a:xfrm xmlns:a="http://schemas.openxmlformats.org/drawingml/2006/main">
            <a:off x="2933700" y="3095625"/>
            <a:ext cx="228600" cy="228600"/>
          </a:xfrm>
          <a:prstGeom xmlns:a="http://schemas.openxmlformats.org/drawingml/2006/main" prst="ellipse">
            <a:avLst/>
          </a:prstGeom>
          <a:solidFill xmlns:a="http://schemas.openxmlformats.org/drawingml/2006/main">
            <a:srgbClr val="82E5F4"/>
          </a:solidFill>
          <a:ln xmlns:a="http://schemas.openxmlformats.org/drawingml/2006/main" w="0">
            <a:noFill/>
            <a:prstDash val="solid"/>
          </a:ln>
        </p:spPr>
      </p:sp>
      <p:sp>
        <p:nvSpPr>
          <p:cNvPr id="13" name="integration-tag-1">
            <a:extLst xmlns:a="http://schemas.openxmlformats.org/drawingml/2006/main">
              <a:ext uri="{FF2B5EF4-FFF2-40B4-BE49-F238E27FC236}">
                <a16:creationId xmlns:a16="http://schemas.microsoft.com/office/drawing/2014/main" id="{4CB03D4D-4BB8-4138-9099-881BA689BE5F}"/>
              </a:ext>
            </a:extLst>
          </p:cNvPr>
          <p:cNvSpPr>
            <a:spLocks xmlns:a="http://schemas.openxmlformats.org/drawingml/2006/main" noGrp="1"/>
          </p:cNvSpPr>
          <p:nvPr/>
        </p:nvSpPr>
        <p:spPr>
          <a:xfrm xmlns:a="http://schemas.openxmlformats.org/drawingml/2006/main">
            <a:off x="2933700" y="35528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82E5F4"/>
                </a:solidFill>
                <a:latin typeface="Arial"/>
                <a:ea typeface="Arial"/>
                <a:cs typeface="Arial"/>
              </a:defRPr>
            </a:defPPr>
            <a:lvl1pPr algn="l">
              <a:defRPr sz="1050" b="1">
                <a:solidFill>
                  <a:srgbClr val="82E5F4"/>
                </a:solidFill>
                <a:latin typeface="Arial"/>
                <a:ea typeface="Arial"/>
                <a:cs typeface="Arial"/>
              </a:defRPr>
            </a:lvl1pPr>
            <a:lvl2pPr algn="l">
              <a:defRPr sz="1050" b="1">
                <a:solidFill>
                  <a:srgbClr val="82E5F4"/>
                </a:solidFill>
                <a:latin typeface="Arial"/>
                <a:ea typeface="Arial"/>
                <a:cs typeface="Arial"/>
              </a:defRPr>
            </a:lvl2pPr>
            <a:lvl3pPr algn="l">
              <a:defRPr sz="1050" b="1">
                <a:solidFill>
                  <a:srgbClr val="82E5F4"/>
                </a:solidFill>
                <a:latin typeface="Arial"/>
                <a:ea typeface="Arial"/>
                <a:cs typeface="Arial"/>
              </a:defRPr>
            </a:lvl3pPr>
            <a:lvl4pPr algn="l">
              <a:defRPr sz="1050" b="1">
                <a:solidFill>
                  <a:srgbClr val="82E5F4"/>
                </a:solidFill>
                <a:latin typeface="Arial"/>
                <a:ea typeface="Arial"/>
                <a:cs typeface="Arial"/>
              </a:defRPr>
            </a:lvl4pPr>
            <a:lvl5pPr algn="l">
              <a:defRPr sz="1050" b="1">
                <a:solidFill>
                  <a:srgbClr val="82E5F4"/>
                </a:solidFill>
                <a:latin typeface="Arial"/>
                <a:ea typeface="Arial"/>
                <a:cs typeface="Arial"/>
              </a:defRPr>
            </a:lvl5pPr>
            <a:lvl6pPr algn="l">
              <a:defRPr sz="1050" b="1">
                <a:solidFill>
                  <a:srgbClr val="82E5F4"/>
                </a:solidFill>
                <a:latin typeface="Arial"/>
                <a:ea typeface="Arial"/>
                <a:cs typeface="Arial"/>
              </a:defRPr>
            </a:lvl6pPr>
            <a:lvl7pPr algn="l">
              <a:defRPr sz="1050" b="1">
                <a:solidFill>
                  <a:srgbClr val="82E5F4"/>
                </a:solidFill>
                <a:latin typeface="Arial"/>
                <a:ea typeface="Arial"/>
                <a:cs typeface="Arial"/>
              </a:defRPr>
            </a:lvl7pPr>
            <a:lvl8pPr algn="l">
              <a:defRPr sz="1050" b="1">
                <a:solidFill>
                  <a:srgbClr val="82E5F4"/>
                </a:solidFill>
                <a:latin typeface="Arial"/>
                <a:ea typeface="Arial"/>
                <a:cs typeface="Arial"/>
              </a:defRPr>
            </a:lvl8pPr>
            <a:lvl9pPr algn="l">
              <a:defRPr sz="1050" b="1">
                <a:solidFill>
                  <a:srgbClr val="82E5F4"/>
                </a:solidFill>
                <a:latin typeface="Arial"/>
                <a:ea typeface="Arial"/>
                <a:cs typeface="Arial"/>
              </a:defRPr>
            </a:lvl9pPr>
          </a:lstStyle>
          <a:p xmlns:a="http://schemas.openxmlformats.org/drawingml/2006/main">
            <a:pPr algn="l">
              <a:defRPr sz="1050" b="1">
                <a:solidFill>
                  <a:srgbClr val="82E5F4"/>
                </a:solidFill>
                <a:latin typeface="Arial"/>
                <a:ea typeface="Arial"/>
                <a:cs typeface="Arial"/>
              </a:defRPr>
            </a:pPr>
            <a:r>
              <a:rPr sz="1050" b="1">
                <a:solidFill>
                  <a:srgbClr val="82E5F4"/>
                </a:solidFill>
                <a:latin typeface="Arial"/>
                <a:ea typeface="Arial"/>
                <a:cs typeface="Arial"/>
              </a:rPr>
              <a:t>SENTINEL</a:t>
            </a:r>
          </a:p>
        </p:txBody>
      </p:sp>
      <p:sp>
        <p:nvSpPr>
          <p:cNvPr id="14" name="integration-title-1">
            <a:extLst xmlns:a="http://schemas.openxmlformats.org/drawingml/2006/main">
              <a:ext uri="{FF2B5EF4-FFF2-40B4-BE49-F238E27FC236}">
                <a16:creationId xmlns:a16="http://schemas.microsoft.com/office/drawing/2014/main" id="{2DEEF010-DAA4-498A-8FAC-737DE36F7AF6}"/>
              </a:ext>
            </a:extLst>
          </p:cNvPr>
          <p:cNvSpPr>
            <a:spLocks xmlns:a="http://schemas.openxmlformats.org/drawingml/2006/main" noGrp="1"/>
          </p:cNvSpPr>
          <p:nvPr/>
        </p:nvSpPr>
        <p:spPr>
          <a:xfrm xmlns:a="http://schemas.openxmlformats.org/drawingml/2006/main">
            <a:off x="2933700" y="3924300"/>
            <a:ext cx="1943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6F3FB"/>
                </a:solidFill>
                <a:latin typeface="Arial"/>
                <a:ea typeface="Arial"/>
                <a:cs typeface="Arial"/>
              </a:defRPr>
            </a:defPPr>
            <a:lvl1pPr algn="l">
              <a:defRPr sz="1575" b="1">
                <a:solidFill>
                  <a:srgbClr val="F6F3FB"/>
                </a:solidFill>
                <a:latin typeface="Arial"/>
                <a:ea typeface="Arial"/>
                <a:cs typeface="Arial"/>
              </a:defRPr>
            </a:lvl1pPr>
            <a:lvl2pPr algn="l">
              <a:defRPr sz="1575" b="1">
                <a:solidFill>
                  <a:srgbClr val="F6F3FB"/>
                </a:solidFill>
                <a:latin typeface="Arial"/>
                <a:ea typeface="Arial"/>
                <a:cs typeface="Arial"/>
              </a:defRPr>
            </a:lvl2pPr>
            <a:lvl3pPr algn="l">
              <a:defRPr sz="1575" b="1">
                <a:solidFill>
                  <a:srgbClr val="F6F3FB"/>
                </a:solidFill>
                <a:latin typeface="Arial"/>
                <a:ea typeface="Arial"/>
                <a:cs typeface="Arial"/>
              </a:defRPr>
            </a:lvl3pPr>
            <a:lvl4pPr algn="l">
              <a:defRPr sz="1575" b="1">
                <a:solidFill>
                  <a:srgbClr val="F6F3FB"/>
                </a:solidFill>
                <a:latin typeface="Arial"/>
                <a:ea typeface="Arial"/>
                <a:cs typeface="Arial"/>
              </a:defRPr>
            </a:lvl4pPr>
            <a:lvl5pPr algn="l">
              <a:defRPr sz="1575" b="1">
                <a:solidFill>
                  <a:srgbClr val="F6F3FB"/>
                </a:solidFill>
                <a:latin typeface="Arial"/>
                <a:ea typeface="Arial"/>
                <a:cs typeface="Arial"/>
              </a:defRPr>
            </a:lvl5pPr>
            <a:lvl6pPr algn="l">
              <a:defRPr sz="1575" b="1">
                <a:solidFill>
                  <a:srgbClr val="F6F3FB"/>
                </a:solidFill>
                <a:latin typeface="Arial"/>
                <a:ea typeface="Arial"/>
                <a:cs typeface="Arial"/>
              </a:defRPr>
            </a:lvl6pPr>
            <a:lvl7pPr algn="l">
              <a:defRPr sz="1575" b="1">
                <a:solidFill>
                  <a:srgbClr val="F6F3FB"/>
                </a:solidFill>
                <a:latin typeface="Arial"/>
                <a:ea typeface="Arial"/>
                <a:cs typeface="Arial"/>
              </a:defRPr>
            </a:lvl7pPr>
            <a:lvl8pPr algn="l">
              <a:defRPr sz="1575" b="1">
                <a:solidFill>
                  <a:srgbClr val="F6F3FB"/>
                </a:solidFill>
                <a:latin typeface="Arial"/>
                <a:ea typeface="Arial"/>
                <a:cs typeface="Arial"/>
              </a:defRPr>
            </a:lvl8pPr>
            <a:lvl9pPr algn="l">
              <a:defRPr sz="1575" b="1">
                <a:solidFill>
                  <a:srgbClr val="F6F3FB"/>
                </a:solidFill>
                <a:latin typeface="Arial"/>
                <a:ea typeface="Arial"/>
                <a:cs typeface="Arial"/>
              </a:defRPr>
            </a:lvl9pPr>
          </a:lstStyle>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Optional Gemini</a:t>
            </a:r>
          </a:p>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source review</a:t>
            </a:r>
          </a:p>
        </p:txBody>
      </p:sp>
      <p:sp>
        <p:nvSpPr>
          <p:cNvPr id="15" name="integration-node-2">
            <a:extLst xmlns:a="http://schemas.openxmlformats.org/drawingml/2006/main">
              <a:ext uri="{FF2B5EF4-FFF2-40B4-BE49-F238E27FC236}">
                <a16:creationId xmlns:a16="http://schemas.microsoft.com/office/drawing/2014/main" id="{12FB14F1-1FEF-4812-9577-F5A8306DFA85}"/>
              </a:ext>
            </a:extLst>
          </p:cNvPr>
          <p:cNvSpPr>
            <a:spLocks xmlns:a="http://schemas.openxmlformats.org/drawingml/2006/main" noGrp="1"/>
          </p:cNvSpPr>
          <p:nvPr/>
        </p:nvSpPr>
        <p:spPr>
          <a:xfrm xmlns:a="http://schemas.openxmlformats.org/drawingml/2006/main">
            <a:off x="5086350" y="3095625"/>
            <a:ext cx="228600" cy="228600"/>
          </a:xfrm>
          <a:prstGeom xmlns:a="http://schemas.openxmlformats.org/drawingml/2006/main" prst="ellipse">
            <a:avLst/>
          </a:prstGeom>
          <a:solidFill xmlns:a="http://schemas.openxmlformats.org/drawingml/2006/main">
            <a:srgbClr val="C6AEFF"/>
          </a:solidFill>
          <a:ln xmlns:a="http://schemas.openxmlformats.org/drawingml/2006/main" w="0">
            <a:noFill/>
            <a:prstDash val="solid"/>
          </a:ln>
        </p:spPr>
      </p:sp>
      <p:sp>
        <p:nvSpPr>
          <p:cNvPr id="16" name="integration-tag-2">
            <a:extLst xmlns:a="http://schemas.openxmlformats.org/drawingml/2006/main">
              <a:ext uri="{FF2B5EF4-FFF2-40B4-BE49-F238E27FC236}">
                <a16:creationId xmlns:a16="http://schemas.microsoft.com/office/drawing/2014/main" id="{DD3291C0-7CC7-4580-A84F-92B9AEE5F72F}"/>
              </a:ext>
            </a:extLst>
          </p:cNvPr>
          <p:cNvSpPr>
            <a:spLocks xmlns:a="http://schemas.openxmlformats.org/drawingml/2006/main" noGrp="1"/>
          </p:cNvSpPr>
          <p:nvPr/>
        </p:nvSpPr>
        <p:spPr>
          <a:xfrm xmlns:a="http://schemas.openxmlformats.org/drawingml/2006/main">
            <a:off x="5086350" y="35528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6AEFF"/>
                </a:solidFill>
                <a:latin typeface="Arial"/>
                <a:ea typeface="Arial"/>
                <a:cs typeface="Arial"/>
              </a:defRPr>
            </a:defPPr>
            <a:lvl1pPr algn="l">
              <a:defRPr sz="1050" b="1">
                <a:solidFill>
                  <a:srgbClr val="C6AEFF"/>
                </a:solidFill>
                <a:latin typeface="Arial"/>
                <a:ea typeface="Arial"/>
                <a:cs typeface="Arial"/>
              </a:defRPr>
            </a:lvl1pPr>
            <a:lvl2pPr algn="l">
              <a:defRPr sz="1050" b="1">
                <a:solidFill>
                  <a:srgbClr val="C6AEFF"/>
                </a:solidFill>
                <a:latin typeface="Arial"/>
                <a:ea typeface="Arial"/>
                <a:cs typeface="Arial"/>
              </a:defRPr>
            </a:lvl2pPr>
            <a:lvl3pPr algn="l">
              <a:defRPr sz="1050" b="1">
                <a:solidFill>
                  <a:srgbClr val="C6AEFF"/>
                </a:solidFill>
                <a:latin typeface="Arial"/>
                <a:ea typeface="Arial"/>
                <a:cs typeface="Arial"/>
              </a:defRPr>
            </a:lvl3pPr>
            <a:lvl4pPr algn="l">
              <a:defRPr sz="1050" b="1">
                <a:solidFill>
                  <a:srgbClr val="C6AEFF"/>
                </a:solidFill>
                <a:latin typeface="Arial"/>
                <a:ea typeface="Arial"/>
                <a:cs typeface="Arial"/>
              </a:defRPr>
            </a:lvl4pPr>
            <a:lvl5pPr algn="l">
              <a:defRPr sz="1050" b="1">
                <a:solidFill>
                  <a:srgbClr val="C6AEFF"/>
                </a:solidFill>
                <a:latin typeface="Arial"/>
                <a:ea typeface="Arial"/>
                <a:cs typeface="Arial"/>
              </a:defRPr>
            </a:lvl5pPr>
            <a:lvl6pPr algn="l">
              <a:defRPr sz="1050" b="1">
                <a:solidFill>
                  <a:srgbClr val="C6AEFF"/>
                </a:solidFill>
                <a:latin typeface="Arial"/>
                <a:ea typeface="Arial"/>
                <a:cs typeface="Arial"/>
              </a:defRPr>
            </a:lvl6pPr>
            <a:lvl7pPr algn="l">
              <a:defRPr sz="1050" b="1">
                <a:solidFill>
                  <a:srgbClr val="C6AEFF"/>
                </a:solidFill>
                <a:latin typeface="Arial"/>
                <a:ea typeface="Arial"/>
                <a:cs typeface="Arial"/>
              </a:defRPr>
            </a:lvl7pPr>
            <a:lvl8pPr algn="l">
              <a:defRPr sz="1050" b="1">
                <a:solidFill>
                  <a:srgbClr val="C6AEFF"/>
                </a:solidFill>
                <a:latin typeface="Arial"/>
                <a:ea typeface="Arial"/>
                <a:cs typeface="Arial"/>
              </a:defRPr>
            </a:lvl8pPr>
            <a:lvl9pPr algn="l">
              <a:defRPr sz="1050" b="1">
                <a:solidFill>
                  <a:srgbClr val="C6AEFF"/>
                </a:solidFill>
                <a:latin typeface="Arial"/>
                <a:ea typeface="Arial"/>
                <a:cs typeface="Arial"/>
              </a:defRPr>
            </a:lvl9pPr>
          </a:lstStyle>
          <a:p xmlns:a="http://schemas.openxmlformats.org/drawingml/2006/main">
            <a:pPr algn="l">
              <a:defRPr sz="1050" b="1">
                <a:solidFill>
                  <a:srgbClr val="C6AEFF"/>
                </a:solidFill>
                <a:latin typeface="Arial"/>
                <a:ea typeface="Arial"/>
                <a:cs typeface="Arial"/>
              </a:defRPr>
            </a:pPr>
            <a:r>
              <a:rPr sz="1050" b="1">
                <a:solidFill>
                  <a:srgbClr val="C6AEFF"/>
                </a:solidFill>
                <a:latin typeface="Arial"/>
                <a:ea typeface="Arial"/>
                <a:cs typeface="Arial"/>
              </a:rPr>
              <a:t>REVIEW RECEIPT</a:t>
            </a:r>
          </a:p>
        </p:txBody>
      </p:sp>
      <p:sp>
        <p:nvSpPr>
          <p:cNvPr id="17" name="integration-title-2">
            <a:extLst xmlns:a="http://schemas.openxmlformats.org/drawingml/2006/main">
              <a:ext uri="{FF2B5EF4-FFF2-40B4-BE49-F238E27FC236}">
                <a16:creationId xmlns:a16="http://schemas.microsoft.com/office/drawing/2014/main" id="{A2102DEC-3576-4F73-BDCD-F057F0A074E1}"/>
              </a:ext>
            </a:extLst>
          </p:cNvPr>
          <p:cNvSpPr>
            <a:spLocks xmlns:a="http://schemas.openxmlformats.org/drawingml/2006/main" noGrp="1"/>
          </p:cNvSpPr>
          <p:nvPr/>
        </p:nvSpPr>
        <p:spPr>
          <a:xfrm xmlns:a="http://schemas.openxmlformats.org/drawingml/2006/main">
            <a:off x="5086350" y="3924300"/>
            <a:ext cx="1943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6F3FB"/>
                </a:solidFill>
                <a:latin typeface="Arial"/>
                <a:ea typeface="Arial"/>
                <a:cs typeface="Arial"/>
              </a:defRPr>
            </a:defPPr>
            <a:lvl1pPr algn="l">
              <a:defRPr sz="1575" b="1">
                <a:solidFill>
                  <a:srgbClr val="F6F3FB"/>
                </a:solidFill>
                <a:latin typeface="Arial"/>
                <a:ea typeface="Arial"/>
                <a:cs typeface="Arial"/>
              </a:defRPr>
            </a:lvl1pPr>
            <a:lvl2pPr algn="l">
              <a:defRPr sz="1575" b="1">
                <a:solidFill>
                  <a:srgbClr val="F6F3FB"/>
                </a:solidFill>
                <a:latin typeface="Arial"/>
                <a:ea typeface="Arial"/>
                <a:cs typeface="Arial"/>
              </a:defRPr>
            </a:lvl2pPr>
            <a:lvl3pPr algn="l">
              <a:defRPr sz="1575" b="1">
                <a:solidFill>
                  <a:srgbClr val="F6F3FB"/>
                </a:solidFill>
                <a:latin typeface="Arial"/>
                <a:ea typeface="Arial"/>
                <a:cs typeface="Arial"/>
              </a:defRPr>
            </a:lvl3pPr>
            <a:lvl4pPr algn="l">
              <a:defRPr sz="1575" b="1">
                <a:solidFill>
                  <a:srgbClr val="F6F3FB"/>
                </a:solidFill>
                <a:latin typeface="Arial"/>
                <a:ea typeface="Arial"/>
                <a:cs typeface="Arial"/>
              </a:defRPr>
            </a:lvl4pPr>
            <a:lvl5pPr algn="l">
              <a:defRPr sz="1575" b="1">
                <a:solidFill>
                  <a:srgbClr val="F6F3FB"/>
                </a:solidFill>
                <a:latin typeface="Arial"/>
                <a:ea typeface="Arial"/>
                <a:cs typeface="Arial"/>
              </a:defRPr>
            </a:lvl5pPr>
            <a:lvl6pPr algn="l">
              <a:defRPr sz="1575" b="1">
                <a:solidFill>
                  <a:srgbClr val="F6F3FB"/>
                </a:solidFill>
                <a:latin typeface="Arial"/>
                <a:ea typeface="Arial"/>
                <a:cs typeface="Arial"/>
              </a:defRPr>
            </a:lvl6pPr>
            <a:lvl7pPr algn="l">
              <a:defRPr sz="1575" b="1">
                <a:solidFill>
                  <a:srgbClr val="F6F3FB"/>
                </a:solidFill>
                <a:latin typeface="Arial"/>
                <a:ea typeface="Arial"/>
                <a:cs typeface="Arial"/>
              </a:defRPr>
            </a:lvl7pPr>
            <a:lvl8pPr algn="l">
              <a:defRPr sz="1575" b="1">
                <a:solidFill>
                  <a:srgbClr val="F6F3FB"/>
                </a:solidFill>
                <a:latin typeface="Arial"/>
                <a:ea typeface="Arial"/>
                <a:cs typeface="Arial"/>
              </a:defRPr>
            </a:lvl8pPr>
            <a:lvl9pPr algn="l">
              <a:defRPr sz="1575" b="1">
                <a:solidFill>
                  <a:srgbClr val="F6F3FB"/>
                </a:solidFill>
                <a:latin typeface="Arial"/>
                <a:ea typeface="Arial"/>
                <a:cs typeface="Arial"/>
              </a:defRPr>
            </a:lvl9pPr>
          </a:lstStyle>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Verified reference</a:t>
            </a:r>
          </a:p>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linked to manifest</a:t>
            </a:r>
          </a:p>
        </p:txBody>
      </p:sp>
      <p:sp>
        <p:nvSpPr>
          <p:cNvPr id="18" name="integration-node-3">
            <a:extLst xmlns:a="http://schemas.openxmlformats.org/drawingml/2006/main">
              <a:ext uri="{FF2B5EF4-FFF2-40B4-BE49-F238E27FC236}">
                <a16:creationId xmlns:a16="http://schemas.microsoft.com/office/drawing/2014/main" id="{64172A92-8F4F-4725-B46D-53DA5623AC45}"/>
              </a:ext>
            </a:extLst>
          </p:cNvPr>
          <p:cNvSpPr>
            <a:spLocks xmlns:a="http://schemas.openxmlformats.org/drawingml/2006/main" noGrp="1"/>
          </p:cNvSpPr>
          <p:nvPr/>
        </p:nvSpPr>
        <p:spPr>
          <a:xfrm xmlns:a="http://schemas.openxmlformats.org/drawingml/2006/main">
            <a:off x="7239000" y="3095625"/>
            <a:ext cx="228600" cy="228600"/>
          </a:xfrm>
          <a:prstGeom xmlns:a="http://schemas.openxmlformats.org/drawingml/2006/main" prst="ellipse">
            <a:avLst/>
          </a:prstGeom>
          <a:solidFill xmlns:a="http://schemas.openxmlformats.org/drawingml/2006/main">
            <a:srgbClr val="F6F3FB"/>
          </a:solidFill>
          <a:ln xmlns:a="http://schemas.openxmlformats.org/drawingml/2006/main" w="0">
            <a:noFill/>
            <a:prstDash val="solid"/>
          </a:ln>
        </p:spPr>
      </p:sp>
      <p:sp>
        <p:nvSpPr>
          <p:cNvPr id="19" name="integration-tag-3">
            <a:extLst xmlns:a="http://schemas.openxmlformats.org/drawingml/2006/main">
              <a:ext uri="{FF2B5EF4-FFF2-40B4-BE49-F238E27FC236}">
                <a16:creationId xmlns:a16="http://schemas.microsoft.com/office/drawing/2014/main" id="{BC60CB7D-D0AD-434E-8745-99D855A98777}"/>
              </a:ext>
            </a:extLst>
          </p:cNvPr>
          <p:cNvSpPr>
            <a:spLocks xmlns:a="http://schemas.openxmlformats.org/drawingml/2006/main" noGrp="1"/>
          </p:cNvSpPr>
          <p:nvPr/>
        </p:nvSpPr>
        <p:spPr>
          <a:xfrm xmlns:a="http://schemas.openxmlformats.org/drawingml/2006/main">
            <a:off x="7239000" y="35528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6F3FB"/>
                </a:solidFill>
                <a:latin typeface="Arial"/>
                <a:ea typeface="Arial"/>
                <a:cs typeface="Arial"/>
              </a:defRPr>
            </a:defPPr>
            <a:lvl1pPr algn="l">
              <a:defRPr sz="1050" b="1">
                <a:solidFill>
                  <a:srgbClr val="F6F3FB"/>
                </a:solidFill>
                <a:latin typeface="Arial"/>
                <a:ea typeface="Arial"/>
                <a:cs typeface="Arial"/>
              </a:defRPr>
            </a:lvl1pPr>
            <a:lvl2pPr algn="l">
              <a:defRPr sz="1050" b="1">
                <a:solidFill>
                  <a:srgbClr val="F6F3FB"/>
                </a:solidFill>
                <a:latin typeface="Arial"/>
                <a:ea typeface="Arial"/>
                <a:cs typeface="Arial"/>
              </a:defRPr>
            </a:lvl2pPr>
            <a:lvl3pPr algn="l">
              <a:defRPr sz="1050" b="1">
                <a:solidFill>
                  <a:srgbClr val="F6F3FB"/>
                </a:solidFill>
                <a:latin typeface="Arial"/>
                <a:ea typeface="Arial"/>
                <a:cs typeface="Arial"/>
              </a:defRPr>
            </a:lvl3pPr>
            <a:lvl4pPr algn="l">
              <a:defRPr sz="1050" b="1">
                <a:solidFill>
                  <a:srgbClr val="F6F3FB"/>
                </a:solidFill>
                <a:latin typeface="Arial"/>
                <a:ea typeface="Arial"/>
                <a:cs typeface="Arial"/>
              </a:defRPr>
            </a:lvl4pPr>
            <a:lvl5pPr algn="l">
              <a:defRPr sz="1050" b="1">
                <a:solidFill>
                  <a:srgbClr val="F6F3FB"/>
                </a:solidFill>
                <a:latin typeface="Arial"/>
                <a:ea typeface="Arial"/>
                <a:cs typeface="Arial"/>
              </a:defRPr>
            </a:lvl5pPr>
            <a:lvl6pPr algn="l">
              <a:defRPr sz="1050" b="1">
                <a:solidFill>
                  <a:srgbClr val="F6F3FB"/>
                </a:solidFill>
                <a:latin typeface="Arial"/>
                <a:ea typeface="Arial"/>
                <a:cs typeface="Arial"/>
              </a:defRPr>
            </a:lvl6pPr>
            <a:lvl7pPr algn="l">
              <a:defRPr sz="1050" b="1">
                <a:solidFill>
                  <a:srgbClr val="F6F3FB"/>
                </a:solidFill>
                <a:latin typeface="Arial"/>
                <a:ea typeface="Arial"/>
                <a:cs typeface="Arial"/>
              </a:defRPr>
            </a:lvl7pPr>
            <a:lvl8pPr algn="l">
              <a:defRPr sz="1050" b="1">
                <a:solidFill>
                  <a:srgbClr val="F6F3FB"/>
                </a:solidFill>
                <a:latin typeface="Arial"/>
                <a:ea typeface="Arial"/>
                <a:cs typeface="Arial"/>
              </a:defRPr>
            </a:lvl8pPr>
            <a:lvl9pPr algn="l">
              <a:defRPr sz="1050" b="1">
                <a:solidFill>
                  <a:srgbClr val="F6F3FB"/>
                </a:solidFill>
                <a:latin typeface="Arial"/>
                <a:ea typeface="Arial"/>
                <a:cs typeface="Arial"/>
              </a:defRPr>
            </a:lvl9pPr>
          </a:lstStyle>
          <a:p xmlns:a="http://schemas.openxmlformats.org/drawingml/2006/main">
            <a:pPr algn="l">
              <a:defRPr sz="1050" b="1">
                <a:solidFill>
                  <a:srgbClr val="F6F3FB"/>
                </a:solidFill>
                <a:latin typeface="Arial"/>
                <a:ea typeface="Arial"/>
                <a:cs typeface="Arial"/>
              </a:defRPr>
            </a:pPr>
            <a:r>
              <a:rPr sz="1050" b="1">
                <a:solidFill>
                  <a:srgbClr val="F6F3FB"/>
                </a:solidFill>
                <a:latin typeface="Arial"/>
                <a:ea typeface="Arial"/>
                <a:cs typeface="Arial"/>
              </a:rPr>
              <a:t>OWNER APPROVAL</a:t>
            </a:r>
          </a:p>
        </p:txBody>
      </p:sp>
      <p:sp>
        <p:nvSpPr>
          <p:cNvPr id="20" name="integration-title-3">
            <a:extLst xmlns:a="http://schemas.openxmlformats.org/drawingml/2006/main">
              <a:ext uri="{FF2B5EF4-FFF2-40B4-BE49-F238E27FC236}">
                <a16:creationId xmlns:a16="http://schemas.microsoft.com/office/drawing/2014/main" id="{045EED82-7DD3-45CE-9AD6-2778522E7653}"/>
              </a:ext>
            </a:extLst>
          </p:cNvPr>
          <p:cNvSpPr>
            <a:spLocks xmlns:a="http://schemas.openxmlformats.org/drawingml/2006/main" noGrp="1"/>
          </p:cNvSpPr>
          <p:nvPr/>
        </p:nvSpPr>
        <p:spPr>
          <a:xfrm xmlns:a="http://schemas.openxmlformats.org/drawingml/2006/main">
            <a:off x="7239000" y="3924300"/>
            <a:ext cx="1943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6F3FB"/>
                </a:solidFill>
                <a:latin typeface="Arial"/>
                <a:ea typeface="Arial"/>
                <a:cs typeface="Arial"/>
              </a:defRPr>
            </a:defPPr>
            <a:lvl1pPr algn="l">
              <a:defRPr sz="1575" b="1">
                <a:solidFill>
                  <a:srgbClr val="F6F3FB"/>
                </a:solidFill>
                <a:latin typeface="Arial"/>
                <a:ea typeface="Arial"/>
                <a:cs typeface="Arial"/>
              </a:defRPr>
            </a:lvl1pPr>
            <a:lvl2pPr algn="l">
              <a:defRPr sz="1575" b="1">
                <a:solidFill>
                  <a:srgbClr val="F6F3FB"/>
                </a:solidFill>
                <a:latin typeface="Arial"/>
                <a:ea typeface="Arial"/>
                <a:cs typeface="Arial"/>
              </a:defRPr>
            </a:lvl2pPr>
            <a:lvl3pPr algn="l">
              <a:defRPr sz="1575" b="1">
                <a:solidFill>
                  <a:srgbClr val="F6F3FB"/>
                </a:solidFill>
                <a:latin typeface="Arial"/>
                <a:ea typeface="Arial"/>
                <a:cs typeface="Arial"/>
              </a:defRPr>
            </a:lvl3pPr>
            <a:lvl4pPr algn="l">
              <a:defRPr sz="1575" b="1">
                <a:solidFill>
                  <a:srgbClr val="F6F3FB"/>
                </a:solidFill>
                <a:latin typeface="Arial"/>
                <a:ea typeface="Arial"/>
                <a:cs typeface="Arial"/>
              </a:defRPr>
            </a:lvl4pPr>
            <a:lvl5pPr algn="l">
              <a:defRPr sz="1575" b="1">
                <a:solidFill>
                  <a:srgbClr val="F6F3FB"/>
                </a:solidFill>
                <a:latin typeface="Arial"/>
                <a:ea typeface="Arial"/>
                <a:cs typeface="Arial"/>
              </a:defRPr>
            </a:lvl5pPr>
            <a:lvl6pPr algn="l">
              <a:defRPr sz="1575" b="1">
                <a:solidFill>
                  <a:srgbClr val="F6F3FB"/>
                </a:solidFill>
                <a:latin typeface="Arial"/>
                <a:ea typeface="Arial"/>
                <a:cs typeface="Arial"/>
              </a:defRPr>
            </a:lvl6pPr>
            <a:lvl7pPr algn="l">
              <a:defRPr sz="1575" b="1">
                <a:solidFill>
                  <a:srgbClr val="F6F3FB"/>
                </a:solidFill>
                <a:latin typeface="Arial"/>
                <a:ea typeface="Arial"/>
                <a:cs typeface="Arial"/>
              </a:defRPr>
            </a:lvl7pPr>
            <a:lvl8pPr algn="l">
              <a:defRPr sz="1575" b="1">
                <a:solidFill>
                  <a:srgbClr val="F6F3FB"/>
                </a:solidFill>
                <a:latin typeface="Arial"/>
                <a:ea typeface="Arial"/>
                <a:cs typeface="Arial"/>
              </a:defRPr>
            </a:lvl8pPr>
            <a:lvl9pPr algn="l">
              <a:defRPr sz="1575" b="1">
                <a:solidFill>
                  <a:srgbClr val="F6F3FB"/>
                </a:solidFill>
                <a:latin typeface="Arial"/>
                <a:ea typeface="Arial"/>
                <a:cs typeface="Arial"/>
              </a:defRPr>
            </a:lvl9pPr>
          </a:lstStyle>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Separate signed</a:t>
            </a:r>
          </a:p>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compute quote</a:t>
            </a:r>
          </a:p>
        </p:txBody>
      </p:sp>
      <p:sp>
        <p:nvSpPr>
          <p:cNvPr id="21" name="integration-node-4">
            <a:extLst xmlns:a="http://schemas.openxmlformats.org/drawingml/2006/main">
              <a:ext uri="{FF2B5EF4-FFF2-40B4-BE49-F238E27FC236}">
                <a16:creationId xmlns:a16="http://schemas.microsoft.com/office/drawing/2014/main" id="{CF3E236F-F947-4DB8-8C9E-D99098966E54}"/>
              </a:ext>
            </a:extLst>
          </p:cNvPr>
          <p:cNvSpPr>
            <a:spLocks xmlns:a="http://schemas.openxmlformats.org/drawingml/2006/main" noGrp="1"/>
          </p:cNvSpPr>
          <p:nvPr/>
        </p:nvSpPr>
        <p:spPr>
          <a:xfrm xmlns:a="http://schemas.openxmlformats.org/drawingml/2006/main">
            <a:off x="9391650" y="3095625"/>
            <a:ext cx="228600" cy="228600"/>
          </a:xfrm>
          <a:prstGeom xmlns:a="http://schemas.openxmlformats.org/drawingml/2006/main" prst="ellipse">
            <a:avLst/>
          </a:prstGeom>
          <a:solidFill xmlns:a="http://schemas.openxmlformats.org/drawingml/2006/main">
            <a:srgbClr val="62DDB0"/>
          </a:solidFill>
          <a:ln xmlns:a="http://schemas.openxmlformats.org/drawingml/2006/main" w="0">
            <a:noFill/>
            <a:prstDash val="solid"/>
          </a:ln>
        </p:spPr>
      </p:sp>
      <p:sp>
        <p:nvSpPr>
          <p:cNvPr id="22" name="integration-tag-4">
            <a:extLst xmlns:a="http://schemas.openxmlformats.org/drawingml/2006/main">
              <a:ext uri="{FF2B5EF4-FFF2-40B4-BE49-F238E27FC236}">
                <a16:creationId xmlns:a16="http://schemas.microsoft.com/office/drawing/2014/main" id="{664ABA4E-5FED-47F7-BE90-466547FAFEF2}"/>
              </a:ext>
            </a:extLst>
          </p:cNvPr>
          <p:cNvSpPr>
            <a:spLocks xmlns:a="http://schemas.openxmlformats.org/drawingml/2006/main" noGrp="1"/>
          </p:cNvSpPr>
          <p:nvPr/>
        </p:nvSpPr>
        <p:spPr>
          <a:xfrm xmlns:a="http://schemas.openxmlformats.org/drawingml/2006/main">
            <a:off x="9391650" y="35528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2DDB0"/>
                </a:solidFill>
                <a:latin typeface="Arial"/>
                <a:ea typeface="Arial"/>
                <a:cs typeface="Arial"/>
              </a:defRPr>
            </a:defPPr>
            <a:lvl1pPr algn="l">
              <a:defRPr sz="1050" b="1">
                <a:solidFill>
                  <a:srgbClr val="62DDB0"/>
                </a:solidFill>
                <a:latin typeface="Arial"/>
                <a:ea typeface="Arial"/>
                <a:cs typeface="Arial"/>
              </a:defRPr>
            </a:lvl1pPr>
            <a:lvl2pPr algn="l">
              <a:defRPr sz="1050" b="1">
                <a:solidFill>
                  <a:srgbClr val="62DDB0"/>
                </a:solidFill>
                <a:latin typeface="Arial"/>
                <a:ea typeface="Arial"/>
                <a:cs typeface="Arial"/>
              </a:defRPr>
            </a:lvl2pPr>
            <a:lvl3pPr algn="l">
              <a:defRPr sz="1050" b="1">
                <a:solidFill>
                  <a:srgbClr val="62DDB0"/>
                </a:solidFill>
                <a:latin typeface="Arial"/>
                <a:ea typeface="Arial"/>
                <a:cs typeface="Arial"/>
              </a:defRPr>
            </a:lvl3pPr>
            <a:lvl4pPr algn="l">
              <a:defRPr sz="1050" b="1">
                <a:solidFill>
                  <a:srgbClr val="62DDB0"/>
                </a:solidFill>
                <a:latin typeface="Arial"/>
                <a:ea typeface="Arial"/>
                <a:cs typeface="Arial"/>
              </a:defRPr>
            </a:lvl4pPr>
            <a:lvl5pPr algn="l">
              <a:defRPr sz="1050" b="1">
                <a:solidFill>
                  <a:srgbClr val="62DDB0"/>
                </a:solidFill>
                <a:latin typeface="Arial"/>
                <a:ea typeface="Arial"/>
                <a:cs typeface="Arial"/>
              </a:defRPr>
            </a:lvl5pPr>
            <a:lvl6pPr algn="l">
              <a:defRPr sz="1050" b="1">
                <a:solidFill>
                  <a:srgbClr val="62DDB0"/>
                </a:solidFill>
                <a:latin typeface="Arial"/>
                <a:ea typeface="Arial"/>
                <a:cs typeface="Arial"/>
              </a:defRPr>
            </a:lvl6pPr>
            <a:lvl7pPr algn="l">
              <a:defRPr sz="1050" b="1">
                <a:solidFill>
                  <a:srgbClr val="62DDB0"/>
                </a:solidFill>
                <a:latin typeface="Arial"/>
                <a:ea typeface="Arial"/>
                <a:cs typeface="Arial"/>
              </a:defRPr>
            </a:lvl7pPr>
            <a:lvl8pPr algn="l">
              <a:defRPr sz="1050" b="1">
                <a:solidFill>
                  <a:srgbClr val="62DDB0"/>
                </a:solidFill>
                <a:latin typeface="Arial"/>
                <a:ea typeface="Arial"/>
                <a:cs typeface="Arial"/>
              </a:defRPr>
            </a:lvl8pPr>
            <a:lvl9pPr algn="l">
              <a:defRPr sz="1050" b="1">
                <a:solidFill>
                  <a:srgbClr val="62DDB0"/>
                </a:solidFill>
                <a:latin typeface="Arial"/>
                <a:ea typeface="Arial"/>
                <a:cs typeface="Arial"/>
              </a:defRPr>
            </a:lvl9pPr>
          </a:lstStyle>
          <a:p xmlns:a="http://schemas.openxmlformats.org/drawingml/2006/main">
            <a:pPr algn="l">
              <a:defRPr sz="1050" b="1">
                <a:solidFill>
                  <a:srgbClr val="62DDB0"/>
                </a:solidFill>
                <a:latin typeface="Arial"/>
                <a:ea typeface="Arial"/>
                <a:cs typeface="Arial"/>
              </a:defRPr>
            </a:pPr>
            <a:r>
              <a:rPr sz="1050" b="1">
                <a:solidFill>
                  <a:srgbClr val="62DDB0"/>
                </a:solidFill>
                <a:latin typeface="Arial"/>
                <a:ea typeface="Arial"/>
                <a:cs typeface="Arial"/>
              </a:rPr>
              <a:t>WORKER</a:t>
            </a:r>
          </a:p>
        </p:txBody>
      </p:sp>
      <p:sp>
        <p:nvSpPr>
          <p:cNvPr id="23" name="integration-title-4">
            <a:extLst xmlns:a="http://schemas.openxmlformats.org/drawingml/2006/main">
              <a:ext uri="{FF2B5EF4-FFF2-40B4-BE49-F238E27FC236}">
                <a16:creationId xmlns:a16="http://schemas.microsoft.com/office/drawing/2014/main" id="{84C8BFD1-E4B8-4EF6-8A94-C7D3E1C27A4E}"/>
              </a:ext>
            </a:extLst>
          </p:cNvPr>
          <p:cNvSpPr>
            <a:spLocks xmlns:a="http://schemas.openxmlformats.org/drawingml/2006/main" noGrp="1"/>
          </p:cNvSpPr>
          <p:nvPr/>
        </p:nvSpPr>
        <p:spPr>
          <a:xfrm xmlns:a="http://schemas.openxmlformats.org/drawingml/2006/main">
            <a:off x="9391650" y="3924300"/>
            <a:ext cx="1943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6F3FB"/>
                </a:solidFill>
                <a:latin typeface="Arial"/>
                <a:ea typeface="Arial"/>
                <a:cs typeface="Arial"/>
              </a:defRPr>
            </a:defPPr>
            <a:lvl1pPr algn="l">
              <a:defRPr sz="1575" b="1">
                <a:solidFill>
                  <a:srgbClr val="F6F3FB"/>
                </a:solidFill>
                <a:latin typeface="Arial"/>
                <a:ea typeface="Arial"/>
                <a:cs typeface="Arial"/>
              </a:defRPr>
            </a:lvl1pPr>
            <a:lvl2pPr algn="l">
              <a:defRPr sz="1575" b="1">
                <a:solidFill>
                  <a:srgbClr val="F6F3FB"/>
                </a:solidFill>
                <a:latin typeface="Arial"/>
                <a:ea typeface="Arial"/>
                <a:cs typeface="Arial"/>
              </a:defRPr>
            </a:lvl2pPr>
            <a:lvl3pPr algn="l">
              <a:defRPr sz="1575" b="1">
                <a:solidFill>
                  <a:srgbClr val="F6F3FB"/>
                </a:solidFill>
                <a:latin typeface="Arial"/>
                <a:ea typeface="Arial"/>
                <a:cs typeface="Arial"/>
              </a:defRPr>
            </a:lvl3pPr>
            <a:lvl4pPr algn="l">
              <a:defRPr sz="1575" b="1">
                <a:solidFill>
                  <a:srgbClr val="F6F3FB"/>
                </a:solidFill>
                <a:latin typeface="Arial"/>
                <a:ea typeface="Arial"/>
                <a:cs typeface="Arial"/>
              </a:defRPr>
            </a:lvl4pPr>
            <a:lvl5pPr algn="l">
              <a:defRPr sz="1575" b="1">
                <a:solidFill>
                  <a:srgbClr val="F6F3FB"/>
                </a:solidFill>
                <a:latin typeface="Arial"/>
                <a:ea typeface="Arial"/>
                <a:cs typeface="Arial"/>
              </a:defRPr>
            </a:lvl5pPr>
            <a:lvl6pPr algn="l">
              <a:defRPr sz="1575" b="1">
                <a:solidFill>
                  <a:srgbClr val="F6F3FB"/>
                </a:solidFill>
                <a:latin typeface="Arial"/>
                <a:ea typeface="Arial"/>
                <a:cs typeface="Arial"/>
              </a:defRPr>
            </a:lvl6pPr>
            <a:lvl7pPr algn="l">
              <a:defRPr sz="1575" b="1">
                <a:solidFill>
                  <a:srgbClr val="F6F3FB"/>
                </a:solidFill>
                <a:latin typeface="Arial"/>
                <a:ea typeface="Arial"/>
                <a:cs typeface="Arial"/>
              </a:defRPr>
            </a:lvl7pPr>
            <a:lvl8pPr algn="l">
              <a:defRPr sz="1575" b="1">
                <a:solidFill>
                  <a:srgbClr val="F6F3FB"/>
                </a:solidFill>
                <a:latin typeface="Arial"/>
                <a:ea typeface="Arial"/>
                <a:cs typeface="Arial"/>
              </a:defRPr>
            </a:lvl8pPr>
            <a:lvl9pPr algn="l">
              <a:defRPr sz="1575" b="1">
                <a:solidFill>
                  <a:srgbClr val="F6F3FB"/>
                </a:solidFill>
                <a:latin typeface="Arial"/>
                <a:ea typeface="Arial"/>
                <a:cs typeface="Arial"/>
              </a:defRPr>
            </a:lvl9pPr>
          </a:lstStyle>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CPU execution</a:t>
            </a:r>
          </a:p>
          <a:p xmlns:a="http://schemas.openxmlformats.org/drawingml/2006/main">
            <a:pPr algn="l">
              <a:defRPr sz="1575" b="1">
                <a:solidFill>
                  <a:srgbClr val="F6F3FB"/>
                </a:solidFill>
                <a:latin typeface="Arial"/>
                <a:ea typeface="Arial"/>
                <a:cs typeface="Arial"/>
              </a:defRPr>
            </a:pPr>
            <a:r>
              <a:rPr sz="1575" b="1">
                <a:solidFill>
                  <a:srgbClr val="F6F3FB"/>
                </a:solidFill>
                <a:latin typeface="Arial"/>
                <a:ea typeface="Arial"/>
                <a:cs typeface="Arial"/>
              </a:rPr>
              <a:t>and file hashes</a:t>
            </a:r>
          </a:p>
        </p:txBody>
      </p:sp>
      <p:sp>
        <p:nvSpPr>
          <p:cNvPr id="24" name="separation-rule">
            <a:extLst xmlns:a="http://schemas.openxmlformats.org/drawingml/2006/main">
              <a:ext uri="{FF2B5EF4-FFF2-40B4-BE49-F238E27FC236}">
                <a16:creationId xmlns:a16="http://schemas.microsoft.com/office/drawing/2014/main" id="{3F7D9EF1-F1AB-4CFD-B6E7-05A6B95785C7}"/>
              </a:ext>
            </a:extLst>
          </p:cNvPr>
          <p:cNvSpPr>
            <a:spLocks xmlns:a="http://schemas.openxmlformats.org/drawingml/2006/main" noGrp="1"/>
          </p:cNvSpPr>
          <p:nvPr/>
        </p:nvSpPr>
        <p:spPr>
          <a:xfrm xmlns:a="http://schemas.openxmlformats.org/drawingml/2006/main">
            <a:off x="762000" y="5219700"/>
            <a:ext cx="106680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25" name="review-authority-note">
            <a:extLst xmlns:a="http://schemas.openxmlformats.org/drawingml/2006/main">
              <a:ext uri="{FF2B5EF4-FFF2-40B4-BE49-F238E27FC236}">
                <a16:creationId xmlns:a16="http://schemas.microsoft.com/office/drawing/2014/main" id="{8D171936-ED99-4479-8920-57E0FC07A850}"/>
              </a:ext>
            </a:extLst>
          </p:cNvPr>
          <p:cNvSpPr>
            <a:spLocks xmlns:a="http://schemas.openxmlformats.org/drawingml/2006/main" noGrp="1"/>
          </p:cNvSpPr>
          <p:nvPr/>
        </p:nvSpPr>
        <p:spPr>
          <a:xfrm xmlns:a="http://schemas.openxmlformats.org/drawingml/2006/main">
            <a:off x="781050" y="55054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82E5F4"/>
                </a:solidFill>
                <a:latin typeface="Arial"/>
                <a:ea typeface="Arial"/>
                <a:cs typeface="Arial"/>
              </a:defRPr>
            </a:defPPr>
            <a:lvl1pPr algn="l">
              <a:defRPr sz="1425" b="1">
                <a:solidFill>
                  <a:srgbClr val="82E5F4"/>
                </a:solidFill>
                <a:latin typeface="Arial"/>
                <a:ea typeface="Arial"/>
                <a:cs typeface="Arial"/>
              </a:defRPr>
            </a:lvl1pPr>
            <a:lvl2pPr algn="l">
              <a:defRPr sz="1425" b="1">
                <a:solidFill>
                  <a:srgbClr val="82E5F4"/>
                </a:solidFill>
                <a:latin typeface="Arial"/>
                <a:ea typeface="Arial"/>
                <a:cs typeface="Arial"/>
              </a:defRPr>
            </a:lvl2pPr>
            <a:lvl3pPr algn="l">
              <a:defRPr sz="1425" b="1">
                <a:solidFill>
                  <a:srgbClr val="82E5F4"/>
                </a:solidFill>
                <a:latin typeface="Arial"/>
                <a:ea typeface="Arial"/>
                <a:cs typeface="Arial"/>
              </a:defRPr>
            </a:lvl3pPr>
            <a:lvl4pPr algn="l">
              <a:defRPr sz="1425" b="1">
                <a:solidFill>
                  <a:srgbClr val="82E5F4"/>
                </a:solidFill>
                <a:latin typeface="Arial"/>
                <a:ea typeface="Arial"/>
                <a:cs typeface="Arial"/>
              </a:defRPr>
            </a:lvl4pPr>
            <a:lvl5pPr algn="l">
              <a:defRPr sz="1425" b="1">
                <a:solidFill>
                  <a:srgbClr val="82E5F4"/>
                </a:solidFill>
                <a:latin typeface="Arial"/>
                <a:ea typeface="Arial"/>
                <a:cs typeface="Arial"/>
              </a:defRPr>
            </a:lvl5pPr>
            <a:lvl6pPr algn="l">
              <a:defRPr sz="1425" b="1">
                <a:solidFill>
                  <a:srgbClr val="82E5F4"/>
                </a:solidFill>
                <a:latin typeface="Arial"/>
                <a:ea typeface="Arial"/>
                <a:cs typeface="Arial"/>
              </a:defRPr>
            </a:lvl6pPr>
            <a:lvl7pPr algn="l">
              <a:defRPr sz="1425" b="1">
                <a:solidFill>
                  <a:srgbClr val="82E5F4"/>
                </a:solidFill>
                <a:latin typeface="Arial"/>
                <a:ea typeface="Arial"/>
                <a:cs typeface="Arial"/>
              </a:defRPr>
            </a:lvl7pPr>
            <a:lvl8pPr algn="l">
              <a:defRPr sz="1425" b="1">
                <a:solidFill>
                  <a:srgbClr val="82E5F4"/>
                </a:solidFill>
                <a:latin typeface="Arial"/>
                <a:ea typeface="Arial"/>
                <a:cs typeface="Arial"/>
              </a:defRPr>
            </a:lvl8pPr>
            <a:lvl9pPr algn="l">
              <a:defRPr sz="1425" b="1">
                <a:solidFill>
                  <a:srgbClr val="82E5F4"/>
                </a:solidFill>
                <a:latin typeface="Arial"/>
                <a:ea typeface="Arial"/>
                <a:cs typeface="Arial"/>
              </a:defRPr>
            </a:lvl9pPr>
          </a:lstStyle>
          <a:p xmlns:a="http://schemas.openxmlformats.org/drawingml/2006/main">
            <a:pPr algn="l">
              <a:defRPr sz="1425" b="1">
                <a:solidFill>
                  <a:srgbClr val="82E5F4"/>
                </a:solidFill>
                <a:latin typeface="Arial"/>
                <a:ea typeface="Arial"/>
                <a:cs typeface="Arial"/>
              </a:defRPr>
            </a:pPr>
            <a:r>
              <a:rPr sz="1425" b="1">
                <a:solidFill>
                  <a:srgbClr val="82E5F4"/>
                </a:solidFill>
                <a:latin typeface="Arial"/>
                <a:ea typeface="Arial"/>
                <a:cs typeface="Arial"/>
              </a:rPr>
              <a:t>MODEL REVIEW INFORMS</a:t>
            </a:r>
          </a:p>
        </p:txBody>
      </p:sp>
      <p:sp>
        <p:nvSpPr>
          <p:cNvPr id="26" name="approval-authority-note">
            <a:extLst xmlns:a="http://schemas.openxmlformats.org/drawingml/2006/main">
              <a:ext uri="{FF2B5EF4-FFF2-40B4-BE49-F238E27FC236}">
                <a16:creationId xmlns:a16="http://schemas.microsoft.com/office/drawing/2014/main" id="{9CEA4A0B-6A62-4764-9FB9-485D81A5A3A0}"/>
              </a:ext>
            </a:extLst>
          </p:cNvPr>
          <p:cNvSpPr>
            <a:spLocks xmlns:a="http://schemas.openxmlformats.org/drawingml/2006/main" noGrp="1"/>
          </p:cNvSpPr>
          <p:nvPr/>
        </p:nvSpPr>
        <p:spPr>
          <a:xfrm xmlns:a="http://schemas.openxmlformats.org/drawingml/2006/main">
            <a:off x="5143500" y="5505450"/>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C6AEFF"/>
                </a:solidFill>
                <a:latin typeface="Arial"/>
                <a:ea typeface="Arial"/>
                <a:cs typeface="Arial"/>
              </a:defRPr>
            </a:defPPr>
            <a:lvl1pPr algn="l">
              <a:defRPr sz="1425" b="1">
                <a:solidFill>
                  <a:srgbClr val="C6AEFF"/>
                </a:solidFill>
                <a:latin typeface="Arial"/>
                <a:ea typeface="Arial"/>
                <a:cs typeface="Arial"/>
              </a:defRPr>
            </a:lvl1pPr>
            <a:lvl2pPr algn="l">
              <a:defRPr sz="1425" b="1">
                <a:solidFill>
                  <a:srgbClr val="C6AEFF"/>
                </a:solidFill>
                <a:latin typeface="Arial"/>
                <a:ea typeface="Arial"/>
                <a:cs typeface="Arial"/>
              </a:defRPr>
            </a:lvl2pPr>
            <a:lvl3pPr algn="l">
              <a:defRPr sz="1425" b="1">
                <a:solidFill>
                  <a:srgbClr val="C6AEFF"/>
                </a:solidFill>
                <a:latin typeface="Arial"/>
                <a:ea typeface="Arial"/>
                <a:cs typeface="Arial"/>
              </a:defRPr>
            </a:lvl3pPr>
            <a:lvl4pPr algn="l">
              <a:defRPr sz="1425" b="1">
                <a:solidFill>
                  <a:srgbClr val="C6AEFF"/>
                </a:solidFill>
                <a:latin typeface="Arial"/>
                <a:ea typeface="Arial"/>
                <a:cs typeface="Arial"/>
              </a:defRPr>
            </a:lvl4pPr>
            <a:lvl5pPr algn="l">
              <a:defRPr sz="1425" b="1">
                <a:solidFill>
                  <a:srgbClr val="C6AEFF"/>
                </a:solidFill>
                <a:latin typeface="Arial"/>
                <a:ea typeface="Arial"/>
                <a:cs typeface="Arial"/>
              </a:defRPr>
            </a:lvl5pPr>
            <a:lvl6pPr algn="l">
              <a:defRPr sz="1425" b="1">
                <a:solidFill>
                  <a:srgbClr val="C6AEFF"/>
                </a:solidFill>
                <a:latin typeface="Arial"/>
                <a:ea typeface="Arial"/>
                <a:cs typeface="Arial"/>
              </a:defRPr>
            </a:lvl6pPr>
            <a:lvl7pPr algn="l">
              <a:defRPr sz="1425" b="1">
                <a:solidFill>
                  <a:srgbClr val="C6AEFF"/>
                </a:solidFill>
                <a:latin typeface="Arial"/>
                <a:ea typeface="Arial"/>
                <a:cs typeface="Arial"/>
              </a:defRPr>
            </a:lvl7pPr>
            <a:lvl8pPr algn="l">
              <a:defRPr sz="1425" b="1">
                <a:solidFill>
                  <a:srgbClr val="C6AEFF"/>
                </a:solidFill>
                <a:latin typeface="Arial"/>
                <a:ea typeface="Arial"/>
                <a:cs typeface="Arial"/>
              </a:defRPr>
            </a:lvl8pPr>
            <a:lvl9pPr algn="l">
              <a:defRPr sz="1425" b="1">
                <a:solidFill>
                  <a:srgbClr val="C6AEFF"/>
                </a:solidFill>
                <a:latin typeface="Arial"/>
                <a:ea typeface="Arial"/>
                <a:cs typeface="Arial"/>
              </a:defRPr>
            </a:lvl9pPr>
          </a:lstStyle>
          <a:p xmlns:a="http://schemas.openxmlformats.org/drawingml/2006/main">
            <a:pPr algn="l">
              <a:defRPr sz="1425" b="1">
                <a:solidFill>
                  <a:srgbClr val="C6AEFF"/>
                </a:solidFill>
                <a:latin typeface="Arial"/>
                <a:ea typeface="Arial"/>
                <a:cs typeface="Arial"/>
              </a:defRPr>
            </a:pPr>
            <a:r>
              <a:rPr sz="1425" b="1">
                <a:solidFill>
                  <a:srgbClr val="C6AEFF"/>
                </a:solidFill>
                <a:latin typeface="Arial"/>
                <a:ea typeface="Arial"/>
                <a:cs typeface="Arial"/>
              </a:rPr>
              <a:t>OWNER SIGNATURE AUTHORIZES EXECUTION</a:t>
            </a:r>
          </a:p>
        </p:txBody>
      </p:sp>
    </p:spTree>
    <p:extLst>
      <p:ext uri="{BB962C8B-B14F-4D97-AF65-F5344CB8AC3E}">
        <p14:creationId xmlns:p14="http://schemas.microsoft.com/office/powerpoint/2010/main" val="871820913"/>
      </p:ext>
    </p:extLst>
  </p:cSld>
</p:sld>
</file>

<file path=ppt/slides/slide5.xml><?xml version="1.0" encoding="utf-8"?>
<p:sld xmlns:p="http://schemas.openxmlformats.org/presentationml/2006/main">
  <p:cSld>
    <p:bg>
      <p:bgPr>
        <a:solidFill xmlns:a="http://schemas.openxmlformats.org/drawingml/2006/main">
          <a:srgbClr val="0E0D14"/>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D92F1511-AB68-4B8A-9FAD-5D50974C6C7E}"/>
              </a:ext>
            </a:extLst>
          </p:cNvPr>
          <p:cNvPicPr>
            <a:picLocks xmlns:a="http://schemas.openxmlformats.org/drawingml/2006/main" noChangeAspect="1"/>
          </p:cNvPicPr>
          <p:nvPr/>
        </p:nvPicPr>
        <p:blipFill>
          <a:blip xmlns:r="http://schemas.openxmlformats.org/officeDocument/2006/relationships" xmlns:a="http://schemas.openxmlformats.org/drawingml/2006/main" r:embed="R7595486fefbf4061"/>
          <a:stretch xmlns:a="http://schemas.openxmlformats.org/drawingml/2006/main"/>
        </p:blipFill>
        <p:spPr>
          <a:xfrm xmlns:a="http://schemas.openxmlformats.org/drawingml/2006/main">
            <a:off x="685800" y="361950"/>
            <a:ext cx="285750" cy="285750"/>
          </a:xfrm>
          <a:prstGeom xmlns:a="http://schemas.openxmlformats.org/drawingml/2006/main" prst="rect">
            <a:avLst/>
          </a:prstGeom>
        </p:spPr>
      </p:pic>
      <p:sp>
        <p:nvSpPr>
          <p:cNvPr id="2" name="project-name">
            <a:extLst xmlns:a="http://schemas.openxmlformats.org/drawingml/2006/main">
              <a:ext uri="{FF2B5EF4-FFF2-40B4-BE49-F238E27FC236}">
                <a16:creationId xmlns:a16="http://schemas.microsoft.com/office/drawing/2014/main" id="{B51806F9-EE00-4E1B-96AA-39DAB74A092F}"/>
              </a:ext>
            </a:extLst>
          </p:cNvPr>
          <p:cNvSpPr>
            <a:spLocks xmlns:a="http://schemas.openxmlformats.org/drawingml/2006/main" noGrp="1"/>
          </p:cNvSpPr>
          <p:nvPr/>
        </p:nvSpPr>
        <p:spPr>
          <a:xfrm xmlns:a="http://schemas.openxmlformats.org/drawingml/2006/main">
            <a:off x="1085850" y="3714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6F3FB"/>
                </a:solidFill>
                <a:latin typeface="Arial"/>
                <a:ea typeface="Arial"/>
                <a:cs typeface="Arial"/>
              </a:defRPr>
            </a:defPPr>
            <a:lvl1pPr algn="l">
              <a:defRPr sz="1125" b="1">
                <a:solidFill>
                  <a:srgbClr val="F6F3FB"/>
                </a:solidFill>
                <a:latin typeface="Arial"/>
                <a:ea typeface="Arial"/>
                <a:cs typeface="Arial"/>
              </a:defRPr>
            </a:lvl1pPr>
            <a:lvl2pPr algn="l">
              <a:defRPr sz="1125" b="1">
                <a:solidFill>
                  <a:srgbClr val="F6F3FB"/>
                </a:solidFill>
                <a:latin typeface="Arial"/>
                <a:ea typeface="Arial"/>
                <a:cs typeface="Arial"/>
              </a:defRPr>
            </a:lvl2pPr>
            <a:lvl3pPr algn="l">
              <a:defRPr sz="1125" b="1">
                <a:solidFill>
                  <a:srgbClr val="F6F3FB"/>
                </a:solidFill>
                <a:latin typeface="Arial"/>
                <a:ea typeface="Arial"/>
                <a:cs typeface="Arial"/>
              </a:defRPr>
            </a:lvl3pPr>
            <a:lvl4pPr algn="l">
              <a:defRPr sz="1125" b="1">
                <a:solidFill>
                  <a:srgbClr val="F6F3FB"/>
                </a:solidFill>
                <a:latin typeface="Arial"/>
                <a:ea typeface="Arial"/>
                <a:cs typeface="Arial"/>
              </a:defRPr>
            </a:lvl4pPr>
            <a:lvl5pPr algn="l">
              <a:defRPr sz="1125" b="1">
                <a:solidFill>
                  <a:srgbClr val="F6F3FB"/>
                </a:solidFill>
                <a:latin typeface="Arial"/>
                <a:ea typeface="Arial"/>
                <a:cs typeface="Arial"/>
              </a:defRPr>
            </a:lvl5pPr>
            <a:lvl6pPr algn="l">
              <a:defRPr sz="1125" b="1">
                <a:solidFill>
                  <a:srgbClr val="F6F3FB"/>
                </a:solidFill>
                <a:latin typeface="Arial"/>
                <a:ea typeface="Arial"/>
                <a:cs typeface="Arial"/>
              </a:defRPr>
            </a:lvl6pPr>
            <a:lvl7pPr algn="l">
              <a:defRPr sz="1125" b="1">
                <a:solidFill>
                  <a:srgbClr val="F6F3FB"/>
                </a:solidFill>
                <a:latin typeface="Arial"/>
                <a:ea typeface="Arial"/>
                <a:cs typeface="Arial"/>
              </a:defRPr>
            </a:lvl7pPr>
            <a:lvl8pPr algn="l">
              <a:defRPr sz="1125" b="1">
                <a:solidFill>
                  <a:srgbClr val="F6F3FB"/>
                </a:solidFill>
                <a:latin typeface="Arial"/>
                <a:ea typeface="Arial"/>
                <a:cs typeface="Arial"/>
              </a:defRPr>
            </a:lvl8pPr>
            <a:lvl9pPr algn="l">
              <a:defRPr sz="1125" b="1">
                <a:solidFill>
                  <a:srgbClr val="F6F3FB"/>
                </a:solidFill>
                <a:latin typeface="Arial"/>
                <a:ea typeface="Arial"/>
                <a:cs typeface="Arial"/>
              </a:defRPr>
            </a:lvl9pPr>
          </a:lstStyle>
          <a:p xmlns:a="http://schemas.openxmlformats.org/drawingml/2006/main">
            <a:pPr algn="l">
              <a:defRPr sz="1125" b="1">
                <a:solidFill>
                  <a:srgbClr val="F6F3FB"/>
                </a:solidFill>
                <a:latin typeface="Arial"/>
                <a:ea typeface="Arial"/>
                <a:cs typeface="Arial"/>
              </a:defRPr>
            </a:pPr>
            <a:r>
              <a:rPr sz="1125" b="1">
                <a:solidFill>
                  <a:srgbClr val="F6F3FB"/>
                </a:solidFill>
                <a:latin typeface="Arial"/>
                <a:ea typeface="Arial"/>
                <a:cs typeface="Arial"/>
              </a:rPr>
              <a:t>APERTURE</a:t>
            </a:r>
          </a:p>
        </p:txBody>
      </p:sp>
      <p:sp>
        <p:nvSpPr>
          <p:cNvPr id="3" name="section-name">
            <a:extLst xmlns:a="http://schemas.openxmlformats.org/drawingml/2006/main">
              <a:ext uri="{FF2B5EF4-FFF2-40B4-BE49-F238E27FC236}">
                <a16:creationId xmlns:a16="http://schemas.microsoft.com/office/drawing/2014/main" id="{BE495CBD-045E-499C-8CB1-404BB2090315}"/>
              </a:ext>
            </a:extLst>
          </p:cNvPr>
          <p:cNvSpPr>
            <a:spLocks xmlns:a="http://schemas.openxmlformats.org/drawingml/2006/main" noGrp="1"/>
          </p:cNvSpPr>
          <p:nvPr/>
        </p:nvSpPr>
        <p:spPr>
          <a:xfrm xmlns:a="http://schemas.openxmlformats.org/drawingml/2006/main">
            <a:off x="8572500" y="37147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26C7B"/>
                </a:solidFill>
                <a:latin typeface="Arial"/>
                <a:ea typeface="Arial"/>
                <a:cs typeface="Arial"/>
              </a:defRPr>
            </a:defPPr>
            <a:lvl1pPr algn="r">
              <a:defRPr sz="975" b="1">
                <a:solidFill>
                  <a:srgbClr val="726C7B"/>
                </a:solidFill>
                <a:latin typeface="Arial"/>
                <a:ea typeface="Arial"/>
                <a:cs typeface="Arial"/>
              </a:defRPr>
            </a:lvl1pPr>
            <a:lvl2pPr algn="r">
              <a:defRPr sz="975" b="1">
                <a:solidFill>
                  <a:srgbClr val="726C7B"/>
                </a:solidFill>
                <a:latin typeface="Arial"/>
                <a:ea typeface="Arial"/>
                <a:cs typeface="Arial"/>
              </a:defRPr>
            </a:lvl2pPr>
            <a:lvl3pPr algn="r">
              <a:defRPr sz="975" b="1">
                <a:solidFill>
                  <a:srgbClr val="726C7B"/>
                </a:solidFill>
                <a:latin typeface="Arial"/>
                <a:ea typeface="Arial"/>
                <a:cs typeface="Arial"/>
              </a:defRPr>
            </a:lvl3pPr>
            <a:lvl4pPr algn="r">
              <a:defRPr sz="975" b="1">
                <a:solidFill>
                  <a:srgbClr val="726C7B"/>
                </a:solidFill>
                <a:latin typeface="Arial"/>
                <a:ea typeface="Arial"/>
                <a:cs typeface="Arial"/>
              </a:defRPr>
            </a:lvl4pPr>
            <a:lvl5pPr algn="r">
              <a:defRPr sz="975" b="1">
                <a:solidFill>
                  <a:srgbClr val="726C7B"/>
                </a:solidFill>
                <a:latin typeface="Arial"/>
                <a:ea typeface="Arial"/>
                <a:cs typeface="Arial"/>
              </a:defRPr>
            </a:lvl5pPr>
            <a:lvl6pPr algn="r">
              <a:defRPr sz="975" b="1">
                <a:solidFill>
                  <a:srgbClr val="726C7B"/>
                </a:solidFill>
                <a:latin typeface="Arial"/>
                <a:ea typeface="Arial"/>
                <a:cs typeface="Arial"/>
              </a:defRPr>
            </a:lvl6pPr>
            <a:lvl7pPr algn="r">
              <a:defRPr sz="975" b="1">
                <a:solidFill>
                  <a:srgbClr val="726C7B"/>
                </a:solidFill>
                <a:latin typeface="Arial"/>
                <a:ea typeface="Arial"/>
                <a:cs typeface="Arial"/>
              </a:defRPr>
            </a:lvl7pPr>
            <a:lvl8pPr algn="r">
              <a:defRPr sz="975" b="1">
                <a:solidFill>
                  <a:srgbClr val="726C7B"/>
                </a:solidFill>
                <a:latin typeface="Arial"/>
                <a:ea typeface="Arial"/>
                <a:cs typeface="Arial"/>
              </a:defRPr>
            </a:lvl8pPr>
            <a:lvl9pPr algn="r">
              <a:defRPr sz="975" b="1">
                <a:solidFill>
                  <a:srgbClr val="726C7B"/>
                </a:solidFill>
                <a:latin typeface="Arial"/>
                <a:ea typeface="Arial"/>
                <a:cs typeface="Arial"/>
              </a:defRPr>
            </a:lvl9pPr>
          </a:lstStyle>
          <a:p xmlns:a="http://schemas.openxmlformats.org/drawingml/2006/main">
            <a:pPr algn="r">
              <a:defRPr sz="975" b="1">
                <a:solidFill>
                  <a:srgbClr val="726C7B"/>
                </a:solidFill>
                <a:latin typeface="Arial"/>
                <a:ea typeface="Arial"/>
                <a:cs typeface="Arial"/>
              </a:defRPr>
            </a:pPr>
            <a:r>
              <a:rPr sz="975" b="1">
                <a:solidFill>
                  <a:srgbClr val="726C7B"/>
                </a:solidFill>
                <a:latin typeface="Arial"/>
                <a:ea typeface="Arial"/>
                <a:cs typeface="Arial"/>
              </a:rPr>
              <a:t>SOLANA SETTLEMENT</a:t>
            </a:r>
          </a:p>
        </p:txBody>
      </p:sp>
      <p:sp>
        <p:nvSpPr>
          <p:cNvPr id="4" name="header-rule">
            <a:extLst xmlns:a="http://schemas.openxmlformats.org/drawingml/2006/main">
              <a:ext uri="{FF2B5EF4-FFF2-40B4-BE49-F238E27FC236}">
                <a16:creationId xmlns:a16="http://schemas.microsoft.com/office/drawing/2014/main" id="{16284CCE-06E5-4E78-A0CB-7F9EC29EB93B}"/>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5" name="page-number">
            <a:extLst xmlns:a="http://schemas.openxmlformats.org/drawingml/2006/main">
              <a:ext uri="{FF2B5EF4-FFF2-40B4-BE49-F238E27FC236}">
                <a16:creationId xmlns:a16="http://schemas.microsoft.com/office/drawing/2014/main" id="{0EF4EBD1-4E70-461D-88EB-5434B714E7A3}"/>
              </a:ext>
            </a:extLst>
          </p:cNvPr>
          <p:cNvSpPr>
            <a:spLocks xmlns:a="http://schemas.openxmlformats.org/drawingml/2006/main" noGrp="1"/>
          </p:cNvSpPr>
          <p:nvPr/>
        </p:nvSpPr>
        <p:spPr>
          <a:xfrm xmlns:a="http://schemas.openxmlformats.org/drawingml/2006/main">
            <a:off x="10525125" y="6572250"/>
            <a:ext cx="981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26C7B"/>
                </a:solidFill>
                <a:latin typeface="Arial"/>
                <a:ea typeface="Arial"/>
                <a:cs typeface="Arial"/>
              </a:defRPr>
            </a:defPPr>
            <a:lvl1pPr algn="r">
              <a:defRPr sz="900" b="0">
                <a:solidFill>
                  <a:srgbClr val="726C7B"/>
                </a:solidFill>
                <a:latin typeface="Arial"/>
                <a:ea typeface="Arial"/>
                <a:cs typeface="Arial"/>
              </a:defRPr>
            </a:lvl1pPr>
            <a:lvl2pPr algn="r">
              <a:defRPr sz="900" b="0">
                <a:solidFill>
                  <a:srgbClr val="726C7B"/>
                </a:solidFill>
                <a:latin typeface="Arial"/>
                <a:ea typeface="Arial"/>
                <a:cs typeface="Arial"/>
              </a:defRPr>
            </a:lvl2pPr>
            <a:lvl3pPr algn="r">
              <a:defRPr sz="900" b="0">
                <a:solidFill>
                  <a:srgbClr val="726C7B"/>
                </a:solidFill>
                <a:latin typeface="Arial"/>
                <a:ea typeface="Arial"/>
                <a:cs typeface="Arial"/>
              </a:defRPr>
            </a:lvl3pPr>
            <a:lvl4pPr algn="r">
              <a:defRPr sz="900" b="0">
                <a:solidFill>
                  <a:srgbClr val="726C7B"/>
                </a:solidFill>
                <a:latin typeface="Arial"/>
                <a:ea typeface="Arial"/>
                <a:cs typeface="Arial"/>
              </a:defRPr>
            </a:lvl4pPr>
            <a:lvl5pPr algn="r">
              <a:defRPr sz="900" b="0">
                <a:solidFill>
                  <a:srgbClr val="726C7B"/>
                </a:solidFill>
                <a:latin typeface="Arial"/>
                <a:ea typeface="Arial"/>
                <a:cs typeface="Arial"/>
              </a:defRPr>
            </a:lvl5pPr>
            <a:lvl6pPr algn="r">
              <a:defRPr sz="900" b="0">
                <a:solidFill>
                  <a:srgbClr val="726C7B"/>
                </a:solidFill>
                <a:latin typeface="Arial"/>
                <a:ea typeface="Arial"/>
                <a:cs typeface="Arial"/>
              </a:defRPr>
            </a:lvl6pPr>
            <a:lvl7pPr algn="r">
              <a:defRPr sz="900" b="0">
                <a:solidFill>
                  <a:srgbClr val="726C7B"/>
                </a:solidFill>
                <a:latin typeface="Arial"/>
                <a:ea typeface="Arial"/>
                <a:cs typeface="Arial"/>
              </a:defRPr>
            </a:lvl7pPr>
            <a:lvl8pPr algn="r">
              <a:defRPr sz="900" b="0">
                <a:solidFill>
                  <a:srgbClr val="726C7B"/>
                </a:solidFill>
                <a:latin typeface="Arial"/>
                <a:ea typeface="Arial"/>
                <a:cs typeface="Arial"/>
              </a:defRPr>
            </a:lvl8pPr>
            <a:lvl9pPr algn="r">
              <a:defRPr sz="900" b="0">
                <a:solidFill>
                  <a:srgbClr val="726C7B"/>
                </a:solidFill>
                <a:latin typeface="Arial"/>
                <a:ea typeface="Arial"/>
                <a:cs typeface="Arial"/>
              </a:defRPr>
            </a:lvl9pPr>
          </a:lstStyle>
          <a:p xmlns:a="http://schemas.openxmlformats.org/drawingml/2006/main">
            <a:pPr algn="r">
              <a:defRPr sz="900" b="0">
                <a:solidFill>
                  <a:srgbClr val="726C7B"/>
                </a:solidFill>
                <a:latin typeface="Arial"/>
                <a:ea typeface="Arial"/>
                <a:cs typeface="Arial"/>
              </a:defRPr>
            </a:pPr>
            <a:r>
              <a:rPr sz="900" b="0">
                <a:solidFill>
                  <a:srgbClr val="726C7B"/>
                </a:solidFill>
                <a:latin typeface="Arial"/>
                <a:ea typeface="Arial"/>
                <a:cs typeface="Arial"/>
              </a:rPr>
              <a:t>05 / 07</a:t>
            </a:r>
          </a:p>
        </p:txBody>
      </p:sp>
      <p:sp>
        <p:nvSpPr>
          <p:cNvPr id="6" name="slide-title">
            <a:extLst xmlns:a="http://schemas.openxmlformats.org/drawingml/2006/main">
              <a:ext uri="{FF2B5EF4-FFF2-40B4-BE49-F238E27FC236}">
                <a16:creationId xmlns:a16="http://schemas.microsoft.com/office/drawing/2014/main" id="{9253C0EF-3F27-48C8-A1DE-0E2EC6888EA4}"/>
              </a:ext>
            </a:extLst>
          </p:cNvPr>
          <p:cNvSpPr>
            <a:spLocks xmlns:a="http://schemas.openxmlformats.org/drawingml/2006/main" noGrp="1"/>
          </p:cNvSpPr>
          <p:nvPr/>
        </p:nvSpPr>
        <p:spPr>
          <a:xfrm xmlns:a="http://schemas.openxmlformats.org/drawingml/2006/main">
            <a:off x="685800" y="10096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6F3FB"/>
                </a:solidFill>
                <a:latin typeface="Arial"/>
                <a:ea typeface="Arial"/>
                <a:cs typeface="Arial"/>
              </a:defRPr>
            </a:defPPr>
            <a:lvl1pPr algn="l">
              <a:defRPr sz="4050" b="1">
                <a:solidFill>
                  <a:srgbClr val="F6F3FB"/>
                </a:solidFill>
                <a:latin typeface="Arial"/>
                <a:ea typeface="Arial"/>
                <a:cs typeface="Arial"/>
              </a:defRPr>
            </a:lvl1pPr>
            <a:lvl2pPr algn="l">
              <a:defRPr sz="4050" b="1">
                <a:solidFill>
                  <a:srgbClr val="F6F3FB"/>
                </a:solidFill>
                <a:latin typeface="Arial"/>
                <a:ea typeface="Arial"/>
                <a:cs typeface="Arial"/>
              </a:defRPr>
            </a:lvl2pPr>
            <a:lvl3pPr algn="l">
              <a:defRPr sz="4050" b="1">
                <a:solidFill>
                  <a:srgbClr val="F6F3FB"/>
                </a:solidFill>
                <a:latin typeface="Arial"/>
                <a:ea typeface="Arial"/>
                <a:cs typeface="Arial"/>
              </a:defRPr>
            </a:lvl3pPr>
            <a:lvl4pPr algn="l">
              <a:defRPr sz="4050" b="1">
                <a:solidFill>
                  <a:srgbClr val="F6F3FB"/>
                </a:solidFill>
                <a:latin typeface="Arial"/>
                <a:ea typeface="Arial"/>
                <a:cs typeface="Arial"/>
              </a:defRPr>
            </a:lvl4pPr>
            <a:lvl5pPr algn="l">
              <a:defRPr sz="4050" b="1">
                <a:solidFill>
                  <a:srgbClr val="F6F3FB"/>
                </a:solidFill>
                <a:latin typeface="Arial"/>
                <a:ea typeface="Arial"/>
                <a:cs typeface="Arial"/>
              </a:defRPr>
            </a:lvl5pPr>
            <a:lvl6pPr algn="l">
              <a:defRPr sz="4050" b="1">
                <a:solidFill>
                  <a:srgbClr val="F6F3FB"/>
                </a:solidFill>
                <a:latin typeface="Arial"/>
                <a:ea typeface="Arial"/>
                <a:cs typeface="Arial"/>
              </a:defRPr>
            </a:lvl6pPr>
            <a:lvl7pPr algn="l">
              <a:defRPr sz="4050" b="1">
                <a:solidFill>
                  <a:srgbClr val="F6F3FB"/>
                </a:solidFill>
                <a:latin typeface="Arial"/>
                <a:ea typeface="Arial"/>
                <a:cs typeface="Arial"/>
              </a:defRPr>
            </a:lvl7pPr>
            <a:lvl8pPr algn="l">
              <a:defRPr sz="4050" b="1">
                <a:solidFill>
                  <a:srgbClr val="F6F3FB"/>
                </a:solidFill>
                <a:latin typeface="Arial"/>
                <a:ea typeface="Arial"/>
                <a:cs typeface="Arial"/>
              </a:defRPr>
            </a:lvl8pPr>
            <a:lvl9pPr algn="l">
              <a:defRPr sz="4050" b="1">
                <a:solidFill>
                  <a:srgbClr val="F6F3FB"/>
                </a:solidFill>
                <a:latin typeface="Arial"/>
                <a:ea typeface="Arial"/>
                <a:cs typeface="Arial"/>
              </a:defRPr>
            </a:lvl9pPr>
          </a:lstStyle>
          <a:p xmlns:a="http://schemas.openxmlformats.org/drawingml/2006/main">
            <a:pPr algn="l">
              <a:defRPr sz="4050" b="1">
                <a:solidFill>
                  <a:srgbClr val="F6F3FB"/>
                </a:solidFill>
                <a:latin typeface="Arial"/>
                <a:ea typeface="Arial"/>
                <a:cs typeface="Arial"/>
              </a:defRPr>
            </a:pPr>
            <a:r>
              <a:rPr sz="4050" b="1">
                <a:solidFill>
                  <a:srgbClr val="F6F3FB"/>
                </a:solidFill>
                <a:latin typeface="Arial"/>
                <a:ea typeface="Arial"/>
                <a:cs typeface="Arial"/>
              </a:rPr>
              <a:t>Worker settlement on Solana</a:t>
            </a:r>
          </a:p>
        </p:txBody>
      </p:sp>
      <p:sp>
        <p:nvSpPr>
          <p:cNvPr id="7" name="protocol-label">
            <a:extLst xmlns:a="http://schemas.openxmlformats.org/drawingml/2006/main">
              <a:ext uri="{FF2B5EF4-FFF2-40B4-BE49-F238E27FC236}">
                <a16:creationId xmlns:a16="http://schemas.microsoft.com/office/drawing/2014/main" id="{4AD5DD52-8AC6-4548-9024-7663A6BB7D08}"/>
              </a:ext>
            </a:extLst>
          </p:cNvPr>
          <p:cNvSpPr>
            <a:spLocks xmlns:a="http://schemas.openxmlformats.org/drawingml/2006/main" noGrp="1"/>
          </p:cNvSpPr>
          <p:nvPr/>
        </p:nvSpPr>
        <p:spPr>
          <a:xfrm xmlns:a="http://schemas.openxmlformats.org/drawingml/2006/main">
            <a:off x="762000" y="21240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6AEFF"/>
                </a:solidFill>
                <a:latin typeface="Arial"/>
                <a:ea typeface="Arial"/>
                <a:cs typeface="Arial"/>
              </a:defRPr>
            </a:defPPr>
            <a:lvl1pPr algn="l">
              <a:defRPr sz="1200" b="1">
                <a:solidFill>
                  <a:srgbClr val="C6AEFF"/>
                </a:solidFill>
                <a:latin typeface="Arial"/>
                <a:ea typeface="Arial"/>
                <a:cs typeface="Arial"/>
              </a:defRPr>
            </a:lvl1pPr>
            <a:lvl2pPr algn="l">
              <a:defRPr sz="1200" b="1">
                <a:solidFill>
                  <a:srgbClr val="C6AEFF"/>
                </a:solidFill>
                <a:latin typeface="Arial"/>
                <a:ea typeface="Arial"/>
                <a:cs typeface="Arial"/>
              </a:defRPr>
            </a:lvl2pPr>
            <a:lvl3pPr algn="l">
              <a:defRPr sz="1200" b="1">
                <a:solidFill>
                  <a:srgbClr val="C6AEFF"/>
                </a:solidFill>
                <a:latin typeface="Arial"/>
                <a:ea typeface="Arial"/>
                <a:cs typeface="Arial"/>
              </a:defRPr>
            </a:lvl3pPr>
            <a:lvl4pPr algn="l">
              <a:defRPr sz="1200" b="1">
                <a:solidFill>
                  <a:srgbClr val="C6AEFF"/>
                </a:solidFill>
                <a:latin typeface="Arial"/>
                <a:ea typeface="Arial"/>
                <a:cs typeface="Arial"/>
              </a:defRPr>
            </a:lvl4pPr>
            <a:lvl5pPr algn="l">
              <a:defRPr sz="1200" b="1">
                <a:solidFill>
                  <a:srgbClr val="C6AEFF"/>
                </a:solidFill>
                <a:latin typeface="Arial"/>
                <a:ea typeface="Arial"/>
                <a:cs typeface="Arial"/>
              </a:defRPr>
            </a:lvl5pPr>
            <a:lvl6pPr algn="l">
              <a:defRPr sz="1200" b="1">
                <a:solidFill>
                  <a:srgbClr val="C6AEFF"/>
                </a:solidFill>
                <a:latin typeface="Arial"/>
                <a:ea typeface="Arial"/>
                <a:cs typeface="Arial"/>
              </a:defRPr>
            </a:lvl6pPr>
            <a:lvl7pPr algn="l">
              <a:defRPr sz="1200" b="1">
                <a:solidFill>
                  <a:srgbClr val="C6AEFF"/>
                </a:solidFill>
                <a:latin typeface="Arial"/>
                <a:ea typeface="Arial"/>
                <a:cs typeface="Arial"/>
              </a:defRPr>
            </a:lvl7pPr>
            <a:lvl8pPr algn="l">
              <a:defRPr sz="1200" b="1">
                <a:solidFill>
                  <a:srgbClr val="C6AEFF"/>
                </a:solidFill>
                <a:latin typeface="Arial"/>
                <a:ea typeface="Arial"/>
                <a:cs typeface="Arial"/>
              </a:defRPr>
            </a:lvl8pPr>
            <a:lvl9pPr algn="l">
              <a:defRPr sz="1200" b="1">
                <a:solidFill>
                  <a:srgbClr val="C6AEFF"/>
                </a:solidFill>
                <a:latin typeface="Arial"/>
                <a:ea typeface="Arial"/>
                <a:cs typeface="Arial"/>
              </a:defRPr>
            </a:lvl9pPr>
          </a:lstStyle>
          <a:p xmlns:a="http://schemas.openxmlformats.org/drawingml/2006/main">
            <a:pPr algn="l">
              <a:defRPr sz="1200" b="1">
                <a:solidFill>
                  <a:srgbClr val="C6AEFF"/>
                </a:solidFill>
                <a:latin typeface="Arial"/>
                <a:ea typeface="Arial"/>
                <a:cs typeface="Arial"/>
              </a:defRPr>
            </a:pPr>
            <a:r>
              <a:rPr sz="1200" b="1">
                <a:solidFill>
                  <a:srgbClr val="C6AEFF"/>
                </a:solidFill>
                <a:latin typeface="Arial"/>
                <a:ea typeface="Arial"/>
                <a:cs typeface="Arial"/>
              </a:rPr>
              <a:t>UPDATED CONTRACT SOURCE</a:t>
            </a:r>
          </a:p>
        </p:txBody>
      </p:sp>
      <p:sp>
        <p:nvSpPr>
          <p:cNvPr id="8" name="payout-share">
            <a:extLst xmlns:a="http://schemas.openxmlformats.org/drawingml/2006/main">
              <a:ext uri="{FF2B5EF4-FFF2-40B4-BE49-F238E27FC236}">
                <a16:creationId xmlns:a16="http://schemas.microsoft.com/office/drawing/2014/main" id="{5A91C680-094C-43E2-B1C4-AFC496BC9655}"/>
              </a:ext>
            </a:extLst>
          </p:cNvPr>
          <p:cNvSpPr>
            <a:spLocks xmlns:a="http://schemas.openxmlformats.org/drawingml/2006/main" noGrp="1"/>
          </p:cNvSpPr>
          <p:nvPr/>
        </p:nvSpPr>
        <p:spPr>
          <a:xfrm xmlns:a="http://schemas.openxmlformats.org/drawingml/2006/main">
            <a:off x="742950" y="2457450"/>
            <a:ext cx="4286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765"/>
          </a:bodyPr>
          <a:lstStyle xmlns:a="http://schemas.openxmlformats.org/drawingml/2006/main">
            <a:defPPr algn="l">
              <a:defRPr sz="10650" b="1">
                <a:solidFill>
                  <a:srgbClr val="C6AEFF"/>
                </a:solidFill>
                <a:latin typeface="Arial"/>
                <a:ea typeface="Arial"/>
                <a:cs typeface="Arial"/>
              </a:defRPr>
            </a:defPPr>
            <a:lvl1pPr algn="l">
              <a:defRPr sz="10650" b="1">
                <a:solidFill>
                  <a:srgbClr val="C6AEFF"/>
                </a:solidFill>
                <a:latin typeface="Arial"/>
                <a:ea typeface="Arial"/>
                <a:cs typeface="Arial"/>
              </a:defRPr>
            </a:lvl1pPr>
            <a:lvl2pPr algn="l">
              <a:defRPr sz="10650" b="1">
                <a:solidFill>
                  <a:srgbClr val="C6AEFF"/>
                </a:solidFill>
                <a:latin typeface="Arial"/>
                <a:ea typeface="Arial"/>
                <a:cs typeface="Arial"/>
              </a:defRPr>
            </a:lvl2pPr>
            <a:lvl3pPr algn="l">
              <a:defRPr sz="10650" b="1">
                <a:solidFill>
                  <a:srgbClr val="C6AEFF"/>
                </a:solidFill>
                <a:latin typeface="Arial"/>
                <a:ea typeface="Arial"/>
                <a:cs typeface="Arial"/>
              </a:defRPr>
            </a:lvl3pPr>
            <a:lvl4pPr algn="l">
              <a:defRPr sz="10650" b="1">
                <a:solidFill>
                  <a:srgbClr val="C6AEFF"/>
                </a:solidFill>
                <a:latin typeface="Arial"/>
                <a:ea typeface="Arial"/>
                <a:cs typeface="Arial"/>
              </a:defRPr>
            </a:lvl4pPr>
            <a:lvl5pPr algn="l">
              <a:defRPr sz="10650" b="1">
                <a:solidFill>
                  <a:srgbClr val="C6AEFF"/>
                </a:solidFill>
                <a:latin typeface="Arial"/>
                <a:ea typeface="Arial"/>
                <a:cs typeface="Arial"/>
              </a:defRPr>
            </a:lvl5pPr>
            <a:lvl6pPr algn="l">
              <a:defRPr sz="10650" b="1">
                <a:solidFill>
                  <a:srgbClr val="C6AEFF"/>
                </a:solidFill>
                <a:latin typeface="Arial"/>
                <a:ea typeface="Arial"/>
                <a:cs typeface="Arial"/>
              </a:defRPr>
            </a:lvl6pPr>
            <a:lvl7pPr algn="l">
              <a:defRPr sz="10650" b="1">
                <a:solidFill>
                  <a:srgbClr val="C6AEFF"/>
                </a:solidFill>
                <a:latin typeface="Arial"/>
                <a:ea typeface="Arial"/>
                <a:cs typeface="Arial"/>
              </a:defRPr>
            </a:lvl7pPr>
            <a:lvl8pPr algn="l">
              <a:defRPr sz="10650" b="1">
                <a:solidFill>
                  <a:srgbClr val="C6AEFF"/>
                </a:solidFill>
                <a:latin typeface="Arial"/>
                <a:ea typeface="Arial"/>
                <a:cs typeface="Arial"/>
              </a:defRPr>
            </a:lvl8pPr>
            <a:lvl9pPr algn="l">
              <a:defRPr sz="10650" b="1">
                <a:solidFill>
                  <a:srgbClr val="C6AEFF"/>
                </a:solidFill>
                <a:latin typeface="Arial"/>
                <a:ea typeface="Arial"/>
                <a:cs typeface="Arial"/>
              </a:defRPr>
            </a:lvl9pPr>
          </a:lstStyle>
          <a:p xmlns:a="http://schemas.openxmlformats.org/drawingml/2006/main">
            <a:pPr algn="l">
              <a:defRPr sz="10650" b="1">
                <a:solidFill>
                  <a:srgbClr val="C6AEFF"/>
                </a:solidFill>
                <a:latin typeface="Arial"/>
                <a:ea typeface="Arial"/>
                <a:cs typeface="Arial"/>
              </a:defRPr>
            </a:pPr>
            <a:r>
              <a:rPr sz="10650" b="1">
                <a:solidFill>
                  <a:srgbClr val="C6AEFF"/>
                </a:solidFill>
                <a:latin typeface="Arial"/>
                <a:ea typeface="Arial"/>
                <a:cs typeface="Arial"/>
              </a:rPr>
              <a:t>100%</a:t>
            </a:r>
          </a:p>
        </p:txBody>
      </p:sp>
      <p:sp>
        <p:nvSpPr>
          <p:cNvPr id="9" name="payout-description">
            <a:extLst xmlns:a="http://schemas.openxmlformats.org/drawingml/2006/main">
              <a:ext uri="{FF2B5EF4-FFF2-40B4-BE49-F238E27FC236}">
                <a16:creationId xmlns:a16="http://schemas.microsoft.com/office/drawing/2014/main" id="{0987C90C-A7EB-4DD2-A935-4958DEE97A8B}"/>
              </a:ext>
            </a:extLst>
          </p:cNvPr>
          <p:cNvSpPr>
            <a:spLocks xmlns:a="http://schemas.openxmlformats.org/drawingml/2006/main" noGrp="1"/>
          </p:cNvSpPr>
          <p:nvPr/>
        </p:nvSpPr>
        <p:spPr>
          <a:xfrm xmlns:a="http://schemas.openxmlformats.org/drawingml/2006/main">
            <a:off x="800100" y="4095750"/>
            <a:ext cx="4476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F6F3FB"/>
                </a:solidFill>
                <a:latin typeface="Arial"/>
                <a:ea typeface="Arial"/>
                <a:cs typeface="Arial"/>
              </a:defRPr>
            </a:defPPr>
            <a:lvl1pPr algn="l">
              <a:defRPr sz="1950" b="0">
                <a:solidFill>
                  <a:srgbClr val="F6F3FB"/>
                </a:solidFill>
                <a:latin typeface="Arial"/>
                <a:ea typeface="Arial"/>
                <a:cs typeface="Arial"/>
              </a:defRPr>
            </a:lvl1pPr>
            <a:lvl2pPr algn="l">
              <a:defRPr sz="1950" b="0">
                <a:solidFill>
                  <a:srgbClr val="F6F3FB"/>
                </a:solidFill>
                <a:latin typeface="Arial"/>
                <a:ea typeface="Arial"/>
                <a:cs typeface="Arial"/>
              </a:defRPr>
            </a:lvl2pPr>
            <a:lvl3pPr algn="l">
              <a:defRPr sz="1950" b="0">
                <a:solidFill>
                  <a:srgbClr val="F6F3FB"/>
                </a:solidFill>
                <a:latin typeface="Arial"/>
                <a:ea typeface="Arial"/>
                <a:cs typeface="Arial"/>
              </a:defRPr>
            </a:lvl3pPr>
            <a:lvl4pPr algn="l">
              <a:defRPr sz="1950" b="0">
                <a:solidFill>
                  <a:srgbClr val="F6F3FB"/>
                </a:solidFill>
                <a:latin typeface="Arial"/>
                <a:ea typeface="Arial"/>
                <a:cs typeface="Arial"/>
              </a:defRPr>
            </a:lvl4pPr>
            <a:lvl5pPr algn="l">
              <a:defRPr sz="1950" b="0">
                <a:solidFill>
                  <a:srgbClr val="F6F3FB"/>
                </a:solidFill>
                <a:latin typeface="Arial"/>
                <a:ea typeface="Arial"/>
                <a:cs typeface="Arial"/>
              </a:defRPr>
            </a:lvl5pPr>
            <a:lvl6pPr algn="l">
              <a:defRPr sz="1950" b="0">
                <a:solidFill>
                  <a:srgbClr val="F6F3FB"/>
                </a:solidFill>
                <a:latin typeface="Arial"/>
                <a:ea typeface="Arial"/>
                <a:cs typeface="Arial"/>
              </a:defRPr>
            </a:lvl6pPr>
            <a:lvl7pPr algn="l">
              <a:defRPr sz="1950" b="0">
                <a:solidFill>
                  <a:srgbClr val="F6F3FB"/>
                </a:solidFill>
                <a:latin typeface="Arial"/>
                <a:ea typeface="Arial"/>
                <a:cs typeface="Arial"/>
              </a:defRPr>
            </a:lvl7pPr>
            <a:lvl8pPr algn="l">
              <a:defRPr sz="1950" b="0">
                <a:solidFill>
                  <a:srgbClr val="F6F3FB"/>
                </a:solidFill>
                <a:latin typeface="Arial"/>
                <a:ea typeface="Arial"/>
                <a:cs typeface="Arial"/>
              </a:defRPr>
            </a:lvl8pPr>
            <a:lvl9pPr algn="l">
              <a:defRPr sz="1950" b="0">
                <a:solidFill>
                  <a:srgbClr val="F6F3FB"/>
                </a:solidFill>
                <a:latin typeface="Arial"/>
                <a:ea typeface="Arial"/>
                <a:cs typeface="Arial"/>
              </a:defRPr>
            </a:lvl9pPr>
          </a:lstStyle>
          <a:p xmlns:a="http://schemas.openxmlformats.org/drawingml/2006/main">
            <a:pPr algn="l">
              <a:defRPr sz="1950" b="0">
                <a:solidFill>
                  <a:srgbClr val="F6F3FB"/>
                </a:solidFill>
                <a:latin typeface="Arial"/>
                <a:ea typeface="Arial"/>
                <a:cs typeface="Arial"/>
              </a:defRPr>
            </a:pPr>
            <a:r>
              <a:rPr sz="1950" b="0">
                <a:solidFill>
                  <a:srgbClr val="F6F3FB"/>
                </a:solidFill>
                <a:latin typeface="Arial"/>
                <a:ea typeface="Arial"/>
                <a:cs typeface="Arial"/>
              </a:rPr>
              <a:t>of a confirmed task charge goes to its assigned worker.</a:t>
            </a:r>
          </a:p>
        </p:txBody>
      </p:sp>
      <p:sp>
        <p:nvSpPr>
          <p:cNvPr id="10" name="status-divider">
            <a:extLst xmlns:a="http://schemas.openxmlformats.org/drawingml/2006/main">
              <a:ext uri="{FF2B5EF4-FFF2-40B4-BE49-F238E27FC236}">
                <a16:creationId xmlns:a16="http://schemas.microsoft.com/office/drawing/2014/main" id="{95655279-DAF4-4800-AAAD-9BC2B6E2EC87}"/>
              </a:ext>
            </a:extLst>
          </p:cNvPr>
          <p:cNvSpPr>
            <a:spLocks xmlns:a="http://schemas.openxmlformats.org/drawingml/2006/main" noGrp="1"/>
          </p:cNvSpPr>
          <p:nvPr/>
        </p:nvSpPr>
        <p:spPr>
          <a:xfrm xmlns:a="http://schemas.openxmlformats.org/drawingml/2006/main">
            <a:off x="6010275" y="2152650"/>
            <a:ext cx="0" cy="2828925"/>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11" name="deploy-label">
            <a:extLst xmlns:a="http://schemas.openxmlformats.org/drawingml/2006/main">
              <a:ext uri="{FF2B5EF4-FFF2-40B4-BE49-F238E27FC236}">
                <a16:creationId xmlns:a16="http://schemas.microsoft.com/office/drawing/2014/main" id="{679419C4-3FB2-4C73-9C7B-8A42308C13E8}"/>
              </a:ext>
            </a:extLst>
          </p:cNvPr>
          <p:cNvSpPr>
            <a:spLocks xmlns:a="http://schemas.openxmlformats.org/drawingml/2006/main" noGrp="1"/>
          </p:cNvSpPr>
          <p:nvPr/>
        </p:nvSpPr>
        <p:spPr>
          <a:xfrm xmlns:a="http://schemas.openxmlformats.org/drawingml/2006/main">
            <a:off x="6553200" y="2238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82E5F4"/>
                </a:solidFill>
                <a:latin typeface="Arial"/>
                <a:ea typeface="Arial"/>
                <a:cs typeface="Arial"/>
              </a:defRPr>
            </a:defPPr>
            <a:lvl1pPr algn="l">
              <a:defRPr sz="1200" b="1">
                <a:solidFill>
                  <a:srgbClr val="82E5F4"/>
                </a:solidFill>
                <a:latin typeface="Arial"/>
                <a:ea typeface="Arial"/>
                <a:cs typeface="Arial"/>
              </a:defRPr>
            </a:lvl1pPr>
            <a:lvl2pPr algn="l">
              <a:defRPr sz="1200" b="1">
                <a:solidFill>
                  <a:srgbClr val="82E5F4"/>
                </a:solidFill>
                <a:latin typeface="Arial"/>
                <a:ea typeface="Arial"/>
                <a:cs typeface="Arial"/>
              </a:defRPr>
            </a:lvl2pPr>
            <a:lvl3pPr algn="l">
              <a:defRPr sz="1200" b="1">
                <a:solidFill>
                  <a:srgbClr val="82E5F4"/>
                </a:solidFill>
                <a:latin typeface="Arial"/>
                <a:ea typeface="Arial"/>
                <a:cs typeface="Arial"/>
              </a:defRPr>
            </a:lvl3pPr>
            <a:lvl4pPr algn="l">
              <a:defRPr sz="1200" b="1">
                <a:solidFill>
                  <a:srgbClr val="82E5F4"/>
                </a:solidFill>
                <a:latin typeface="Arial"/>
                <a:ea typeface="Arial"/>
                <a:cs typeface="Arial"/>
              </a:defRPr>
            </a:lvl4pPr>
            <a:lvl5pPr algn="l">
              <a:defRPr sz="1200" b="1">
                <a:solidFill>
                  <a:srgbClr val="82E5F4"/>
                </a:solidFill>
                <a:latin typeface="Arial"/>
                <a:ea typeface="Arial"/>
                <a:cs typeface="Arial"/>
              </a:defRPr>
            </a:lvl5pPr>
            <a:lvl6pPr algn="l">
              <a:defRPr sz="1200" b="1">
                <a:solidFill>
                  <a:srgbClr val="82E5F4"/>
                </a:solidFill>
                <a:latin typeface="Arial"/>
                <a:ea typeface="Arial"/>
                <a:cs typeface="Arial"/>
              </a:defRPr>
            </a:lvl6pPr>
            <a:lvl7pPr algn="l">
              <a:defRPr sz="1200" b="1">
                <a:solidFill>
                  <a:srgbClr val="82E5F4"/>
                </a:solidFill>
                <a:latin typeface="Arial"/>
                <a:ea typeface="Arial"/>
                <a:cs typeface="Arial"/>
              </a:defRPr>
            </a:lvl7pPr>
            <a:lvl8pPr algn="l">
              <a:defRPr sz="1200" b="1">
                <a:solidFill>
                  <a:srgbClr val="82E5F4"/>
                </a:solidFill>
                <a:latin typeface="Arial"/>
                <a:ea typeface="Arial"/>
                <a:cs typeface="Arial"/>
              </a:defRPr>
            </a:lvl8pPr>
            <a:lvl9pPr algn="l">
              <a:defRPr sz="1200" b="1">
                <a:solidFill>
                  <a:srgbClr val="82E5F4"/>
                </a:solidFill>
                <a:latin typeface="Arial"/>
                <a:ea typeface="Arial"/>
                <a:cs typeface="Arial"/>
              </a:defRPr>
            </a:lvl9pPr>
          </a:lstStyle>
          <a:p xmlns:a="http://schemas.openxmlformats.org/drawingml/2006/main">
            <a:pPr algn="l">
              <a:defRPr sz="1200" b="1">
                <a:solidFill>
                  <a:srgbClr val="82E5F4"/>
                </a:solidFill>
                <a:latin typeface="Arial"/>
                <a:ea typeface="Arial"/>
                <a:cs typeface="Arial"/>
              </a:defRPr>
            </a:pPr>
            <a:r>
              <a:rPr sz="1200" b="1">
                <a:solidFill>
                  <a:srgbClr val="82E5F4"/>
                </a:solidFill>
                <a:latin typeface="Arial"/>
                <a:ea typeface="Arial"/>
                <a:cs typeface="Arial"/>
              </a:rPr>
              <a:t>REMAINING CHECK</a:t>
            </a:r>
          </a:p>
        </p:txBody>
      </p:sp>
      <p:sp>
        <p:nvSpPr>
          <p:cNvPr id="12" name="deploy-copy">
            <a:extLst xmlns:a="http://schemas.openxmlformats.org/drawingml/2006/main">
              <a:ext uri="{FF2B5EF4-FFF2-40B4-BE49-F238E27FC236}">
                <a16:creationId xmlns:a16="http://schemas.microsoft.com/office/drawing/2014/main" id="{F7F6CE01-E56F-46B6-9849-F2FC81D24543}"/>
              </a:ext>
            </a:extLst>
          </p:cNvPr>
          <p:cNvSpPr>
            <a:spLocks xmlns:a="http://schemas.openxmlformats.org/drawingml/2006/main" noGrp="1"/>
          </p:cNvSpPr>
          <p:nvPr/>
        </p:nvSpPr>
        <p:spPr>
          <a:xfrm xmlns:a="http://schemas.openxmlformats.org/drawingml/2006/main">
            <a:off x="6553200" y="2676525"/>
            <a:ext cx="47053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F6F3FB"/>
                </a:solidFill>
                <a:latin typeface="Arial"/>
                <a:ea typeface="Arial"/>
                <a:cs typeface="Arial"/>
              </a:defRPr>
            </a:defPPr>
            <a:lvl1pPr algn="l">
              <a:defRPr sz="2400" b="1">
                <a:solidFill>
                  <a:srgbClr val="F6F3FB"/>
                </a:solidFill>
                <a:latin typeface="Arial"/>
                <a:ea typeface="Arial"/>
                <a:cs typeface="Arial"/>
              </a:defRPr>
            </a:lvl1pPr>
            <a:lvl2pPr algn="l">
              <a:defRPr sz="2400" b="1">
                <a:solidFill>
                  <a:srgbClr val="F6F3FB"/>
                </a:solidFill>
                <a:latin typeface="Arial"/>
                <a:ea typeface="Arial"/>
                <a:cs typeface="Arial"/>
              </a:defRPr>
            </a:lvl2pPr>
            <a:lvl3pPr algn="l">
              <a:defRPr sz="2400" b="1">
                <a:solidFill>
                  <a:srgbClr val="F6F3FB"/>
                </a:solidFill>
                <a:latin typeface="Arial"/>
                <a:ea typeface="Arial"/>
                <a:cs typeface="Arial"/>
              </a:defRPr>
            </a:lvl3pPr>
            <a:lvl4pPr algn="l">
              <a:defRPr sz="2400" b="1">
                <a:solidFill>
                  <a:srgbClr val="F6F3FB"/>
                </a:solidFill>
                <a:latin typeface="Arial"/>
                <a:ea typeface="Arial"/>
                <a:cs typeface="Arial"/>
              </a:defRPr>
            </a:lvl4pPr>
            <a:lvl5pPr algn="l">
              <a:defRPr sz="2400" b="1">
                <a:solidFill>
                  <a:srgbClr val="F6F3FB"/>
                </a:solidFill>
                <a:latin typeface="Arial"/>
                <a:ea typeface="Arial"/>
                <a:cs typeface="Arial"/>
              </a:defRPr>
            </a:lvl5pPr>
            <a:lvl6pPr algn="l">
              <a:defRPr sz="2400" b="1">
                <a:solidFill>
                  <a:srgbClr val="F6F3FB"/>
                </a:solidFill>
                <a:latin typeface="Arial"/>
                <a:ea typeface="Arial"/>
                <a:cs typeface="Arial"/>
              </a:defRPr>
            </a:lvl6pPr>
            <a:lvl7pPr algn="l">
              <a:defRPr sz="2400" b="1">
                <a:solidFill>
                  <a:srgbClr val="F6F3FB"/>
                </a:solidFill>
                <a:latin typeface="Arial"/>
                <a:ea typeface="Arial"/>
                <a:cs typeface="Arial"/>
              </a:defRPr>
            </a:lvl7pPr>
            <a:lvl8pPr algn="l">
              <a:defRPr sz="2400" b="1">
                <a:solidFill>
                  <a:srgbClr val="F6F3FB"/>
                </a:solidFill>
                <a:latin typeface="Arial"/>
                <a:ea typeface="Arial"/>
                <a:cs typeface="Arial"/>
              </a:defRPr>
            </a:lvl8pPr>
            <a:lvl9pPr algn="l">
              <a:defRPr sz="2400" b="1">
                <a:solidFill>
                  <a:srgbClr val="F6F3FB"/>
                </a:solidFill>
                <a:latin typeface="Arial"/>
                <a:ea typeface="Arial"/>
                <a:cs typeface="Arial"/>
              </a:defRPr>
            </a:lvl9pPr>
          </a:lstStyle>
          <a:p xmlns:a="http://schemas.openxmlformats.org/drawingml/2006/main">
            <a:pPr algn="l">
              <a:defRPr sz="2400" b="1">
                <a:solidFill>
                  <a:srgbClr val="F6F3FB"/>
                </a:solidFill>
                <a:latin typeface="Arial"/>
                <a:ea typeface="Arial"/>
                <a:cs typeface="Arial"/>
              </a:defRPr>
            </a:pPr>
            <a:r>
              <a:rPr sz="2400" b="1">
                <a:solidFill>
                  <a:srgbClr val="F6F3FB"/>
                </a:solidFill>
                <a:latin typeface="Arial"/>
                <a:ea typeface="Arial"/>
                <a:cs typeface="Arial"/>
              </a:rPr>
              <a:t>Redeploy the updated program.</a:t>
            </a:r>
          </a:p>
          <a:p xmlns:a="http://schemas.openxmlformats.org/drawingml/2006/main">
            <a:pPr algn="l">
              <a:defRPr sz="2400" b="1">
                <a:solidFill>
                  <a:srgbClr val="F6F3FB"/>
                </a:solidFill>
                <a:latin typeface="Arial"/>
                <a:ea typeface="Arial"/>
                <a:cs typeface="Arial"/>
              </a:defRPr>
            </a:pPr>
            <a:r>
              <a:rPr sz="2400" b="1">
                <a:solidFill>
                  <a:srgbClr val="F6F3FB"/>
                </a:solidFill>
                <a:latin typeface="Arial"/>
                <a:ea typeface="Arial"/>
                <a:cs typeface="Arial"/>
              </a:rPr>
              <a:t>Verify a live worker payout.</a:t>
            </a:r>
          </a:p>
        </p:txBody>
      </p:sp>
      <p:sp>
        <p:nvSpPr>
          <p:cNvPr id="13" name="preview-label">
            <a:extLst xmlns:a="http://schemas.openxmlformats.org/drawingml/2006/main">
              <a:ext uri="{FF2B5EF4-FFF2-40B4-BE49-F238E27FC236}">
                <a16:creationId xmlns:a16="http://schemas.microsoft.com/office/drawing/2014/main" id="{FF10E6D7-14D0-440C-95B3-6346036AA592}"/>
              </a:ext>
            </a:extLst>
          </p:cNvPr>
          <p:cNvSpPr>
            <a:spLocks xmlns:a="http://schemas.openxmlformats.org/drawingml/2006/main" noGrp="1"/>
          </p:cNvSpPr>
          <p:nvPr/>
        </p:nvSpPr>
        <p:spPr>
          <a:xfrm xmlns:a="http://schemas.openxmlformats.org/drawingml/2006/main">
            <a:off x="6572250" y="41148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26C7B"/>
                </a:solidFill>
                <a:latin typeface="Arial"/>
                <a:ea typeface="Arial"/>
                <a:cs typeface="Arial"/>
              </a:defRPr>
            </a:defPPr>
            <a:lvl1pPr algn="l">
              <a:defRPr sz="1125" b="1">
                <a:solidFill>
                  <a:srgbClr val="726C7B"/>
                </a:solidFill>
                <a:latin typeface="Arial"/>
                <a:ea typeface="Arial"/>
                <a:cs typeface="Arial"/>
              </a:defRPr>
            </a:lvl1pPr>
            <a:lvl2pPr algn="l">
              <a:defRPr sz="1125" b="1">
                <a:solidFill>
                  <a:srgbClr val="726C7B"/>
                </a:solidFill>
                <a:latin typeface="Arial"/>
                <a:ea typeface="Arial"/>
                <a:cs typeface="Arial"/>
              </a:defRPr>
            </a:lvl2pPr>
            <a:lvl3pPr algn="l">
              <a:defRPr sz="1125" b="1">
                <a:solidFill>
                  <a:srgbClr val="726C7B"/>
                </a:solidFill>
                <a:latin typeface="Arial"/>
                <a:ea typeface="Arial"/>
                <a:cs typeface="Arial"/>
              </a:defRPr>
            </a:lvl3pPr>
            <a:lvl4pPr algn="l">
              <a:defRPr sz="1125" b="1">
                <a:solidFill>
                  <a:srgbClr val="726C7B"/>
                </a:solidFill>
                <a:latin typeface="Arial"/>
                <a:ea typeface="Arial"/>
                <a:cs typeface="Arial"/>
              </a:defRPr>
            </a:lvl4pPr>
            <a:lvl5pPr algn="l">
              <a:defRPr sz="1125" b="1">
                <a:solidFill>
                  <a:srgbClr val="726C7B"/>
                </a:solidFill>
                <a:latin typeface="Arial"/>
                <a:ea typeface="Arial"/>
                <a:cs typeface="Arial"/>
              </a:defRPr>
            </a:lvl5pPr>
            <a:lvl6pPr algn="l">
              <a:defRPr sz="1125" b="1">
                <a:solidFill>
                  <a:srgbClr val="726C7B"/>
                </a:solidFill>
                <a:latin typeface="Arial"/>
                <a:ea typeface="Arial"/>
                <a:cs typeface="Arial"/>
              </a:defRPr>
            </a:lvl6pPr>
            <a:lvl7pPr algn="l">
              <a:defRPr sz="1125" b="1">
                <a:solidFill>
                  <a:srgbClr val="726C7B"/>
                </a:solidFill>
                <a:latin typeface="Arial"/>
                <a:ea typeface="Arial"/>
                <a:cs typeface="Arial"/>
              </a:defRPr>
            </a:lvl7pPr>
            <a:lvl8pPr algn="l">
              <a:defRPr sz="1125" b="1">
                <a:solidFill>
                  <a:srgbClr val="726C7B"/>
                </a:solidFill>
                <a:latin typeface="Arial"/>
                <a:ea typeface="Arial"/>
                <a:cs typeface="Arial"/>
              </a:defRPr>
            </a:lvl8pPr>
            <a:lvl9pPr algn="l">
              <a:defRPr sz="1125" b="1">
                <a:solidFill>
                  <a:srgbClr val="726C7B"/>
                </a:solidFill>
                <a:latin typeface="Arial"/>
                <a:ea typeface="Arial"/>
                <a:cs typeface="Arial"/>
              </a:defRPr>
            </a:lvl9pPr>
          </a:lstStyle>
          <a:p xmlns:a="http://schemas.openxmlformats.org/drawingml/2006/main">
            <a:pPr algn="l">
              <a:defRPr sz="1125" b="1">
                <a:solidFill>
                  <a:srgbClr val="726C7B"/>
                </a:solidFill>
                <a:latin typeface="Arial"/>
                <a:ea typeface="Arial"/>
                <a:cs typeface="Arial"/>
              </a:defRPr>
            </a:pPr>
            <a:r>
              <a:rPr sz="1125" b="1">
                <a:solidFill>
                  <a:srgbClr val="726C7B"/>
                </a:solidFill>
                <a:latin typeface="Arial"/>
                <a:ea typeface="Arial"/>
                <a:cs typeface="Arial"/>
              </a:rPr>
              <a:t>LOCAL PREVIEW TODAY</a:t>
            </a:r>
          </a:p>
        </p:txBody>
      </p:sp>
      <p:sp>
        <p:nvSpPr>
          <p:cNvPr id="14" name="preview-mode">
            <a:extLst xmlns:a="http://schemas.openxmlformats.org/drawingml/2006/main">
              <a:ext uri="{FF2B5EF4-FFF2-40B4-BE49-F238E27FC236}">
                <a16:creationId xmlns:a16="http://schemas.microsoft.com/office/drawing/2014/main" id="{DFFD6EBA-4FBF-40AB-AB97-E616EA21DE67}"/>
              </a:ext>
            </a:extLst>
          </p:cNvPr>
          <p:cNvSpPr>
            <a:spLocks xmlns:a="http://schemas.openxmlformats.org/drawingml/2006/main" noGrp="1"/>
          </p:cNvSpPr>
          <p:nvPr/>
        </p:nvSpPr>
        <p:spPr>
          <a:xfrm xmlns:a="http://schemas.openxmlformats.org/drawingml/2006/main">
            <a:off x="6553200" y="44386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82E5F4"/>
                </a:solidFill>
                <a:latin typeface="Arial"/>
                <a:ea typeface="Arial"/>
                <a:cs typeface="Arial"/>
              </a:defRPr>
            </a:defPPr>
            <a:lvl1pPr algn="l">
              <a:defRPr sz="2625" b="1">
                <a:solidFill>
                  <a:srgbClr val="82E5F4"/>
                </a:solidFill>
                <a:latin typeface="Arial"/>
                <a:ea typeface="Arial"/>
                <a:cs typeface="Arial"/>
              </a:defRPr>
            </a:lvl1pPr>
            <a:lvl2pPr algn="l">
              <a:defRPr sz="2625" b="1">
                <a:solidFill>
                  <a:srgbClr val="82E5F4"/>
                </a:solidFill>
                <a:latin typeface="Arial"/>
                <a:ea typeface="Arial"/>
                <a:cs typeface="Arial"/>
              </a:defRPr>
            </a:lvl2pPr>
            <a:lvl3pPr algn="l">
              <a:defRPr sz="2625" b="1">
                <a:solidFill>
                  <a:srgbClr val="82E5F4"/>
                </a:solidFill>
                <a:latin typeface="Arial"/>
                <a:ea typeface="Arial"/>
                <a:cs typeface="Arial"/>
              </a:defRPr>
            </a:lvl3pPr>
            <a:lvl4pPr algn="l">
              <a:defRPr sz="2625" b="1">
                <a:solidFill>
                  <a:srgbClr val="82E5F4"/>
                </a:solidFill>
                <a:latin typeface="Arial"/>
                <a:ea typeface="Arial"/>
                <a:cs typeface="Arial"/>
              </a:defRPr>
            </a:lvl4pPr>
            <a:lvl5pPr algn="l">
              <a:defRPr sz="2625" b="1">
                <a:solidFill>
                  <a:srgbClr val="82E5F4"/>
                </a:solidFill>
                <a:latin typeface="Arial"/>
                <a:ea typeface="Arial"/>
                <a:cs typeface="Arial"/>
              </a:defRPr>
            </a:lvl5pPr>
            <a:lvl6pPr algn="l">
              <a:defRPr sz="2625" b="1">
                <a:solidFill>
                  <a:srgbClr val="82E5F4"/>
                </a:solidFill>
                <a:latin typeface="Arial"/>
                <a:ea typeface="Arial"/>
                <a:cs typeface="Arial"/>
              </a:defRPr>
            </a:lvl6pPr>
            <a:lvl7pPr algn="l">
              <a:defRPr sz="2625" b="1">
                <a:solidFill>
                  <a:srgbClr val="82E5F4"/>
                </a:solidFill>
                <a:latin typeface="Arial"/>
                <a:ea typeface="Arial"/>
                <a:cs typeface="Arial"/>
              </a:defRPr>
            </a:lvl7pPr>
            <a:lvl8pPr algn="l">
              <a:defRPr sz="2625" b="1">
                <a:solidFill>
                  <a:srgbClr val="82E5F4"/>
                </a:solidFill>
                <a:latin typeface="Arial"/>
                <a:ea typeface="Arial"/>
                <a:cs typeface="Arial"/>
              </a:defRPr>
            </a:lvl8pPr>
            <a:lvl9pPr algn="l">
              <a:defRPr sz="2625" b="1">
                <a:solidFill>
                  <a:srgbClr val="82E5F4"/>
                </a:solidFill>
                <a:latin typeface="Arial"/>
                <a:ea typeface="Arial"/>
                <a:cs typeface="Arial"/>
              </a:defRPr>
            </a:lvl9pPr>
          </a:lstStyle>
          <a:p xmlns:a="http://schemas.openxmlformats.org/drawingml/2006/main">
            <a:pPr algn="l">
              <a:defRPr sz="2625" b="1">
                <a:solidFill>
                  <a:srgbClr val="82E5F4"/>
                </a:solidFill>
                <a:latin typeface="Arial"/>
                <a:ea typeface="Arial"/>
                <a:cs typeface="Arial"/>
              </a:defRPr>
            </a:pPr>
            <a:r>
              <a:rPr sz="2625" b="1">
                <a:solidFill>
                  <a:srgbClr val="82E5F4"/>
                </a:solidFill>
                <a:latin typeface="Arial"/>
                <a:ea typeface="Arial"/>
                <a:cs typeface="Arial"/>
              </a:rPr>
              <a:t>OFF_CHAIN</a:t>
            </a:r>
          </a:p>
        </p:txBody>
      </p:sp>
      <p:sp>
        <p:nvSpPr>
          <p:cNvPr id="15" name="preview-amount">
            <a:extLst xmlns:a="http://schemas.openxmlformats.org/drawingml/2006/main">
              <a:ext uri="{FF2B5EF4-FFF2-40B4-BE49-F238E27FC236}">
                <a16:creationId xmlns:a16="http://schemas.microsoft.com/office/drawing/2014/main" id="{039E11E0-E7CC-4857-A1C9-2863AACCC923}"/>
              </a:ext>
            </a:extLst>
          </p:cNvPr>
          <p:cNvSpPr>
            <a:spLocks xmlns:a="http://schemas.openxmlformats.org/drawingml/2006/main" noGrp="1"/>
          </p:cNvSpPr>
          <p:nvPr/>
        </p:nvSpPr>
        <p:spPr>
          <a:xfrm xmlns:a="http://schemas.openxmlformats.org/drawingml/2006/main">
            <a:off x="8791575" y="44767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AA5B4"/>
                </a:solidFill>
                <a:latin typeface="Arial"/>
                <a:ea typeface="Arial"/>
                <a:cs typeface="Arial"/>
              </a:defRPr>
            </a:defPPr>
            <a:lvl1pPr algn="l">
              <a:defRPr sz="1800" b="0">
                <a:solidFill>
                  <a:srgbClr val="AAA5B4"/>
                </a:solidFill>
                <a:latin typeface="Arial"/>
                <a:ea typeface="Arial"/>
                <a:cs typeface="Arial"/>
              </a:defRPr>
            </a:lvl1pPr>
            <a:lvl2pPr algn="l">
              <a:defRPr sz="1800" b="0">
                <a:solidFill>
                  <a:srgbClr val="AAA5B4"/>
                </a:solidFill>
                <a:latin typeface="Arial"/>
                <a:ea typeface="Arial"/>
                <a:cs typeface="Arial"/>
              </a:defRPr>
            </a:lvl2pPr>
            <a:lvl3pPr algn="l">
              <a:defRPr sz="1800" b="0">
                <a:solidFill>
                  <a:srgbClr val="AAA5B4"/>
                </a:solidFill>
                <a:latin typeface="Arial"/>
                <a:ea typeface="Arial"/>
                <a:cs typeface="Arial"/>
              </a:defRPr>
            </a:lvl3pPr>
            <a:lvl4pPr algn="l">
              <a:defRPr sz="1800" b="0">
                <a:solidFill>
                  <a:srgbClr val="AAA5B4"/>
                </a:solidFill>
                <a:latin typeface="Arial"/>
                <a:ea typeface="Arial"/>
                <a:cs typeface="Arial"/>
              </a:defRPr>
            </a:lvl4pPr>
            <a:lvl5pPr algn="l">
              <a:defRPr sz="1800" b="0">
                <a:solidFill>
                  <a:srgbClr val="AAA5B4"/>
                </a:solidFill>
                <a:latin typeface="Arial"/>
                <a:ea typeface="Arial"/>
                <a:cs typeface="Arial"/>
              </a:defRPr>
            </a:lvl5pPr>
            <a:lvl6pPr algn="l">
              <a:defRPr sz="1800" b="0">
                <a:solidFill>
                  <a:srgbClr val="AAA5B4"/>
                </a:solidFill>
                <a:latin typeface="Arial"/>
                <a:ea typeface="Arial"/>
                <a:cs typeface="Arial"/>
              </a:defRPr>
            </a:lvl6pPr>
            <a:lvl7pPr algn="l">
              <a:defRPr sz="1800" b="0">
                <a:solidFill>
                  <a:srgbClr val="AAA5B4"/>
                </a:solidFill>
                <a:latin typeface="Arial"/>
                <a:ea typeface="Arial"/>
                <a:cs typeface="Arial"/>
              </a:defRPr>
            </a:lvl7pPr>
            <a:lvl8pPr algn="l">
              <a:defRPr sz="1800" b="0">
                <a:solidFill>
                  <a:srgbClr val="AAA5B4"/>
                </a:solidFill>
                <a:latin typeface="Arial"/>
                <a:ea typeface="Arial"/>
                <a:cs typeface="Arial"/>
              </a:defRPr>
            </a:lvl8pPr>
            <a:lvl9pPr algn="l">
              <a:defRPr sz="1800" b="0">
                <a:solidFill>
                  <a:srgbClr val="AAA5B4"/>
                </a:solidFill>
                <a:latin typeface="Arial"/>
                <a:ea typeface="Arial"/>
                <a:cs typeface="Arial"/>
              </a:defRPr>
            </a:lvl9pPr>
          </a:lstStyle>
          <a:p xmlns:a="http://schemas.openxmlformats.org/drawingml/2006/main">
            <a:pPr algn="l">
              <a:defRPr sz="1800" b="0">
                <a:solidFill>
                  <a:srgbClr val="AAA5B4"/>
                </a:solidFill>
                <a:latin typeface="Arial"/>
                <a:ea typeface="Arial"/>
                <a:cs typeface="Arial"/>
              </a:defRPr>
            </a:pPr>
            <a:r>
              <a:rPr sz="1800" b="0">
                <a:solidFill>
                  <a:srgbClr val="AAA5B4"/>
                </a:solidFill>
                <a:latin typeface="Arial"/>
                <a:ea typeface="Arial"/>
                <a:cs typeface="Arial"/>
              </a:rPr>
              <a:t>0 SOL moves</a:t>
            </a:r>
          </a:p>
        </p:txBody>
      </p:sp>
      <p:sp>
        <p:nvSpPr>
          <p:cNvPr id="16" name="payment-flow">
            <a:extLst xmlns:a="http://schemas.openxmlformats.org/drawingml/2006/main">
              <a:ext uri="{FF2B5EF4-FFF2-40B4-BE49-F238E27FC236}">
                <a16:creationId xmlns:a16="http://schemas.microsoft.com/office/drawing/2014/main" id="{4868D1A3-C837-4EB8-9B1D-E69F69DABB35}"/>
              </a:ext>
            </a:extLst>
          </p:cNvPr>
          <p:cNvSpPr>
            <a:spLocks xmlns:a="http://schemas.openxmlformats.org/drawingml/2006/main" noGrp="1"/>
          </p:cNvSpPr>
          <p:nvPr/>
        </p:nvSpPr>
        <p:spPr>
          <a:xfrm xmlns:a="http://schemas.openxmlformats.org/drawingml/2006/main">
            <a:off x="990600" y="5562600"/>
            <a:ext cx="10229850" cy="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17" name="payment-node-0">
            <a:extLst xmlns:a="http://schemas.openxmlformats.org/drawingml/2006/main">
              <a:ext uri="{FF2B5EF4-FFF2-40B4-BE49-F238E27FC236}">
                <a16:creationId xmlns:a16="http://schemas.microsoft.com/office/drawing/2014/main" id="{8218FC5B-C461-48CC-A209-7ABD966338DF}"/>
              </a:ext>
            </a:extLst>
          </p:cNvPr>
          <p:cNvSpPr>
            <a:spLocks xmlns:a="http://schemas.openxmlformats.org/drawingml/2006/main" noGrp="1"/>
          </p:cNvSpPr>
          <p:nvPr/>
        </p:nvSpPr>
        <p:spPr>
          <a:xfrm xmlns:a="http://schemas.openxmlformats.org/drawingml/2006/main">
            <a:off x="1009650" y="5495925"/>
            <a:ext cx="133350" cy="133350"/>
          </a:xfrm>
          <a:prstGeom xmlns:a="http://schemas.openxmlformats.org/drawingml/2006/main" prst="ellipse">
            <a:avLst/>
          </a:prstGeom>
          <a:solidFill xmlns:a="http://schemas.openxmlformats.org/drawingml/2006/main">
            <a:srgbClr val="383341"/>
          </a:solidFill>
          <a:ln xmlns:a="http://schemas.openxmlformats.org/drawingml/2006/main" w="0">
            <a:noFill/>
            <a:prstDash val="solid"/>
          </a:ln>
        </p:spPr>
      </p:sp>
      <p:sp>
        <p:nvSpPr>
          <p:cNvPr id="18" name="payment-step-0">
            <a:extLst xmlns:a="http://schemas.openxmlformats.org/drawingml/2006/main">
              <a:ext uri="{FF2B5EF4-FFF2-40B4-BE49-F238E27FC236}">
                <a16:creationId xmlns:a16="http://schemas.microsoft.com/office/drawing/2014/main" id="{FF840169-5004-4B12-B3A4-F0317785E359}"/>
              </a:ext>
            </a:extLst>
          </p:cNvPr>
          <p:cNvSpPr>
            <a:spLocks xmlns:a="http://schemas.openxmlformats.org/drawingml/2006/main" noGrp="1"/>
          </p:cNvSpPr>
          <p:nvPr/>
        </p:nvSpPr>
        <p:spPr>
          <a:xfrm xmlns:a="http://schemas.openxmlformats.org/drawingml/2006/main">
            <a:off x="1009650" y="5781675"/>
            <a:ext cx="2428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AAA5B4"/>
                </a:solidFill>
                <a:latin typeface="Arial"/>
                <a:ea typeface="Arial"/>
                <a:cs typeface="Arial"/>
              </a:defRPr>
            </a:defPPr>
            <a:lvl1pPr algn="l">
              <a:defRPr sz="1125" b="1">
                <a:solidFill>
                  <a:srgbClr val="AAA5B4"/>
                </a:solidFill>
                <a:latin typeface="Arial"/>
                <a:ea typeface="Arial"/>
                <a:cs typeface="Arial"/>
              </a:defRPr>
            </a:lvl1pPr>
            <a:lvl2pPr algn="l">
              <a:defRPr sz="1125" b="1">
                <a:solidFill>
                  <a:srgbClr val="AAA5B4"/>
                </a:solidFill>
                <a:latin typeface="Arial"/>
                <a:ea typeface="Arial"/>
                <a:cs typeface="Arial"/>
              </a:defRPr>
            </a:lvl2pPr>
            <a:lvl3pPr algn="l">
              <a:defRPr sz="1125" b="1">
                <a:solidFill>
                  <a:srgbClr val="AAA5B4"/>
                </a:solidFill>
                <a:latin typeface="Arial"/>
                <a:ea typeface="Arial"/>
                <a:cs typeface="Arial"/>
              </a:defRPr>
            </a:lvl3pPr>
            <a:lvl4pPr algn="l">
              <a:defRPr sz="1125" b="1">
                <a:solidFill>
                  <a:srgbClr val="AAA5B4"/>
                </a:solidFill>
                <a:latin typeface="Arial"/>
                <a:ea typeface="Arial"/>
                <a:cs typeface="Arial"/>
              </a:defRPr>
            </a:lvl4pPr>
            <a:lvl5pPr algn="l">
              <a:defRPr sz="1125" b="1">
                <a:solidFill>
                  <a:srgbClr val="AAA5B4"/>
                </a:solidFill>
                <a:latin typeface="Arial"/>
                <a:ea typeface="Arial"/>
                <a:cs typeface="Arial"/>
              </a:defRPr>
            </a:lvl5pPr>
            <a:lvl6pPr algn="l">
              <a:defRPr sz="1125" b="1">
                <a:solidFill>
                  <a:srgbClr val="AAA5B4"/>
                </a:solidFill>
                <a:latin typeface="Arial"/>
                <a:ea typeface="Arial"/>
                <a:cs typeface="Arial"/>
              </a:defRPr>
            </a:lvl6pPr>
            <a:lvl7pPr algn="l">
              <a:defRPr sz="1125" b="1">
                <a:solidFill>
                  <a:srgbClr val="AAA5B4"/>
                </a:solidFill>
                <a:latin typeface="Arial"/>
                <a:ea typeface="Arial"/>
                <a:cs typeface="Arial"/>
              </a:defRPr>
            </a:lvl7pPr>
            <a:lvl8pPr algn="l">
              <a:defRPr sz="1125" b="1">
                <a:solidFill>
                  <a:srgbClr val="AAA5B4"/>
                </a:solidFill>
                <a:latin typeface="Arial"/>
                <a:ea typeface="Arial"/>
                <a:cs typeface="Arial"/>
              </a:defRPr>
            </a:lvl8pPr>
            <a:lvl9pPr algn="l">
              <a:defRPr sz="1125" b="1">
                <a:solidFill>
                  <a:srgbClr val="AAA5B4"/>
                </a:solidFill>
                <a:latin typeface="Arial"/>
                <a:ea typeface="Arial"/>
                <a:cs typeface="Arial"/>
              </a:defRPr>
            </a:lvl9pPr>
          </a:lstStyle>
          <a:p xmlns:a="http://schemas.openxmlformats.org/drawingml/2006/main">
            <a:pPr algn="l">
              <a:defRPr sz="1125" b="1">
                <a:solidFill>
                  <a:srgbClr val="AAA5B4"/>
                </a:solidFill>
                <a:latin typeface="Arial"/>
                <a:ea typeface="Arial"/>
                <a:cs typeface="Arial"/>
              </a:defRPr>
            </a:pPr>
            <a:r>
              <a:rPr sz="1125" b="1">
                <a:solidFill>
                  <a:srgbClr val="AAA5B4"/>
                </a:solidFill>
                <a:latin typeface="Arial"/>
                <a:ea typeface="Arial"/>
                <a:cs typeface="Arial"/>
              </a:rPr>
              <a:t>FUNDED CHANNEL</a:t>
            </a:r>
          </a:p>
        </p:txBody>
      </p:sp>
      <p:sp>
        <p:nvSpPr>
          <p:cNvPr id="19" name="payment-node-1">
            <a:extLst xmlns:a="http://schemas.openxmlformats.org/drawingml/2006/main">
              <a:ext uri="{FF2B5EF4-FFF2-40B4-BE49-F238E27FC236}">
                <a16:creationId xmlns:a16="http://schemas.microsoft.com/office/drawing/2014/main" id="{E8208075-3C2D-46AC-A3EF-AE3E63DF1A4D}"/>
              </a:ext>
            </a:extLst>
          </p:cNvPr>
          <p:cNvSpPr>
            <a:spLocks xmlns:a="http://schemas.openxmlformats.org/drawingml/2006/main" noGrp="1"/>
          </p:cNvSpPr>
          <p:nvPr/>
        </p:nvSpPr>
        <p:spPr>
          <a:xfrm xmlns:a="http://schemas.openxmlformats.org/drawingml/2006/main">
            <a:off x="4876800" y="5495925"/>
            <a:ext cx="133350" cy="133350"/>
          </a:xfrm>
          <a:prstGeom xmlns:a="http://schemas.openxmlformats.org/drawingml/2006/main" prst="ellipse">
            <a:avLst/>
          </a:prstGeom>
          <a:solidFill xmlns:a="http://schemas.openxmlformats.org/drawingml/2006/main">
            <a:srgbClr val="383341"/>
          </a:solidFill>
          <a:ln xmlns:a="http://schemas.openxmlformats.org/drawingml/2006/main" w="0">
            <a:noFill/>
            <a:prstDash val="solid"/>
          </a:ln>
        </p:spPr>
      </p:sp>
      <p:sp>
        <p:nvSpPr>
          <p:cNvPr id="20" name="payment-step-1">
            <a:extLst xmlns:a="http://schemas.openxmlformats.org/drawingml/2006/main">
              <a:ext uri="{FF2B5EF4-FFF2-40B4-BE49-F238E27FC236}">
                <a16:creationId xmlns:a16="http://schemas.microsoft.com/office/drawing/2014/main" id="{F17AC7A1-A3FD-43A9-B930-572966D3B537}"/>
              </a:ext>
            </a:extLst>
          </p:cNvPr>
          <p:cNvSpPr>
            <a:spLocks xmlns:a="http://schemas.openxmlformats.org/drawingml/2006/main" noGrp="1"/>
          </p:cNvSpPr>
          <p:nvPr/>
        </p:nvSpPr>
        <p:spPr>
          <a:xfrm xmlns:a="http://schemas.openxmlformats.org/drawingml/2006/main">
            <a:off x="4876800" y="5781675"/>
            <a:ext cx="2428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AAA5B4"/>
                </a:solidFill>
                <a:latin typeface="Arial"/>
                <a:ea typeface="Arial"/>
                <a:cs typeface="Arial"/>
              </a:defRPr>
            </a:defPPr>
            <a:lvl1pPr algn="l">
              <a:defRPr sz="1125" b="1">
                <a:solidFill>
                  <a:srgbClr val="AAA5B4"/>
                </a:solidFill>
                <a:latin typeface="Arial"/>
                <a:ea typeface="Arial"/>
                <a:cs typeface="Arial"/>
              </a:defRPr>
            </a:lvl1pPr>
            <a:lvl2pPr algn="l">
              <a:defRPr sz="1125" b="1">
                <a:solidFill>
                  <a:srgbClr val="AAA5B4"/>
                </a:solidFill>
                <a:latin typeface="Arial"/>
                <a:ea typeface="Arial"/>
                <a:cs typeface="Arial"/>
              </a:defRPr>
            </a:lvl2pPr>
            <a:lvl3pPr algn="l">
              <a:defRPr sz="1125" b="1">
                <a:solidFill>
                  <a:srgbClr val="AAA5B4"/>
                </a:solidFill>
                <a:latin typeface="Arial"/>
                <a:ea typeface="Arial"/>
                <a:cs typeface="Arial"/>
              </a:defRPr>
            </a:lvl3pPr>
            <a:lvl4pPr algn="l">
              <a:defRPr sz="1125" b="1">
                <a:solidFill>
                  <a:srgbClr val="AAA5B4"/>
                </a:solidFill>
                <a:latin typeface="Arial"/>
                <a:ea typeface="Arial"/>
                <a:cs typeface="Arial"/>
              </a:defRPr>
            </a:lvl4pPr>
            <a:lvl5pPr algn="l">
              <a:defRPr sz="1125" b="1">
                <a:solidFill>
                  <a:srgbClr val="AAA5B4"/>
                </a:solidFill>
                <a:latin typeface="Arial"/>
                <a:ea typeface="Arial"/>
                <a:cs typeface="Arial"/>
              </a:defRPr>
            </a:lvl5pPr>
            <a:lvl6pPr algn="l">
              <a:defRPr sz="1125" b="1">
                <a:solidFill>
                  <a:srgbClr val="AAA5B4"/>
                </a:solidFill>
                <a:latin typeface="Arial"/>
                <a:ea typeface="Arial"/>
                <a:cs typeface="Arial"/>
              </a:defRPr>
            </a:lvl6pPr>
            <a:lvl7pPr algn="l">
              <a:defRPr sz="1125" b="1">
                <a:solidFill>
                  <a:srgbClr val="AAA5B4"/>
                </a:solidFill>
                <a:latin typeface="Arial"/>
                <a:ea typeface="Arial"/>
                <a:cs typeface="Arial"/>
              </a:defRPr>
            </a:lvl7pPr>
            <a:lvl8pPr algn="l">
              <a:defRPr sz="1125" b="1">
                <a:solidFill>
                  <a:srgbClr val="AAA5B4"/>
                </a:solidFill>
                <a:latin typeface="Arial"/>
                <a:ea typeface="Arial"/>
                <a:cs typeface="Arial"/>
              </a:defRPr>
            </a:lvl8pPr>
            <a:lvl9pPr algn="l">
              <a:defRPr sz="1125" b="1">
                <a:solidFill>
                  <a:srgbClr val="AAA5B4"/>
                </a:solidFill>
                <a:latin typeface="Arial"/>
                <a:ea typeface="Arial"/>
                <a:cs typeface="Arial"/>
              </a:defRPr>
            </a:lvl9pPr>
          </a:lstStyle>
          <a:p xmlns:a="http://schemas.openxmlformats.org/drawingml/2006/main">
            <a:pPr algn="l">
              <a:defRPr sz="1125" b="1">
                <a:solidFill>
                  <a:srgbClr val="AAA5B4"/>
                </a:solidFill>
                <a:latin typeface="Arial"/>
                <a:ea typeface="Arial"/>
                <a:cs typeface="Arial"/>
              </a:defRPr>
            </a:pPr>
            <a:r>
              <a:rPr sz="1125" b="1">
                <a:solidFill>
                  <a:srgbClr val="AAA5B4"/>
                </a:solidFill>
                <a:latin typeface="Arial"/>
                <a:ea typeface="Arial"/>
                <a:cs typeface="Arial"/>
              </a:rPr>
              <a:t>CONFIRMED TASK</a:t>
            </a:r>
          </a:p>
        </p:txBody>
      </p:sp>
      <p:sp>
        <p:nvSpPr>
          <p:cNvPr id="21" name="payment-node-2">
            <a:extLst xmlns:a="http://schemas.openxmlformats.org/drawingml/2006/main">
              <a:ext uri="{FF2B5EF4-FFF2-40B4-BE49-F238E27FC236}">
                <a16:creationId xmlns:a16="http://schemas.microsoft.com/office/drawing/2014/main" id="{8635B067-ECBA-40C6-833F-9F2366D53BE8}"/>
              </a:ext>
            </a:extLst>
          </p:cNvPr>
          <p:cNvSpPr>
            <a:spLocks xmlns:a="http://schemas.openxmlformats.org/drawingml/2006/main" noGrp="1"/>
          </p:cNvSpPr>
          <p:nvPr/>
        </p:nvSpPr>
        <p:spPr>
          <a:xfrm xmlns:a="http://schemas.openxmlformats.org/drawingml/2006/main">
            <a:off x="8743950" y="5495925"/>
            <a:ext cx="133350" cy="133350"/>
          </a:xfrm>
          <a:prstGeom xmlns:a="http://schemas.openxmlformats.org/drawingml/2006/main" prst="ellipse">
            <a:avLst/>
          </a:prstGeom>
          <a:solidFill xmlns:a="http://schemas.openxmlformats.org/drawingml/2006/main">
            <a:srgbClr val="C6AEFF"/>
          </a:solidFill>
          <a:ln xmlns:a="http://schemas.openxmlformats.org/drawingml/2006/main" w="0">
            <a:noFill/>
            <a:prstDash val="solid"/>
          </a:ln>
        </p:spPr>
      </p:sp>
      <p:sp>
        <p:nvSpPr>
          <p:cNvPr id="22" name="payment-step-2">
            <a:extLst xmlns:a="http://schemas.openxmlformats.org/drawingml/2006/main">
              <a:ext uri="{FF2B5EF4-FFF2-40B4-BE49-F238E27FC236}">
                <a16:creationId xmlns:a16="http://schemas.microsoft.com/office/drawing/2014/main" id="{33CDE533-46FC-4ECC-B606-5639C8839166}"/>
              </a:ext>
            </a:extLst>
          </p:cNvPr>
          <p:cNvSpPr>
            <a:spLocks xmlns:a="http://schemas.openxmlformats.org/drawingml/2006/main" noGrp="1"/>
          </p:cNvSpPr>
          <p:nvPr/>
        </p:nvSpPr>
        <p:spPr>
          <a:xfrm xmlns:a="http://schemas.openxmlformats.org/drawingml/2006/main">
            <a:off x="8743950" y="5781675"/>
            <a:ext cx="2428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6AEFF"/>
                </a:solidFill>
                <a:latin typeface="Arial"/>
                <a:ea typeface="Arial"/>
                <a:cs typeface="Arial"/>
              </a:defRPr>
            </a:defPPr>
            <a:lvl1pPr algn="l">
              <a:defRPr sz="1125" b="1">
                <a:solidFill>
                  <a:srgbClr val="C6AEFF"/>
                </a:solidFill>
                <a:latin typeface="Arial"/>
                <a:ea typeface="Arial"/>
                <a:cs typeface="Arial"/>
              </a:defRPr>
            </a:lvl1pPr>
            <a:lvl2pPr algn="l">
              <a:defRPr sz="1125" b="1">
                <a:solidFill>
                  <a:srgbClr val="C6AEFF"/>
                </a:solidFill>
                <a:latin typeface="Arial"/>
                <a:ea typeface="Arial"/>
                <a:cs typeface="Arial"/>
              </a:defRPr>
            </a:lvl2pPr>
            <a:lvl3pPr algn="l">
              <a:defRPr sz="1125" b="1">
                <a:solidFill>
                  <a:srgbClr val="C6AEFF"/>
                </a:solidFill>
                <a:latin typeface="Arial"/>
                <a:ea typeface="Arial"/>
                <a:cs typeface="Arial"/>
              </a:defRPr>
            </a:lvl3pPr>
            <a:lvl4pPr algn="l">
              <a:defRPr sz="1125" b="1">
                <a:solidFill>
                  <a:srgbClr val="C6AEFF"/>
                </a:solidFill>
                <a:latin typeface="Arial"/>
                <a:ea typeface="Arial"/>
                <a:cs typeface="Arial"/>
              </a:defRPr>
            </a:lvl4pPr>
            <a:lvl5pPr algn="l">
              <a:defRPr sz="1125" b="1">
                <a:solidFill>
                  <a:srgbClr val="C6AEFF"/>
                </a:solidFill>
                <a:latin typeface="Arial"/>
                <a:ea typeface="Arial"/>
                <a:cs typeface="Arial"/>
              </a:defRPr>
            </a:lvl5pPr>
            <a:lvl6pPr algn="l">
              <a:defRPr sz="1125" b="1">
                <a:solidFill>
                  <a:srgbClr val="C6AEFF"/>
                </a:solidFill>
                <a:latin typeface="Arial"/>
                <a:ea typeface="Arial"/>
                <a:cs typeface="Arial"/>
              </a:defRPr>
            </a:lvl6pPr>
            <a:lvl7pPr algn="l">
              <a:defRPr sz="1125" b="1">
                <a:solidFill>
                  <a:srgbClr val="C6AEFF"/>
                </a:solidFill>
                <a:latin typeface="Arial"/>
                <a:ea typeface="Arial"/>
                <a:cs typeface="Arial"/>
              </a:defRPr>
            </a:lvl7pPr>
            <a:lvl8pPr algn="l">
              <a:defRPr sz="1125" b="1">
                <a:solidFill>
                  <a:srgbClr val="C6AEFF"/>
                </a:solidFill>
                <a:latin typeface="Arial"/>
                <a:ea typeface="Arial"/>
                <a:cs typeface="Arial"/>
              </a:defRPr>
            </a:lvl8pPr>
            <a:lvl9pPr algn="l">
              <a:defRPr sz="1125" b="1">
                <a:solidFill>
                  <a:srgbClr val="C6AEFF"/>
                </a:solidFill>
                <a:latin typeface="Arial"/>
                <a:ea typeface="Arial"/>
                <a:cs typeface="Arial"/>
              </a:defRPr>
            </a:lvl9pPr>
          </a:lstStyle>
          <a:p xmlns:a="http://schemas.openxmlformats.org/drawingml/2006/main">
            <a:pPr algn="l">
              <a:defRPr sz="1125" b="1">
                <a:solidFill>
                  <a:srgbClr val="C6AEFF"/>
                </a:solidFill>
                <a:latin typeface="Arial"/>
                <a:ea typeface="Arial"/>
                <a:cs typeface="Arial"/>
              </a:defRPr>
            </a:pPr>
            <a:r>
              <a:rPr sz="1125" b="1">
                <a:solidFill>
                  <a:srgbClr val="C6AEFF"/>
                </a:solidFill>
                <a:latin typeface="Arial"/>
                <a:ea typeface="Arial"/>
                <a:cs typeface="Arial"/>
              </a:rPr>
              <a:t>ASSIGNED WORKER</a:t>
            </a:r>
          </a:p>
        </p:txBody>
      </p:sp>
    </p:spTree>
    <p:extLst>
      <p:ext uri="{BB962C8B-B14F-4D97-AF65-F5344CB8AC3E}">
        <p14:creationId xmlns:p14="http://schemas.microsoft.com/office/powerpoint/2010/main" val="1962584373"/>
      </p:ext>
    </p:extLst>
  </p:cSld>
</p:sld>
</file>

<file path=ppt/slides/slide6.xml><?xml version="1.0" encoding="utf-8"?>
<p:sld xmlns:p="http://schemas.openxmlformats.org/presentationml/2006/main">
  <p:cSld>
    <p:bg>
      <p:bgPr>
        <a:solidFill xmlns:a="http://schemas.openxmlformats.org/drawingml/2006/main">
          <a:srgbClr val="F2EFF7"/>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89E8BFD0-9749-43F5-97BC-8CABF2369D1F}"/>
              </a:ext>
            </a:extLst>
          </p:cNvPr>
          <p:cNvPicPr>
            <a:picLocks xmlns:a="http://schemas.openxmlformats.org/drawingml/2006/main" noChangeAspect="1"/>
          </p:cNvPicPr>
          <p:nvPr/>
        </p:nvPicPr>
        <p:blipFill>
          <a:blip xmlns:r="http://schemas.openxmlformats.org/officeDocument/2006/relationships" xmlns:a="http://schemas.openxmlformats.org/drawingml/2006/main" r:embed="Re9e7186b17f0427e"/>
          <a:stretch xmlns:a="http://schemas.openxmlformats.org/drawingml/2006/main"/>
        </p:blipFill>
        <p:spPr>
          <a:xfrm xmlns:a="http://schemas.openxmlformats.org/drawingml/2006/main">
            <a:off x="685800" y="361950"/>
            <a:ext cx="285750" cy="285750"/>
          </a:xfrm>
          <a:prstGeom xmlns:a="http://schemas.openxmlformats.org/drawingml/2006/main" prst="rect">
            <a:avLst/>
          </a:prstGeom>
        </p:spPr>
      </p:pic>
      <p:sp>
        <p:nvSpPr>
          <p:cNvPr id="2" name="project-name">
            <a:extLst xmlns:a="http://schemas.openxmlformats.org/drawingml/2006/main">
              <a:ext uri="{FF2B5EF4-FFF2-40B4-BE49-F238E27FC236}">
                <a16:creationId xmlns:a16="http://schemas.microsoft.com/office/drawing/2014/main" id="{58D7DB44-D2AE-481A-AEFE-38CE5AF71A59}"/>
              </a:ext>
            </a:extLst>
          </p:cNvPr>
          <p:cNvSpPr>
            <a:spLocks xmlns:a="http://schemas.openxmlformats.org/drawingml/2006/main" noGrp="1"/>
          </p:cNvSpPr>
          <p:nvPr/>
        </p:nvSpPr>
        <p:spPr>
          <a:xfrm xmlns:a="http://schemas.openxmlformats.org/drawingml/2006/main">
            <a:off x="1085850" y="3714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11016"/>
                </a:solidFill>
                <a:latin typeface="Arial"/>
                <a:ea typeface="Arial"/>
                <a:cs typeface="Arial"/>
              </a:defRPr>
            </a:defPPr>
            <a:lvl1pPr algn="l">
              <a:defRPr sz="1125" b="1">
                <a:solidFill>
                  <a:srgbClr val="111016"/>
                </a:solidFill>
                <a:latin typeface="Arial"/>
                <a:ea typeface="Arial"/>
                <a:cs typeface="Arial"/>
              </a:defRPr>
            </a:lvl1pPr>
            <a:lvl2pPr algn="l">
              <a:defRPr sz="1125" b="1">
                <a:solidFill>
                  <a:srgbClr val="111016"/>
                </a:solidFill>
                <a:latin typeface="Arial"/>
                <a:ea typeface="Arial"/>
                <a:cs typeface="Arial"/>
              </a:defRPr>
            </a:lvl2pPr>
            <a:lvl3pPr algn="l">
              <a:defRPr sz="1125" b="1">
                <a:solidFill>
                  <a:srgbClr val="111016"/>
                </a:solidFill>
                <a:latin typeface="Arial"/>
                <a:ea typeface="Arial"/>
                <a:cs typeface="Arial"/>
              </a:defRPr>
            </a:lvl3pPr>
            <a:lvl4pPr algn="l">
              <a:defRPr sz="1125" b="1">
                <a:solidFill>
                  <a:srgbClr val="111016"/>
                </a:solidFill>
                <a:latin typeface="Arial"/>
                <a:ea typeface="Arial"/>
                <a:cs typeface="Arial"/>
              </a:defRPr>
            </a:lvl4pPr>
            <a:lvl5pPr algn="l">
              <a:defRPr sz="1125" b="1">
                <a:solidFill>
                  <a:srgbClr val="111016"/>
                </a:solidFill>
                <a:latin typeface="Arial"/>
                <a:ea typeface="Arial"/>
                <a:cs typeface="Arial"/>
              </a:defRPr>
            </a:lvl5pPr>
            <a:lvl6pPr algn="l">
              <a:defRPr sz="1125" b="1">
                <a:solidFill>
                  <a:srgbClr val="111016"/>
                </a:solidFill>
                <a:latin typeface="Arial"/>
                <a:ea typeface="Arial"/>
                <a:cs typeface="Arial"/>
              </a:defRPr>
            </a:lvl6pPr>
            <a:lvl7pPr algn="l">
              <a:defRPr sz="1125" b="1">
                <a:solidFill>
                  <a:srgbClr val="111016"/>
                </a:solidFill>
                <a:latin typeface="Arial"/>
                <a:ea typeface="Arial"/>
                <a:cs typeface="Arial"/>
              </a:defRPr>
            </a:lvl7pPr>
            <a:lvl8pPr algn="l">
              <a:defRPr sz="1125" b="1">
                <a:solidFill>
                  <a:srgbClr val="111016"/>
                </a:solidFill>
                <a:latin typeface="Arial"/>
                <a:ea typeface="Arial"/>
                <a:cs typeface="Arial"/>
              </a:defRPr>
            </a:lvl8pPr>
            <a:lvl9pPr algn="l">
              <a:defRPr sz="1125" b="1">
                <a:solidFill>
                  <a:srgbClr val="111016"/>
                </a:solidFill>
                <a:latin typeface="Arial"/>
                <a:ea typeface="Arial"/>
                <a:cs typeface="Arial"/>
              </a:defRPr>
            </a:lvl9pPr>
          </a:lstStyle>
          <a:p xmlns:a="http://schemas.openxmlformats.org/drawingml/2006/main">
            <a:pPr algn="l">
              <a:defRPr sz="1125" b="1">
                <a:solidFill>
                  <a:srgbClr val="111016"/>
                </a:solidFill>
                <a:latin typeface="Arial"/>
                <a:ea typeface="Arial"/>
                <a:cs typeface="Arial"/>
              </a:defRPr>
            </a:pPr>
            <a:r>
              <a:rPr sz="1125" b="1">
                <a:solidFill>
                  <a:srgbClr val="111016"/>
                </a:solidFill>
                <a:latin typeface="Arial"/>
                <a:ea typeface="Arial"/>
                <a:cs typeface="Arial"/>
              </a:rPr>
              <a:t>APERTURE</a:t>
            </a:r>
          </a:p>
        </p:txBody>
      </p:sp>
      <p:sp>
        <p:nvSpPr>
          <p:cNvPr id="3" name="section-name">
            <a:extLst xmlns:a="http://schemas.openxmlformats.org/drawingml/2006/main">
              <a:ext uri="{FF2B5EF4-FFF2-40B4-BE49-F238E27FC236}">
                <a16:creationId xmlns:a16="http://schemas.microsoft.com/office/drawing/2014/main" id="{C8A36B21-3FE8-41C6-88D6-A9BDB597CF9A}"/>
              </a:ext>
            </a:extLst>
          </p:cNvPr>
          <p:cNvSpPr>
            <a:spLocks xmlns:a="http://schemas.openxmlformats.org/drawingml/2006/main" noGrp="1"/>
          </p:cNvSpPr>
          <p:nvPr/>
        </p:nvSpPr>
        <p:spPr>
          <a:xfrm xmlns:a="http://schemas.openxmlformats.org/drawingml/2006/main">
            <a:off x="8572500" y="37147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E5967"/>
                </a:solidFill>
                <a:latin typeface="Arial"/>
                <a:ea typeface="Arial"/>
                <a:cs typeface="Arial"/>
              </a:defRPr>
            </a:defPPr>
            <a:lvl1pPr algn="r">
              <a:defRPr sz="975" b="1">
                <a:solidFill>
                  <a:srgbClr val="5E5967"/>
                </a:solidFill>
                <a:latin typeface="Arial"/>
                <a:ea typeface="Arial"/>
                <a:cs typeface="Arial"/>
              </a:defRPr>
            </a:lvl1pPr>
            <a:lvl2pPr algn="r">
              <a:defRPr sz="975" b="1">
                <a:solidFill>
                  <a:srgbClr val="5E5967"/>
                </a:solidFill>
                <a:latin typeface="Arial"/>
                <a:ea typeface="Arial"/>
                <a:cs typeface="Arial"/>
              </a:defRPr>
            </a:lvl2pPr>
            <a:lvl3pPr algn="r">
              <a:defRPr sz="975" b="1">
                <a:solidFill>
                  <a:srgbClr val="5E5967"/>
                </a:solidFill>
                <a:latin typeface="Arial"/>
                <a:ea typeface="Arial"/>
                <a:cs typeface="Arial"/>
              </a:defRPr>
            </a:lvl3pPr>
            <a:lvl4pPr algn="r">
              <a:defRPr sz="975" b="1">
                <a:solidFill>
                  <a:srgbClr val="5E5967"/>
                </a:solidFill>
                <a:latin typeface="Arial"/>
                <a:ea typeface="Arial"/>
                <a:cs typeface="Arial"/>
              </a:defRPr>
            </a:lvl4pPr>
            <a:lvl5pPr algn="r">
              <a:defRPr sz="975" b="1">
                <a:solidFill>
                  <a:srgbClr val="5E5967"/>
                </a:solidFill>
                <a:latin typeface="Arial"/>
                <a:ea typeface="Arial"/>
                <a:cs typeface="Arial"/>
              </a:defRPr>
            </a:lvl5pPr>
            <a:lvl6pPr algn="r">
              <a:defRPr sz="975" b="1">
                <a:solidFill>
                  <a:srgbClr val="5E5967"/>
                </a:solidFill>
                <a:latin typeface="Arial"/>
                <a:ea typeface="Arial"/>
                <a:cs typeface="Arial"/>
              </a:defRPr>
            </a:lvl6pPr>
            <a:lvl7pPr algn="r">
              <a:defRPr sz="975" b="1">
                <a:solidFill>
                  <a:srgbClr val="5E5967"/>
                </a:solidFill>
                <a:latin typeface="Arial"/>
                <a:ea typeface="Arial"/>
                <a:cs typeface="Arial"/>
              </a:defRPr>
            </a:lvl7pPr>
            <a:lvl8pPr algn="r">
              <a:defRPr sz="975" b="1">
                <a:solidFill>
                  <a:srgbClr val="5E5967"/>
                </a:solidFill>
                <a:latin typeface="Arial"/>
                <a:ea typeface="Arial"/>
                <a:cs typeface="Arial"/>
              </a:defRPr>
            </a:lvl8pPr>
            <a:lvl9pPr algn="r">
              <a:defRPr sz="975" b="1">
                <a:solidFill>
                  <a:srgbClr val="5E5967"/>
                </a:solidFill>
                <a:latin typeface="Arial"/>
                <a:ea typeface="Arial"/>
                <a:cs typeface="Arial"/>
              </a:defRPr>
            </a:lvl9pPr>
          </a:lstStyle>
          <a:p xmlns:a="http://schemas.openxmlformats.org/drawingml/2006/main">
            <a:pPr algn="r">
              <a:defRPr sz="975" b="1">
                <a:solidFill>
                  <a:srgbClr val="5E5967"/>
                </a:solidFill>
                <a:latin typeface="Arial"/>
                <a:ea typeface="Arial"/>
                <a:cs typeface="Arial"/>
              </a:defRPr>
            </a:pPr>
            <a:r>
              <a:rPr sz="975" b="1">
                <a:solidFill>
                  <a:srgbClr val="5E5967"/>
                </a:solidFill>
                <a:latin typeface="Arial"/>
                <a:ea typeface="Arial"/>
                <a:cs typeface="Arial"/>
              </a:rPr>
              <a:t>MVP EVIDENCE</a:t>
            </a:r>
          </a:p>
        </p:txBody>
      </p:sp>
      <p:sp>
        <p:nvSpPr>
          <p:cNvPr id="4" name="header-rule">
            <a:extLst xmlns:a="http://schemas.openxmlformats.org/drawingml/2006/main">
              <a:ext uri="{FF2B5EF4-FFF2-40B4-BE49-F238E27FC236}">
                <a16:creationId xmlns:a16="http://schemas.microsoft.com/office/drawing/2014/main" id="{264BDBFA-BD06-44E7-9F1E-D5C2EDD60FD1}"/>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5D0DE"/>
            </a:solidFill>
            <a:prstDash val="solid"/>
          </a:ln>
        </p:spPr>
      </p:sp>
      <p:sp>
        <p:nvSpPr>
          <p:cNvPr id="5" name="page-number">
            <a:extLst xmlns:a="http://schemas.openxmlformats.org/drawingml/2006/main">
              <a:ext uri="{FF2B5EF4-FFF2-40B4-BE49-F238E27FC236}">
                <a16:creationId xmlns:a16="http://schemas.microsoft.com/office/drawing/2014/main" id="{279C6C37-B368-49DA-B8B4-C0D0A6299B13}"/>
              </a:ext>
            </a:extLst>
          </p:cNvPr>
          <p:cNvSpPr>
            <a:spLocks xmlns:a="http://schemas.openxmlformats.org/drawingml/2006/main" noGrp="1"/>
          </p:cNvSpPr>
          <p:nvPr/>
        </p:nvSpPr>
        <p:spPr>
          <a:xfrm xmlns:a="http://schemas.openxmlformats.org/drawingml/2006/main">
            <a:off x="10525125" y="6572250"/>
            <a:ext cx="981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E5967"/>
                </a:solidFill>
                <a:latin typeface="Arial"/>
                <a:ea typeface="Arial"/>
                <a:cs typeface="Arial"/>
              </a:defRPr>
            </a:defPPr>
            <a:lvl1pPr algn="r">
              <a:defRPr sz="900" b="0">
                <a:solidFill>
                  <a:srgbClr val="5E5967"/>
                </a:solidFill>
                <a:latin typeface="Arial"/>
                <a:ea typeface="Arial"/>
                <a:cs typeface="Arial"/>
              </a:defRPr>
            </a:lvl1pPr>
            <a:lvl2pPr algn="r">
              <a:defRPr sz="900" b="0">
                <a:solidFill>
                  <a:srgbClr val="5E5967"/>
                </a:solidFill>
                <a:latin typeface="Arial"/>
                <a:ea typeface="Arial"/>
                <a:cs typeface="Arial"/>
              </a:defRPr>
            </a:lvl2pPr>
            <a:lvl3pPr algn="r">
              <a:defRPr sz="900" b="0">
                <a:solidFill>
                  <a:srgbClr val="5E5967"/>
                </a:solidFill>
                <a:latin typeface="Arial"/>
                <a:ea typeface="Arial"/>
                <a:cs typeface="Arial"/>
              </a:defRPr>
            </a:lvl3pPr>
            <a:lvl4pPr algn="r">
              <a:defRPr sz="900" b="0">
                <a:solidFill>
                  <a:srgbClr val="5E5967"/>
                </a:solidFill>
                <a:latin typeface="Arial"/>
                <a:ea typeface="Arial"/>
                <a:cs typeface="Arial"/>
              </a:defRPr>
            </a:lvl4pPr>
            <a:lvl5pPr algn="r">
              <a:defRPr sz="900" b="0">
                <a:solidFill>
                  <a:srgbClr val="5E5967"/>
                </a:solidFill>
                <a:latin typeface="Arial"/>
                <a:ea typeface="Arial"/>
                <a:cs typeface="Arial"/>
              </a:defRPr>
            </a:lvl5pPr>
            <a:lvl6pPr algn="r">
              <a:defRPr sz="900" b="0">
                <a:solidFill>
                  <a:srgbClr val="5E5967"/>
                </a:solidFill>
                <a:latin typeface="Arial"/>
                <a:ea typeface="Arial"/>
                <a:cs typeface="Arial"/>
              </a:defRPr>
            </a:lvl6pPr>
            <a:lvl7pPr algn="r">
              <a:defRPr sz="900" b="0">
                <a:solidFill>
                  <a:srgbClr val="5E5967"/>
                </a:solidFill>
                <a:latin typeface="Arial"/>
                <a:ea typeface="Arial"/>
                <a:cs typeface="Arial"/>
              </a:defRPr>
            </a:lvl7pPr>
            <a:lvl8pPr algn="r">
              <a:defRPr sz="900" b="0">
                <a:solidFill>
                  <a:srgbClr val="5E5967"/>
                </a:solidFill>
                <a:latin typeface="Arial"/>
                <a:ea typeface="Arial"/>
                <a:cs typeface="Arial"/>
              </a:defRPr>
            </a:lvl8pPr>
            <a:lvl9pPr algn="r">
              <a:defRPr sz="900" b="0">
                <a:solidFill>
                  <a:srgbClr val="5E5967"/>
                </a:solidFill>
                <a:latin typeface="Arial"/>
                <a:ea typeface="Arial"/>
                <a:cs typeface="Arial"/>
              </a:defRPr>
            </a:lvl9pPr>
          </a:lstStyle>
          <a:p xmlns:a="http://schemas.openxmlformats.org/drawingml/2006/main">
            <a:pPr algn="r">
              <a:defRPr sz="900" b="0">
                <a:solidFill>
                  <a:srgbClr val="5E5967"/>
                </a:solidFill>
                <a:latin typeface="Arial"/>
                <a:ea typeface="Arial"/>
                <a:cs typeface="Arial"/>
              </a:defRPr>
            </a:pPr>
            <a:r>
              <a:rPr sz="900" b="0">
                <a:solidFill>
                  <a:srgbClr val="5E5967"/>
                </a:solidFill>
                <a:latin typeface="Arial"/>
                <a:ea typeface="Arial"/>
                <a:cs typeface="Arial"/>
              </a:rPr>
              <a:t>06 / 07</a:t>
            </a:r>
          </a:p>
        </p:txBody>
      </p:sp>
      <p:sp>
        <p:nvSpPr>
          <p:cNvPr id="6" name="slide-title">
            <a:extLst xmlns:a="http://schemas.openxmlformats.org/drawingml/2006/main">
              <a:ext uri="{FF2B5EF4-FFF2-40B4-BE49-F238E27FC236}">
                <a16:creationId xmlns:a16="http://schemas.microsoft.com/office/drawing/2014/main" id="{8B0024EB-02C3-479F-9F33-792B73EF94B1}"/>
              </a:ext>
            </a:extLst>
          </p:cNvPr>
          <p:cNvSpPr>
            <a:spLocks xmlns:a="http://schemas.openxmlformats.org/drawingml/2006/main" noGrp="1"/>
          </p:cNvSpPr>
          <p:nvPr/>
        </p:nvSpPr>
        <p:spPr>
          <a:xfrm xmlns:a="http://schemas.openxmlformats.org/drawingml/2006/main">
            <a:off x="685800" y="10096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125" b="1">
                <a:solidFill>
                  <a:srgbClr val="111016"/>
                </a:solidFill>
                <a:latin typeface="Arial"/>
                <a:ea typeface="Arial"/>
                <a:cs typeface="Arial"/>
              </a:defRPr>
            </a:defPPr>
            <a:lvl1pPr algn="l">
              <a:defRPr sz="4125" b="1">
                <a:solidFill>
                  <a:srgbClr val="111016"/>
                </a:solidFill>
                <a:latin typeface="Arial"/>
                <a:ea typeface="Arial"/>
                <a:cs typeface="Arial"/>
              </a:defRPr>
            </a:lvl1pPr>
            <a:lvl2pPr algn="l">
              <a:defRPr sz="4125" b="1">
                <a:solidFill>
                  <a:srgbClr val="111016"/>
                </a:solidFill>
                <a:latin typeface="Arial"/>
                <a:ea typeface="Arial"/>
                <a:cs typeface="Arial"/>
              </a:defRPr>
            </a:lvl2pPr>
            <a:lvl3pPr algn="l">
              <a:defRPr sz="4125" b="1">
                <a:solidFill>
                  <a:srgbClr val="111016"/>
                </a:solidFill>
                <a:latin typeface="Arial"/>
                <a:ea typeface="Arial"/>
                <a:cs typeface="Arial"/>
              </a:defRPr>
            </a:lvl3pPr>
            <a:lvl4pPr algn="l">
              <a:defRPr sz="4125" b="1">
                <a:solidFill>
                  <a:srgbClr val="111016"/>
                </a:solidFill>
                <a:latin typeface="Arial"/>
                <a:ea typeface="Arial"/>
                <a:cs typeface="Arial"/>
              </a:defRPr>
            </a:lvl4pPr>
            <a:lvl5pPr algn="l">
              <a:defRPr sz="4125" b="1">
                <a:solidFill>
                  <a:srgbClr val="111016"/>
                </a:solidFill>
                <a:latin typeface="Arial"/>
                <a:ea typeface="Arial"/>
                <a:cs typeface="Arial"/>
              </a:defRPr>
            </a:lvl5pPr>
            <a:lvl6pPr algn="l">
              <a:defRPr sz="4125" b="1">
                <a:solidFill>
                  <a:srgbClr val="111016"/>
                </a:solidFill>
                <a:latin typeface="Arial"/>
                <a:ea typeface="Arial"/>
                <a:cs typeface="Arial"/>
              </a:defRPr>
            </a:lvl6pPr>
            <a:lvl7pPr algn="l">
              <a:defRPr sz="4125" b="1">
                <a:solidFill>
                  <a:srgbClr val="111016"/>
                </a:solidFill>
                <a:latin typeface="Arial"/>
                <a:ea typeface="Arial"/>
                <a:cs typeface="Arial"/>
              </a:defRPr>
            </a:lvl7pPr>
            <a:lvl8pPr algn="l">
              <a:defRPr sz="4125" b="1">
                <a:solidFill>
                  <a:srgbClr val="111016"/>
                </a:solidFill>
                <a:latin typeface="Arial"/>
                <a:ea typeface="Arial"/>
                <a:cs typeface="Arial"/>
              </a:defRPr>
            </a:lvl8pPr>
            <a:lvl9pPr algn="l">
              <a:defRPr sz="4125" b="1">
                <a:solidFill>
                  <a:srgbClr val="111016"/>
                </a:solidFill>
                <a:latin typeface="Arial"/>
                <a:ea typeface="Arial"/>
                <a:cs typeface="Arial"/>
              </a:defRPr>
            </a:lvl9pPr>
          </a:lstStyle>
          <a:p xmlns:a="http://schemas.openxmlformats.org/drawingml/2006/main">
            <a:pPr algn="l">
              <a:defRPr sz="4125" b="1">
                <a:solidFill>
                  <a:srgbClr val="111016"/>
                </a:solidFill>
                <a:latin typeface="Arial"/>
                <a:ea typeface="Arial"/>
                <a:cs typeface="Arial"/>
              </a:defRPr>
            </a:pPr>
            <a:r>
              <a:rPr sz="4125" b="1">
                <a:solidFill>
                  <a:srgbClr val="111016"/>
                </a:solidFill>
                <a:latin typeface="Arial"/>
                <a:ea typeface="Arial"/>
                <a:cs typeface="Arial"/>
              </a:rPr>
              <a:t>Workflow recovery, measured</a:t>
            </a:r>
          </a:p>
        </p:txBody>
      </p:sp>
      <p:sp>
        <p:nvSpPr>
          <p:cNvPr id="7" name="slide-deck">
            <a:extLst xmlns:a="http://schemas.openxmlformats.org/drawingml/2006/main">
              <a:ext uri="{FF2B5EF4-FFF2-40B4-BE49-F238E27FC236}">
                <a16:creationId xmlns:a16="http://schemas.microsoft.com/office/drawing/2014/main" id="{26D648DC-F3C9-47CC-921E-5EEACCFFF63A}"/>
              </a:ext>
            </a:extLst>
          </p:cNvPr>
          <p:cNvSpPr>
            <a:spLocks xmlns:a="http://schemas.openxmlformats.org/drawingml/2006/main" noGrp="1"/>
          </p:cNvSpPr>
          <p:nvPr/>
        </p:nvSpPr>
        <p:spPr>
          <a:xfrm xmlns:a="http://schemas.openxmlformats.org/drawingml/2006/main">
            <a:off x="704850" y="17907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5E5967"/>
                </a:solidFill>
                <a:latin typeface="Arial"/>
                <a:ea typeface="Arial"/>
                <a:cs typeface="Arial"/>
              </a:defRPr>
            </a:defPPr>
            <a:lvl1pPr algn="l">
              <a:defRPr sz="1725" b="0">
                <a:solidFill>
                  <a:srgbClr val="5E5967"/>
                </a:solidFill>
                <a:latin typeface="Arial"/>
                <a:ea typeface="Arial"/>
                <a:cs typeface="Arial"/>
              </a:defRPr>
            </a:lvl1pPr>
            <a:lvl2pPr algn="l">
              <a:defRPr sz="1725" b="0">
                <a:solidFill>
                  <a:srgbClr val="5E5967"/>
                </a:solidFill>
                <a:latin typeface="Arial"/>
                <a:ea typeface="Arial"/>
                <a:cs typeface="Arial"/>
              </a:defRPr>
            </a:lvl2pPr>
            <a:lvl3pPr algn="l">
              <a:defRPr sz="1725" b="0">
                <a:solidFill>
                  <a:srgbClr val="5E5967"/>
                </a:solidFill>
                <a:latin typeface="Arial"/>
                <a:ea typeface="Arial"/>
                <a:cs typeface="Arial"/>
              </a:defRPr>
            </a:lvl3pPr>
            <a:lvl4pPr algn="l">
              <a:defRPr sz="1725" b="0">
                <a:solidFill>
                  <a:srgbClr val="5E5967"/>
                </a:solidFill>
                <a:latin typeface="Arial"/>
                <a:ea typeface="Arial"/>
                <a:cs typeface="Arial"/>
              </a:defRPr>
            </a:lvl4pPr>
            <a:lvl5pPr algn="l">
              <a:defRPr sz="1725" b="0">
                <a:solidFill>
                  <a:srgbClr val="5E5967"/>
                </a:solidFill>
                <a:latin typeface="Arial"/>
                <a:ea typeface="Arial"/>
                <a:cs typeface="Arial"/>
              </a:defRPr>
            </a:lvl5pPr>
            <a:lvl6pPr algn="l">
              <a:defRPr sz="1725" b="0">
                <a:solidFill>
                  <a:srgbClr val="5E5967"/>
                </a:solidFill>
                <a:latin typeface="Arial"/>
                <a:ea typeface="Arial"/>
                <a:cs typeface="Arial"/>
              </a:defRPr>
            </a:lvl6pPr>
            <a:lvl7pPr algn="l">
              <a:defRPr sz="1725" b="0">
                <a:solidFill>
                  <a:srgbClr val="5E5967"/>
                </a:solidFill>
                <a:latin typeface="Arial"/>
                <a:ea typeface="Arial"/>
                <a:cs typeface="Arial"/>
              </a:defRPr>
            </a:lvl7pPr>
            <a:lvl8pPr algn="l">
              <a:defRPr sz="1725" b="0">
                <a:solidFill>
                  <a:srgbClr val="5E5967"/>
                </a:solidFill>
                <a:latin typeface="Arial"/>
                <a:ea typeface="Arial"/>
                <a:cs typeface="Arial"/>
              </a:defRPr>
            </a:lvl8pPr>
            <a:lvl9pPr algn="l">
              <a:defRPr sz="1725" b="0">
                <a:solidFill>
                  <a:srgbClr val="5E5967"/>
                </a:solidFill>
                <a:latin typeface="Arial"/>
                <a:ea typeface="Arial"/>
                <a:cs typeface="Arial"/>
              </a:defRPr>
            </a:lvl9pPr>
          </a:lstStyle>
          <a:p xmlns:a="http://schemas.openxmlformats.org/drawingml/2006/main">
            <a:pPr algn="l">
              <a:defRPr sz="1725" b="0">
                <a:solidFill>
                  <a:srgbClr val="5E5967"/>
                </a:solidFill>
                <a:latin typeface="Arial"/>
                <a:ea typeface="Arial"/>
                <a:cs typeface="Arial"/>
              </a:defRPr>
            </a:pPr>
            <a:r>
              <a:rPr sz="1725" b="0">
                <a:solidFill>
                  <a:srgbClr val="5E5967"/>
                </a:solidFill>
                <a:latin typeface="Arial"/>
                <a:ea typeface="Arial"/>
                <a:cs typeface="Arial"/>
              </a:rPr>
              <a:t>One local run on synthetic CSV data, interrupted and resumed.</a:t>
            </a:r>
          </a:p>
        </p:txBody>
      </p:sp>
      <p:sp>
        <p:nvSpPr>
          <p:cNvPr id="8" name="evidence-rule">
            <a:extLst xmlns:a="http://schemas.openxmlformats.org/drawingml/2006/main">
              <a:ext uri="{FF2B5EF4-FFF2-40B4-BE49-F238E27FC236}">
                <a16:creationId xmlns:a16="http://schemas.microsoft.com/office/drawing/2014/main" id="{4D6FFADF-8051-4908-93DE-82A664953DCA}"/>
              </a:ext>
            </a:extLst>
          </p:cNvPr>
          <p:cNvSpPr>
            <a:spLocks xmlns:a="http://schemas.openxmlformats.org/drawingml/2006/main" noGrp="1"/>
          </p:cNvSpPr>
          <p:nvPr/>
        </p:nvSpPr>
        <p:spPr>
          <a:xfrm xmlns:a="http://schemas.openxmlformats.org/drawingml/2006/main">
            <a:off x="771525" y="3143250"/>
            <a:ext cx="10506075" cy="0"/>
          </a:xfrm>
          <a:prstGeom xmlns:a="http://schemas.openxmlformats.org/drawingml/2006/main" prst="line">
            <a:avLst/>
          </a:prstGeom>
          <a:noFill xmlns:a="http://schemas.openxmlformats.org/drawingml/2006/main"/>
          <a:ln xmlns:a="http://schemas.openxmlformats.org/drawingml/2006/main" w="14288">
            <a:solidFill>
              <a:srgbClr val="CFC9D8"/>
            </a:solidFill>
            <a:prstDash val="solid"/>
          </a:ln>
        </p:spPr>
      </p:sp>
      <p:sp>
        <p:nvSpPr>
          <p:cNvPr id="9" name="evidence-node-0">
            <a:extLst xmlns:a="http://schemas.openxmlformats.org/drawingml/2006/main">
              <a:ext uri="{FF2B5EF4-FFF2-40B4-BE49-F238E27FC236}">
                <a16:creationId xmlns:a16="http://schemas.microsoft.com/office/drawing/2014/main" id="{B32D87F3-58B3-4FCD-B3A7-31AC950A58A3}"/>
              </a:ext>
            </a:extLst>
          </p:cNvPr>
          <p:cNvSpPr>
            <a:spLocks xmlns:a="http://schemas.openxmlformats.org/drawingml/2006/main" noGrp="1"/>
          </p:cNvSpPr>
          <p:nvPr/>
        </p:nvSpPr>
        <p:spPr>
          <a:xfrm xmlns:a="http://schemas.openxmlformats.org/drawingml/2006/main">
            <a:off x="742950" y="3076575"/>
            <a:ext cx="133350" cy="1333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0" name="metric-number-0">
            <a:extLst xmlns:a="http://schemas.openxmlformats.org/drawingml/2006/main">
              <a:ext uri="{FF2B5EF4-FFF2-40B4-BE49-F238E27FC236}">
                <a16:creationId xmlns:a16="http://schemas.microsoft.com/office/drawing/2014/main" id="{DE5BC496-A26E-45B8-AFB6-58E64227DF27}"/>
              </a:ext>
            </a:extLst>
          </p:cNvPr>
          <p:cNvSpPr>
            <a:spLocks xmlns:a="http://schemas.openxmlformats.org/drawingml/2006/main" noGrp="1"/>
          </p:cNvSpPr>
          <p:nvPr/>
        </p:nvSpPr>
        <p:spPr>
          <a:xfrm xmlns:a="http://schemas.openxmlformats.org/drawingml/2006/main">
            <a:off x="742950" y="3524250"/>
            <a:ext cx="238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950" b="1">
                <a:solidFill>
                  <a:srgbClr val="A985FF"/>
                </a:solidFill>
                <a:latin typeface="Arial"/>
                <a:ea typeface="Arial"/>
                <a:cs typeface="Arial"/>
              </a:defRPr>
            </a:defPPr>
            <a:lvl1pPr algn="l">
              <a:defRPr sz="4950" b="1">
                <a:solidFill>
                  <a:srgbClr val="A985FF"/>
                </a:solidFill>
                <a:latin typeface="Arial"/>
                <a:ea typeface="Arial"/>
                <a:cs typeface="Arial"/>
              </a:defRPr>
            </a:lvl1pPr>
            <a:lvl2pPr algn="l">
              <a:defRPr sz="4950" b="1">
                <a:solidFill>
                  <a:srgbClr val="A985FF"/>
                </a:solidFill>
                <a:latin typeface="Arial"/>
                <a:ea typeface="Arial"/>
                <a:cs typeface="Arial"/>
              </a:defRPr>
            </a:lvl2pPr>
            <a:lvl3pPr algn="l">
              <a:defRPr sz="4950" b="1">
                <a:solidFill>
                  <a:srgbClr val="A985FF"/>
                </a:solidFill>
                <a:latin typeface="Arial"/>
                <a:ea typeface="Arial"/>
                <a:cs typeface="Arial"/>
              </a:defRPr>
            </a:lvl3pPr>
            <a:lvl4pPr algn="l">
              <a:defRPr sz="4950" b="1">
                <a:solidFill>
                  <a:srgbClr val="A985FF"/>
                </a:solidFill>
                <a:latin typeface="Arial"/>
                <a:ea typeface="Arial"/>
                <a:cs typeface="Arial"/>
              </a:defRPr>
            </a:lvl4pPr>
            <a:lvl5pPr algn="l">
              <a:defRPr sz="4950" b="1">
                <a:solidFill>
                  <a:srgbClr val="A985FF"/>
                </a:solidFill>
                <a:latin typeface="Arial"/>
                <a:ea typeface="Arial"/>
                <a:cs typeface="Arial"/>
              </a:defRPr>
            </a:lvl5pPr>
            <a:lvl6pPr algn="l">
              <a:defRPr sz="4950" b="1">
                <a:solidFill>
                  <a:srgbClr val="A985FF"/>
                </a:solidFill>
                <a:latin typeface="Arial"/>
                <a:ea typeface="Arial"/>
                <a:cs typeface="Arial"/>
              </a:defRPr>
            </a:lvl6pPr>
            <a:lvl7pPr algn="l">
              <a:defRPr sz="4950" b="1">
                <a:solidFill>
                  <a:srgbClr val="A985FF"/>
                </a:solidFill>
                <a:latin typeface="Arial"/>
                <a:ea typeface="Arial"/>
                <a:cs typeface="Arial"/>
              </a:defRPr>
            </a:lvl7pPr>
            <a:lvl8pPr algn="l">
              <a:defRPr sz="4950" b="1">
                <a:solidFill>
                  <a:srgbClr val="A985FF"/>
                </a:solidFill>
                <a:latin typeface="Arial"/>
                <a:ea typeface="Arial"/>
                <a:cs typeface="Arial"/>
              </a:defRPr>
            </a:lvl8pPr>
            <a:lvl9pPr algn="l">
              <a:defRPr sz="4950" b="1">
                <a:solidFill>
                  <a:srgbClr val="A985FF"/>
                </a:solidFill>
                <a:latin typeface="Arial"/>
                <a:ea typeface="Arial"/>
                <a:cs typeface="Arial"/>
              </a:defRPr>
            </a:lvl9pPr>
          </a:lstStyle>
          <a:p xmlns:a="http://schemas.openxmlformats.org/drawingml/2006/main">
            <a:pPr algn="l">
              <a:defRPr sz="4950" b="1">
                <a:solidFill>
                  <a:srgbClr val="A985FF"/>
                </a:solidFill>
                <a:latin typeface="Arial"/>
                <a:ea typeface="Arial"/>
                <a:cs typeface="Arial"/>
              </a:defRPr>
            </a:pPr>
            <a:r>
              <a:rPr sz="4950" b="1">
                <a:solidFill>
                  <a:srgbClr val="A985FF"/>
                </a:solidFill>
                <a:latin typeface="Arial"/>
                <a:ea typeface="Arial"/>
                <a:cs typeface="Arial"/>
              </a:rPr>
              <a:t>17,000</a:t>
            </a:r>
          </a:p>
        </p:txBody>
      </p:sp>
      <p:sp>
        <p:nvSpPr>
          <p:cNvPr id="11" name="metric-label-0">
            <a:extLst xmlns:a="http://schemas.openxmlformats.org/drawingml/2006/main">
              <a:ext uri="{FF2B5EF4-FFF2-40B4-BE49-F238E27FC236}">
                <a16:creationId xmlns:a16="http://schemas.microsoft.com/office/drawing/2014/main" id="{69C11DB9-A1DD-493F-99BA-8A7EF2EA7DEA}"/>
              </a:ext>
            </a:extLst>
          </p:cNvPr>
          <p:cNvSpPr>
            <a:spLocks xmlns:a="http://schemas.openxmlformats.org/drawingml/2006/main" noGrp="1"/>
          </p:cNvSpPr>
          <p:nvPr/>
        </p:nvSpPr>
        <p:spPr>
          <a:xfrm xmlns:a="http://schemas.openxmlformats.org/drawingml/2006/main">
            <a:off x="742950" y="4562475"/>
            <a:ext cx="2362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016"/>
                </a:solidFill>
                <a:latin typeface="Arial"/>
                <a:ea typeface="Arial"/>
                <a:cs typeface="Arial"/>
              </a:defRPr>
            </a:defPPr>
            <a:lvl1pPr algn="l">
              <a:defRPr sz="1725" b="1">
                <a:solidFill>
                  <a:srgbClr val="111016"/>
                </a:solidFill>
                <a:latin typeface="Arial"/>
                <a:ea typeface="Arial"/>
                <a:cs typeface="Arial"/>
              </a:defRPr>
            </a:lvl1pPr>
            <a:lvl2pPr algn="l">
              <a:defRPr sz="1725" b="1">
                <a:solidFill>
                  <a:srgbClr val="111016"/>
                </a:solidFill>
                <a:latin typeface="Arial"/>
                <a:ea typeface="Arial"/>
                <a:cs typeface="Arial"/>
              </a:defRPr>
            </a:lvl2pPr>
            <a:lvl3pPr algn="l">
              <a:defRPr sz="1725" b="1">
                <a:solidFill>
                  <a:srgbClr val="111016"/>
                </a:solidFill>
                <a:latin typeface="Arial"/>
                <a:ea typeface="Arial"/>
                <a:cs typeface="Arial"/>
              </a:defRPr>
            </a:lvl3pPr>
            <a:lvl4pPr algn="l">
              <a:defRPr sz="1725" b="1">
                <a:solidFill>
                  <a:srgbClr val="111016"/>
                </a:solidFill>
                <a:latin typeface="Arial"/>
                <a:ea typeface="Arial"/>
                <a:cs typeface="Arial"/>
              </a:defRPr>
            </a:lvl4pPr>
            <a:lvl5pPr algn="l">
              <a:defRPr sz="1725" b="1">
                <a:solidFill>
                  <a:srgbClr val="111016"/>
                </a:solidFill>
                <a:latin typeface="Arial"/>
                <a:ea typeface="Arial"/>
                <a:cs typeface="Arial"/>
              </a:defRPr>
            </a:lvl5pPr>
            <a:lvl6pPr algn="l">
              <a:defRPr sz="1725" b="1">
                <a:solidFill>
                  <a:srgbClr val="111016"/>
                </a:solidFill>
                <a:latin typeface="Arial"/>
                <a:ea typeface="Arial"/>
                <a:cs typeface="Arial"/>
              </a:defRPr>
            </a:lvl6pPr>
            <a:lvl7pPr algn="l">
              <a:defRPr sz="1725" b="1">
                <a:solidFill>
                  <a:srgbClr val="111016"/>
                </a:solidFill>
                <a:latin typeface="Arial"/>
                <a:ea typeface="Arial"/>
                <a:cs typeface="Arial"/>
              </a:defRPr>
            </a:lvl7pPr>
            <a:lvl8pPr algn="l">
              <a:defRPr sz="1725" b="1">
                <a:solidFill>
                  <a:srgbClr val="111016"/>
                </a:solidFill>
                <a:latin typeface="Arial"/>
                <a:ea typeface="Arial"/>
                <a:cs typeface="Arial"/>
              </a:defRPr>
            </a:lvl8pPr>
            <a:lvl9pPr algn="l">
              <a:defRPr sz="1725" b="1">
                <a:solidFill>
                  <a:srgbClr val="111016"/>
                </a:solidFill>
                <a:latin typeface="Arial"/>
                <a:ea typeface="Arial"/>
                <a:cs typeface="Arial"/>
              </a:defRPr>
            </a:lvl9pPr>
          </a:lstStyle>
          <a:p xmlns:a="http://schemas.openxmlformats.org/drawingml/2006/main">
            <a:pPr algn="l">
              <a:defRPr sz="1725" b="1">
                <a:solidFill>
                  <a:srgbClr val="111016"/>
                </a:solidFill>
                <a:latin typeface="Arial"/>
                <a:ea typeface="Arial"/>
                <a:cs typeface="Arial"/>
              </a:defRPr>
            </a:pPr>
            <a:r>
              <a:rPr sz="1725" b="1">
                <a:solidFill>
                  <a:srgbClr val="111016"/>
                </a:solidFill>
                <a:latin typeface="Arial"/>
                <a:ea typeface="Arial"/>
                <a:cs typeface="Arial"/>
              </a:rPr>
              <a:t>synthetic rows</a:t>
            </a:r>
          </a:p>
        </p:txBody>
      </p:sp>
      <p:sp>
        <p:nvSpPr>
          <p:cNvPr id="12" name="evidence-node-1">
            <a:extLst xmlns:a="http://schemas.openxmlformats.org/drawingml/2006/main">
              <a:ext uri="{FF2B5EF4-FFF2-40B4-BE49-F238E27FC236}">
                <a16:creationId xmlns:a16="http://schemas.microsoft.com/office/drawing/2014/main" id="{1C517857-F992-4235-8E4E-DF98E6A6BBF0}"/>
              </a:ext>
            </a:extLst>
          </p:cNvPr>
          <p:cNvSpPr>
            <a:spLocks xmlns:a="http://schemas.openxmlformats.org/drawingml/2006/main" noGrp="1"/>
          </p:cNvSpPr>
          <p:nvPr/>
        </p:nvSpPr>
        <p:spPr>
          <a:xfrm xmlns:a="http://schemas.openxmlformats.org/drawingml/2006/main">
            <a:off x="3476625" y="3076575"/>
            <a:ext cx="133350" cy="1333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3" name="metric-number-1">
            <a:extLst xmlns:a="http://schemas.openxmlformats.org/drawingml/2006/main">
              <a:ext uri="{FF2B5EF4-FFF2-40B4-BE49-F238E27FC236}">
                <a16:creationId xmlns:a16="http://schemas.microsoft.com/office/drawing/2014/main" id="{59DD4FC4-05D2-4605-A573-AB4499E1A064}"/>
              </a:ext>
            </a:extLst>
          </p:cNvPr>
          <p:cNvSpPr>
            <a:spLocks xmlns:a="http://schemas.openxmlformats.org/drawingml/2006/main" noGrp="1"/>
          </p:cNvSpPr>
          <p:nvPr/>
        </p:nvSpPr>
        <p:spPr>
          <a:xfrm xmlns:a="http://schemas.openxmlformats.org/drawingml/2006/main">
            <a:off x="3476625" y="3524250"/>
            <a:ext cx="238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22"/>
          </a:bodyPr>
          <a:lstStyle xmlns:a="http://schemas.openxmlformats.org/drawingml/2006/main">
            <a:defPPr algn="l">
              <a:defRPr sz="6300" b="1">
                <a:solidFill>
                  <a:srgbClr val="A985FF"/>
                </a:solidFill>
                <a:latin typeface="Arial"/>
                <a:ea typeface="Arial"/>
                <a:cs typeface="Arial"/>
              </a:defRPr>
            </a:defPPr>
            <a:lvl1pPr algn="l">
              <a:defRPr sz="6300" b="1">
                <a:solidFill>
                  <a:srgbClr val="A985FF"/>
                </a:solidFill>
                <a:latin typeface="Arial"/>
                <a:ea typeface="Arial"/>
                <a:cs typeface="Arial"/>
              </a:defRPr>
            </a:lvl1pPr>
            <a:lvl2pPr algn="l">
              <a:defRPr sz="6300" b="1">
                <a:solidFill>
                  <a:srgbClr val="A985FF"/>
                </a:solidFill>
                <a:latin typeface="Arial"/>
                <a:ea typeface="Arial"/>
                <a:cs typeface="Arial"/>
              </a:defRPr>
            </a:lvl2pPr>
            <a:lvl3pPr algn="l">
              <a:defRPr sz="6300" b="1">
                <a:solidFill>
                  <a:srgbClr val="A985FF"/>
                </a:solidFill>
                <a:latin typeface="Arial"/>
                <a:ea typeface="Arial"/>
                <a:cs typeface="Arial"/>
              </a:defRPr>
            </a:lvl3pPr>
            <a:lvl4pPr algn="l">
              <a:defRPr sz="6300" b="1">
                <a:solidFill>
                  <a:srgbClr val="A985FF"/>
                </a:solidFill>
                <a:latin typeface="Arial"/>
                <a:ea typeface="Arial"/>
                <a:cs typeface="Arial"/>
              </a:defRPr>
            </a:lvl4pPr>
            <a:lvl5pPr algn="l">
              <a:defRPr sz="6300" b="1">
                <a:solidFill>
                  <a:srgbClr val="A985FF"/>
                </a:solidFill>
                <a:latin typeface="Arial"/>
                <a:ea typeface="Arial"/>
                <a:cs typeface="Arial"/>
              </a:defRPr>
            </a:lvl5pPr>
            <a:lvl6pPr algn="l">
              <a:defRPr sz="6300" b="1">
                <a:solidFill>
                  <a:srgbClr val="A985FF"/>
                </a:solidFill>
                <a:latin typeface="Arial"/>
                <a:ea typeface="Arial"/>
                <a:cs typeface="Arial"/>
              </a:defRPr>
            </a:lvl6pPr>
            <a:lvl7pPr algn="l">
              <a:defRPr sz="6300" b="1">
                <a:solidFill>
                  <a:srgbClr val="A985FF"/>
                </a:solidFill>
                <a:latin typeface="Arial"/>
                <a:ea typeface="Arial"/>
                <a:cs typeface="Arial"/>
              </a:defRPr>
            </a:lvl7pPr>
            <a:lvl8pPr algn="l">
              <a:defRPr sz="6300" b="1">
                <a:solidFill>
                  <a:srgbClr val="A985FF"/>
                </a:solidFill>
                <a:latin typeface="Arial"/>
                <a:ea typeface="Arial"/>
                <a:cs typeface="Arial"/>
              </a:defRPr>
            </a:lvl8pPr>
            <a:lvl9pPr algn="l">
              <a:defRPr sz="6300" b="1">
                <a:solidFill>
                  <a:srgbClr val="A985FF"/>
                </a:solidFill>
                <a:latin typeface="Arial"/>
                <a:ea typeface="Arial"/>
                <a:cs typeface="Arial"/>
              </a:defRPr>
            </a:lvl9pPr>
          </a:lstStyle>
          <a:p xmlns:a="http://schemas.openxmlformats.org/drawingml/2006/main">
            <a:pPr algn="l">
              <a:defRPr sz="6300" b="1">
                <a:solidFill>
                  <a:srgbClr val="A985FF"/>
                </a:solidFill>
                <a:latin typeface="Arial"/>
                <a:ea typeface="Arial"/>
                <a:cs typeface="Arial"/>
              </a:defRPr>
            </a:pPr>
            <a:r>
              <a:rPr sz="6300" b="1">
                <a:solidFill>
                  <a:srgbClr val="A985FF"/>
                </a:solidFill>
                <a:latin typeface="Arial"/>
                <a:ea typeface="Arial"/>
                <a:cs typeface="Arial"/>
              </a:rPr>
              <a:t>5</a:t>
            </a:r>
          </a:p>
        </p:txBody>
      </p:sp>
      <p:sp>
        <p:nvSpPr>
          <p:cNvPr id="14" name="metric-label-1">
            <a:extLst xmlns:a="http://schemas.openxmlformats.org/drawingml/2006/main">
              <a:ext uri="{FF2B5EF4-FFF2-40B4-BE49-F238E27FC236}">
                <a16:creationId xmlns:a16="http://schemas.microsoft.com/office/drawing/2014/main" id="{EF8C9484-374E-4D2E-B9F0-0D996FB5D590}"/>
              </a:ext>
            </a:extLst>
          </p:cNvPr>
          <p:cNvSpPr>
            <a:spLocks xmlns:a="http://schemas.openxmlformats.org/drawingml/2006/main" noGrp="1"/>
          </p:cNvSpPr>
          <p:nvPr/>
        </p:nvSpPr>
        <p:spPr>
          <a:xfrm xmlns:a="http://schemas.openxmlformats.org/drawingml/2006/main">
            <a:off x="3476625" y="4562475"/>
            <a:ext cx="2362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016"/>
                </a:solidFill>
                <a:latin typeface="Arial"/>
                <a:ea typeface="Arial"/>
                <a:cs typeface="Arial"/>
              </a:defRPr>
            </a:defPPr>
            <a:lvl1pPr algn="l">
              <a:defRPr sz="1725" b="1">
                <a:solidFill>
                  <a:srgbClr val="111016"/>
                </a:solidFill>
                <a:latin typeface="Arial"/>
                <a:ea typeface="Arial"/>
                <a:cs typeface="Arial"/>
              </a:defRPr>
            </a:lvl1pPr>
            <a:lvl2pPr algn="l">
              <a:defRPr sz="1725" b="1">
                <a:solidFill>
                  <a:srgbClr val="111016"/>
                </a:solidFill>
                <a:latin typeface="Arial"/>
                <a:ea typeface="Arial"/>
                <a:cs typeface="Arial"/>
              </a:defRPr>
            </a:lvl2pPr>
            <a:lvl3pPr algn="l">
              <a:defRPr sz="1725" b="1">
                <a:solidFill>
                  <a:srgbClr val="111016"/>
                </a:solidFill>
                <a:latin typeface="Arial"/>
                <a:ea typeface="Arial"/>
                <a:cs typeface="Arial"/>
              </a:defRPr>
            </a:lvl3pPr>
            <a:lvl4pPr algn="l">
              <a:defRPr sz="1725" b="1">
                <a:solidFill>
                  <a:srgbClr val="111016"/>
                </a:solidFill>
                <a:latin typeface="Arial"/>
                <a:ea typeface="Arial"/>
                <a:cs typeface="Arial"/>
              </a:defRPr>
            </a:lvl4pPr>
            <a:lvl5pPr algn="l">
              <a:defRPr sz="1725" b="1">
                <a:solidFill>
                  <a:srgbClr val="111016"/>
                </a:solidFill>
                <a:latin typeface="Arial"/>
                <a:ea typeface="Arial"/>
                <a:cs typeface="Arial"/>
              </a:defRPr>
            </a:lvl5pPr>
            <a:lvl6pPr algn="l">
              <a:defRPr sz="1725" b="1">
                <a:solidFill>
                  <a:srgbClr val="111016"/>
                </a:solidFill>
                <a:latin typeface="Arial"/>
                <a:ea typeface="Arial"/>
                <a:cs typeface="Arial"/>
              </a:defRPr>
            </a:lvl6pPr>
            <a:lvl7pPr algn="l">
              <a:defRPr sz="1725" b="1">
                <a:solidFill>
                  <a:srgbClr val="111016"/>
                </a:solidFill>
                <a:latin typeface="Arial"/>
                <a:ea typeface="Arial"/>
                <a:cs typeface="Arial"/>
              </a:defRPr>
            </a:lvl7pPr>
            <a:lvl8pPr algn="l">
              <a:defRPr sz="1725" b="1">
                <a:solidFill>
                  <a:srgbClr val="111016"/>
                </a:solidFill>
                <a:latin typeface="Arial"/>
                <a:ea typeface="Arial"/>
                <a:cs typeface="Arial"/>
              </a:defRPr>
            </a:lvl8pPr>
            <a:lvl9pPr algn="l">
              <a:defRPr sz="1725" b="1">
                <a:solidFill>
                  <a:srgbClr val="111016"/>
                </a:solidFill>
                <a:latin typeface="Arial"/>
                <a:ea typeface="Arial"/>
                <a:cs typeface="Arial"/>
              </a:defRPr>
            </a:lvl9pPr>
          </a:lstStyle>
          <a:p xmlns:a="http://schemas.openxmlformats.org/drawingml/2006/main">
            <a:pPr algn="l">
              <a:defRPr sz="1725" b="1">
                <a:solidFill>
                  <a:srgbClr val="111016"/>
                </a:solidFill>
                <a:latin typeface="Arial"/>
                <a:ea typeface="Arial"/>
                <a:cs typeface="Arial"/>
              </a:defRPr>
            </a:pPr>
            <a:r>
              <a:rPr sz="1725" b="1">
                <a:solidFill>
                  <a:srgbClr val="111016"/>
                </a:solidFill>
                <a:latin typeface="Arial"/>
                <a:ea typeface="Arial"/>
                <a:cs typeface="Arial"/>
              </a:rPr>
              <a:t>tasks completed</a:t>
            </a:r>
          </a:p>
          <a:p xmlns:a="http://schemas.openxmlformats.org/drawingml/2006/main">
            <a:pPr algn="l">
              <a:defRPr sz="1725" b="1">
                <a:solidFill>
                  <a:srgbClr val="111016"/>
                </a:solidFill>
                <a:latin typeface="Arial"/>
                <a:ea typeface="Arial"/>
                <a:cs typeface="Arial"/>
              </a:defRPr>
            </a:pPr>
            <a:r>
              <a:rPr sz="1725" b="1">
                <a:solidFill>
                  <a:srgbClr val="111016"/>
                </a:solidFill>
                <a:latin typeface="Arial"/>
                <a:ea typeface="Arial"/>
                <a:cs typeface="Arial"/>
              </a:rPr>
              <a:t>after restart</a:t>
            </a:r>
          </a:p>
        </p:txBody>
      </p:sp>
      <p:sp>
        <p:nvSpPr>
          <p:cNvPr id="15" name="evidence-node-2">
            <a:extLst xmlns:a="http://schemas.openxmlformats.org/drawingml/2006/main">
              <a:ext uri="{FF2B5EF4-FFF2-40B4-BE49-F238E27FC236}">
                <a16:creationId xmlns:a16="http://schemas.microsoft.com/office/drawing/2014/main" id="{7C52F53A-1185-45FB-ACA5-08F043F06A2C}"/>
              </a:ext>
            </a:extLst>
          </p:cNvPr>
          <p:cNvSpPr>
            <a:spLocks xmlns:a="http://schemas.openxmlformats.org/drawingml/2006/main" noGrp="1"/>
          </p:cNvSpPr>
          <p:nvPr/>
        </p:nvSpPr>
        <p:spPr>
          <a:xfrm xmlns:a="http://schemas.openxmlformats.org/drawingml/2006/main">
            <a:off x="6210300" y="3076575"/>
            <a:ext cx="133350" cy="133350"/>
          </a:xfrm>
          <a:prstGeom xmlns:a="http://schemas.openxmlformats.org/drawingml/2006/main" prst="ellipse">
            <a:avLst/>
          </a:prstGeom>
          <a:solidFill xmlns:a="http://schemas.openxmlformats.org/drawingml/2006/main">
            <a:srgbClr val="62DDB0"/>
          </a:solidFill>
          <a:ln xmlns:a="http://schemas.openxmlformats.org/drawingml/2006/main" w="0">
            <a:noFill/>
            <a:prstDash val="solid"/>
          </a:ln>
        </p:spPr>
      </p:sp>
      <p:sp>
        <p:nvSpPr>
          <p:cNvPr id="16" name="metric-number-2">
            <a:extLst xmlns:a="http://schemas.openxmlformats.org/drawingml/2006/main">
              <a:ext uri="{FF2B5EF4-FFF2-40B4-BE49-F238E27FC236}">
                <a16:creationId xmlns:a16="http://schemas.microsoft.com/office/drawing/2014/main" id="{178AC629-F6F7-4BC0-B7A9-24E9D0D5CB95}"/>
              </a:ext>
            </a:extLst>
          </p:cNvPr>
          <p:cNvSpPr>
            <a:spLocks xmlns:a="http://schemas.openxmlformats.org/drawingml/2006/main" noGrp="1"/>
          </p:cNvSpPr>
          <p:nvPr/>
        </p:nvSpPr>
        <p:spPr>
          <a:xfrm xmlns:a="http://schemas.openxmlformats.org/drawingml/2006/main">
            <a:off x="6210300" y="3524250"/>
            <a:ext cx="238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22"/>
          </a:bodyPr>
          <a:lstStyle xmlns:a="http://schemas.openxmlformats.org/drawingml/2006/main">
            <a:defPPr algn="l">
              <a:defRPr sz="6300" b="1">
                <a:solidFill>
                  <a:srgbClr val="A985FF"/>
                </a:solidFill>
                <a:latin typeface="Arial"/>
                <a:ea typeface="Arial"/>
                <a:cs typeface="Arial"/>
              </a:defRPr>
            </a:defPPr>
            <a:lvl1pPr algn="l">
              <a:defRPr sz="6300" b="1">
                <a:solidFill>
                  <a:srgbClr val="A985FF"/>
                </a:solidFill>
                <a:latin typeface="Arial"/>
                <a:ea typeface="Arial"/>
                <a:cs typeface="Arial"/>
              </a:defRPr>
            </a:lvl1pPr>
            <a:lvl2pPr algn="l">
              <a:defRPr sz="6300" b="1">
                <a:solidFill>
                  <a:srgbClr val="A985FF"/>
                </a:solidFill>
                <a:latin typeface="Arial"/>
                <a:ea typeface="Arial"/>
                <a:cs typeface="Arial"/>
              </a:defRPr>
            </a:lvl2pPr>
            <a:lvl3pPr algn="l">
              <a:defRPr sz="6300" b="1">
                <a:solidFill>
                  <a:srgbClr val="A985FF"/>
                </a:solidFill>
                <a:latin typeface="Arial"/>
                <a:ea typeface="Arial"/>
                <a:cs typeface="Arial"/>
              </a:defRPr>
            </a:lvl3pPr>
            <a:lvl4pPr algn="l">
              <a:defRPr sz="6300" b="1">
                <a:solidFill>
                  <a:srgbClr val="A985FF"/>
                </a:solidFill>
                <a:latin typeface="Arial"/>
                <a:ea typeface="Arial"/>
                <a:cs typeface="Arial"/>
              </a:defRPr>
            </a:lvl4pPr>
            <a:lvl5pPr algn="l">
              <a:defRPr sz="6300" b="1">
                <a:solidFill>
                  <a:srgbClr val="A985FF"/>
                </a:solidFill>
                <a:latin typeface="Arial"/>
                <a:ea typeface="Arial"/>
                <a:cs typeface="Arial"/>
              </a:defRPr>
            </a:lvl5pPr>
            <a:lvl6pPr algn="l">
              <a:defRPr sz="6300" b="1">
                <a:solidFill>
                  <a:srgbClr val="A985FF"/>
                </a:solidFill>
                <a:latin typeface="Arial"/>
                <a:ea typeface="Arial"/>
                <a:cs typeface="Arial"/>
              </a:defRPr>
            </a:lvl6pPr>
            <a:lvl7pPr algn="l">
              <a:defRPr sz="6300" b="1">
                <a:solidFill>
                  <a:srgbClr val="A985FF"/>
                </a:solidFill>
                <a:latin typeface="Arial"/>
                <a:ea typeface="Arial"/>
                <a:cs typeface="Arial"/>
              </a:defRPr>
            </a:lvl7pPr>
            <a:lvl8pPr algn="l">
              <a:defRPr sz="6300" b="1">
                <a:solidFill>
                  <a:srgbClr val="A985FF"/>
                </a:solidFill>
                <a:latin typeface="Arial"/>
                <a:ea typeface="Arial"/>
                <a:cs typeface="Arial"/>
              </a:defRPr>
            </a:lvl8pPr>
            <a:lvl9pPr algn="l">
              <a:defRPr sz="6300" b="1">
                <a:solidFill>
                  <a:srgbClr val="A985FF"/>
                </a:solidFill>
                <a:latin typeface="Arial"/>
                <a:ea typeface="Arial"/>
                <a:cs typeface="Arial"/>
              </a:defRPr>
            </a:lvl9pPr>
          </a:lstStyle>
          <a:p xmlns:a="http://schemas.openxmlformats.org/drawingml/2006/main">
            <a:pPr algn="l">
              <a:defRPr sz="6300" b="1">
                <a:solidFill>
                  <a:srgbClr val="A985FF"/>
                </a:solidFill>
                <a:latin typeface="Arial"/>
                <a:ea typeface="Arial"/>
                <a:cs typeface="Arial"/>
              </a:defRPr>
            </a:pPr>
            <a:r>
              <a:rPr sz="6300" b="1">
                <a:solidFill>
                  <a:srgbClr val="A985FF"/>
                </a:solidFill>
                <a:latin typeface="Arial"/>
                <a:ea typeface="Arial"/>
                <a:cs typeface="Arial"/>
              </a:rPr>
              <a:t>0</a:t>
            </a:r>
          </a:p>
        </p:txBody>
      </p:sp>
      <p:sp>
        <p:nvSpPr>
          <p:cNvPr id="17" name="metric-label-2">
            <a:extLst xmlns:a="http://schemas.openxmlformats.org/drawingml/2006/main">
              <a:ext uri="{FF2B5EF4-FFF2-40B4-BE49-F238E27FC236}">
                <a16:creationId xmlns:a16="http://schemas.microsoft.com/office/drawing/2014/main" id="{C900D284-7545-4076-93FA-CFAC03A94F3C}"/>
              </a:ext>
            </a:extLst>
          </p:cNvPr>
          <p:cNvSpPr>
            <a:spLocks xmlns:a="http://schemas.openxmlformats.org/drawingml/2006/main" noGrp="1"/>
          </p:cNvSpPr>
          <p:nvPr/>
        </p:nvSpPr>
        <p:spPr>
          <a:xfrm xmlns:a="http://schemas.openxmlformats.org/drawingml/2006/main">
            <a:off x="6210300" y="4562475"/>
            <a:ext cx="2362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016"/>
                </a:solidFill>
                <a:latin typeface="Arial"/>
                <a:ea typeface="Arial"/>
                <a:cs typeface="Arial"/>
              </a:defRPr>
            </a:defPPr>
            <a:lvl1pPr algn="l">
              <a:defRPr sz="1725" b="1">
                <a:solidFill>
                  <a:srgbClr val="111016"/>
                </a:solidFill>
                <a:latin typeface="Arial"/>
                <a:ea typeface="Arial"/>
                <a:cs typeface="Arial"/>
              </a:defRPr>
            </a:lvl1pPr>
            <a:lvl2pPr algn="l">
              <a:defRPr sz="1725" b="1">
                <a:solidFill>
                  <a:srgbClr val="111016"/>
                </a:solidFill>
                <a:latin typeface="Arial"/>
                <a:ea typeface="Arial"/>
                <a:cs typeface="Arial"/>
              </a:defRPr>
            </a:lvl2pPr>
            <a:lvl3pPr algn="l">
              <a:defRPr sz="1725" b="1">
                <a:solidFill>
                  <a:srgbClr val="111016"/>
                </a:solidFill>
                <a:latin typeface="Arial"/>
                <a:ea typeface="Arial"/>
                <a:cs typeface="Arial"/>
              </a:defRPr>
            </a:lvl3pPr>
            <a:lvl4pPr algn="l">
              <a:defRPr sz="1725" b="1">
                <a:solidFill>
                  <a:srgbClr val="111016"/>
                </a:solidFill>
                <a:latin typeface="Arial"/>
                <a:ea typeface="Arial"/>
                <a:cs typeface="Arial"/>
              </a:defRPr>
            </a:lvl4pPr>
            <a:lvl5pPr algn="l">
              <a:defRPr sz="1725" b="1">
                <a:solidFill>
                  <a:srgbClr val="111016"/>
                </a:solidFill>
                <a:latin typeface="Arial"/>
                <a:ea typeface="Arial"/>
                <a:cs typeface="Arial"/>
              </a:defRPr>
            </a:lvl5pPr>
            <a:lvl6pPr algn="l">
              <a:defRPr sz="1725" b="1">
                <a:solidFill>
                  <a:srgbClr val="111016"/>
                </a:solidFill>
                <a:latin typeface="Arial"/>
                <a:ea typeface="Arial"/>
                <a:cs typeface="Arial"/>
              </a:defRPr>
            </a:lvl6pPr>
            <a:lvl7pPr algn="l">
              <a:defRPr sz="1725" b="1">
                <a:solidFill>
                  <a:srgbClr val="111016"/>
                </a:solidFill>
                <a:latin typeface="Arial"/>
                <a:ea typeface="Arial"/>
                <a:cs typeface="Arial"/>
              </a:defRPr>
            </a:lvl7pPr>
            <a:lvl8pPr algn="l">
              <a:defRPr sz="1725" b="1">
                <a:solidFill>
                  <a:srgbClr val="111016"/>
                </a:solidFill>
                <a:latin typeface="Arial"/>
                <a:ea typeface="Arial"/>
                <a:cs typeface="Arial"/>
              </a:defRPr>
            </a:lvl8pPr>
            <a:lvl9pPr algn="l">
              <a:defRPr sz="1725" b="1">
                <a:solidFill>
                  <a:srgbClr val="111016"/>
                </a:solidFill>
                <a:latin typeface="Arial"/>
                <a:ea typeface="Arial"/>
                <a:cs typeface="Arial"/>
              </a:defRPr>
            </a:lvl9pPr>
          </a:lstStyle>
          <a:p xmlns:a="http://schemas.openxmlformats.org/drawingml/2006/main">
            <a:pPr algn="l">
              <a:defRPr sz="1725" b="1">
                <a:solidFill>
                  <a:srgbClr val="111016"/>
                </a:solidFill>
                <a:latin typeface="Arial"/>
                <a:ea typeface="Arial"/>
                <a:cs typeface="Arial"/>
              </a:defRPr>
            </a:pPr>
            <a:r>
              <a:rPr sz="1725" b="1">
                <a:solidFill>
                  <a:srgbClr val="111016"/>
                </a:solidFill>
                <a:latin typeface="Arial"/>
                <a:ea typeface="Arial"/>
                <a:cs typeface="Arial"/>
              </a:rPr>
              <a:t>duplicate task</a:t>
            </a:r>
          </a:p>
          <a:p xmlns:a="http://schemas.openxmlformats.org/drawingml/2006/main">
            <a:pPr algn="l">
              <a:defRPr sz="1725" b="1">
                <a:solidFill>
                  <a:srgbClr val="111016"/>
                </a:solidFill>
                <a:latin typeface="Arial"/>
                <a:ea typeface="Arial"/>
                <a:cs typeface="Arial"/>
              </a:defRPr>
            </a:pPr>
            <a:r>
              <a:rPr sz="1725" b="1">
                <a:solidFill>
                  <a:srgbClr val="111016"/>
                </a:solidFill>
                <a:latin typeface="Arial"/>
                <a:ea typeface="Arial"/>
                <a:cs typeface="Arial"/>
              </a:rPr>
              <a:t>admissions</a:t>
            </a:r>
          </a:p>
        </p:txBody>
      </p:sp>
      <p:sp>
        <p:nvSpPr>
          <p:cNvPr id="18" name="evidence-node-3">
            <a:extLst xmlns:a="http://schemas.openxmlformats.org/drawingml/2006/main">
              <a:ext uri="{FF2B5EF4-FFF2-40B4-BE49-F238E27FC236}">
                <a16:creationId xmlns:a16="http://schemas.microsoft.com/office/drawing/2014/main" id="{E2DDD4DB-151E-4398-A7BE-19EC3FBB5BF8}"/>
              </a:ext>
            </a:extLst>
          </p:cNvPr>
          <p:cNvSpPr>
            <a:spLocks xmlns:a="http://schemas.openxmlformats.org/drawingml/2006/main" noGrp="1"/>
          </p:cNvSpPr>
          <p:nvPr/>
        </p:nvSpPr>
        <p:spPr>
          <a:xfrm xmlns:a="http://schemas.openxmlformats.org/drawingml/2006/main">
            <a:off x="8943975" y="3076575"/>
            <a:ext cx="133350" cy="1333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9" name="metric-number-3">
            <a:extLst xmlns:a="http://schemas.openxmlformats.org/drawingml/2006/main">
              <a:ext uri="{FF2B5EF4-FFF2-40B4-BE49-F238E27FC236}">
                <a16:creationId xmlns:a16="http://schemas.microsoft.com/office/drawing/2014/main" id="{033CCE4D-7FAC-46EA-A9D2-0CC1F0474561}"/>
              </a:ext>
            </a:extLst>
          </p:cNvPr>
          <p:cNvSpPr>
            <a:spLocks xmlns:a="http://schemas.openxmlformats.org/drawingml/2006/main" noGrp="1"/>
          </p:cNvSpPr>
          <p:nvPr/>
        </p:nvSpPr>
        <p:spPr>
          <a:xfrm xmlns:a="http://schemas.openxmlformats.org/drawingml/2006/main">
            <a:off x="8943975" y="3524250"/>
            <a:ext cx="238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22"/>
          </a:bodyPr>
          <a:lstStyle xmlns:a="http://schemas.openxmlformats.org/drawingml/2006/main">
            <a:defPPr algn="l">
              <a:defRPr sz="6300" b="1">
                <a:solidFill>
                  <a:srgbClr val="A985FF"/>
                </a:solidFill>
                <a:latin typeface="Arial"/>
                <a:ea typeface="Arial"/>
                <a:cs typeface="Arial"/>
              </a:defRPr>
            </a:defPPr>
            <a:lvl1pPr algn="l">
              <a:defRPr sz="6300" b="1">
                <a:solidFill>
                  <a:srgbClr val="A985FF"/>
                </a:solidFill>
                <a:latin typeface="Arial"/>
                <a:ea typeface="Arial"/>
                <a:cs typeface="Arial"/>
              </a:defRPr>
            </a:lvl1pPr>
            <a:lvl2pPr algn="l">
              <a:defRPr sz="6300" b="1">
                <a:solidFill>
                  <a:srgbClr val="A985FF"/>
                </a:solidFill>
                <a:latin typeface="Arial"/>
                <a:ea typeface="Arial"/>
                <a:cs typeface="Arial"/>
              </a:defRPr>
            </a:lvl2pPr>
            <a:lvl3pPr algn="l">
              <a:defRPr sz="6300" b="1">
                <a:solidFill>
                  <a:srgbClr val="A985FF"/>
                </a:solidFill>
                <a:latin typeface="Arial"/>
                <a:ea typeface="Arial"/>
                <a:cs typeface="Arial"/>
              </a:defRPr>
            </a:lvl3pPr>
            <a:lvl4pPr algn="l">
              <a:defRPr sz="6300" b="1">
                <a:solidFill>
                  <a:srgbClr val="A985FF"/>
                </a:solidFill>
                <a:latin typeface="Arial"/>
                <a:ea typeface="Arial"/>
                <a:cs typeface="Arial"/>
              </a:defRPr>
            </a:lvl4pPr>
            <a:lvl5pPr algn="l">
              <a:defRPr sz="6300" b="1">
                <a:solidFill>
                  <a:srgbClr val="A985FF"/>
                </a:solidFill>
                <a:latin typeface="Arial"/>
                <a:ea typeface="Arial"/>
                <a:cs typeface="Arial"/>
              </a:defRPr>
            </a:lvl5pPr>
            <a:lvl6pPr algn="l">
              <a:defRPr sz="6300" b="1">
                <a:solidFill>
                  <a:srgbClr val="A985FF"/>
                </a:solidFill>
                <a:latin typeface="Arial"/>
                <a:ea typeface="Arial"/>
                <a:cs typeface="Arial"/>
              </a:defRPr>
            </a:lvl6pPr>
            <a:lvl7pPr algn="l">
              <a:defRPr sz="6300" b="1">
                <a:solidFill>
                  <a:srgbClr val="A985FF"/>
                </a:solidFill>
                <a:latin typeface="Arial"/>
                <a:ea typeface="Arial"/>
                <a:cs typeface="Arial"/>
              </a:defRPr>
            </a:lvl7pPr>
            <a:lvl8pPr algn="l">
              <a:defRPr sz="6300" b="1">
                <a:solidFill>
                  <a:srgbClr val="A985FF"/>
                </a:solidFill>
                <a:latin typeface="Arial"/>
                <a:ea typeface="Arial"/>
                <a:cs typeface="Arial"/>
              </a:defRPr>
            </a:lvl8pPr>
            <a:lvl9pPr algn="l">
              <a:defRPr sz="6300" b="1">
                <a:solidFill>
                  <a:srgbClr val="A985FF"/>
                </a:solidFill>
                <a:latin typeface="Arial"/>
                <a:ea typeface="Arial"/>
                <a:cs typeface="Arial"/>
              </a:defRPr>
            </a:lvl9pPr>
          </a:lstStyle>
          <a:p xmlns:a="http://schemas.openxmlformats.org/drawingml/2006/main">
            <a:pPr algn="l">
              <a:defRPr sz="6300" b="1">
                <a:solidFill>
                  <a:srgbClr val="A985FF"/>
                </a:solidFill>
                <a:latin typeface="Arial"/>
                <a:ea typeface="Arial"/>
                <a:cs typeface="Arial"/>
              </a:defRPr>
            </a:pPr>
            <a:r>
              <a:rPr sz="6300" b="1">
                <a:solidFill>
                  <a:srgbClr val="A985FF"/>
                </a:solidFill>
                <a:latin typeface="Arial"/>
                <a:ea typeface="Arial"/>
                <a:cs typeface="Arial"/>
              </a:rPr>
              <a:t>3</a:t>
            </a:r>
          </a:p>
        </p:txBody>
      </p:sp>
      <p:sp>
        <p:nvSpPr>
          <p:cNvPr id="20" name="metric-label-3">
            <a:extLst xmlns:a="http://schemas.openxmlformats.org/drawingml/2006/main">
              <a:ext uri="{FF2B5EF4-FFF2-40B4-BE49-F238E27FC236}">
                <a16:creationId xmlns:a16="http://schemas.microsoft.com/office/drawing/2014/main" id="{791AA08D-14DF-4A24-B822-CAAE0F99421C}"/>
              </a:ext>
            </a:extLst>
          </p:cNvPr>
          <p:cNvSpPr>
            <a:spLocks xmlns:a="http://schemas.openxmlformats.org/drawingml/2006/main" noGrp="1"/>
          </p:cNvSpPr>
          <p:nvPr/>
        </p:nvSpPr>
        <p:spPr>
          <a:xfrm xmlns:a="http://schemas.openxmlformats.org/drawingml/2006/main">
            <a:off x="8943975" y="4562475"/>
            <a:ext cx="2362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016"/>
                </a:solidFill>
                <a:latin typeface="Arial"/>
                <a:ea typeface="Arial"/>
                <a:cs typeface="Arial"/>
              </a:defRPr>
            </a:defPPr>
            <a:lvl1pPr algn="l">
              <a:defRPr sz="1725" b="1">
                <a:solidFill>
                  <a:srgbClr val="111016"/>
                </a:solidFill>
                <a:latin typeface="Arial"/>
                <a:ea typeface="Arial"/>
                <a:cs typeface="Arial"/>
              </a:defRPr>
            </a:lvl1pPr>
            <a:lvl2pPr algn="l">
              <a:defRPr sz="1725" b="1">
                <a:solidFill>
                  <a:srgbClr val="111016"/>
                </a:solidFill>
                <a:latin typeface="Arial"/>
                <a:ea typeface="Arial"/>
                <a:cs typeface="Arial"/>
              </a:defRPr>
            </a:lvl2pPr>
            <a:lvl3pPr algn="l">
              <a:defRPr sz="1725" b="1">
                <a:solidFill>
                  <a:srgbClr val="111016"/>
                </a:solidFill>
                <a:latin typeface="Arial"/>
                <a:ea typeface="Arial"/>
                <a:cs typeface="Arial"/>
              </a:defRPr>
            </a:lvl3pPr>
            <a:lvl4pPr algn="l">
              <a:defRPr sz="1725" b="1">
                <a:solidFill>
                  <a:srgbClr val="111016"/>
                </a:solidFill>
                <a:latin typeface="Arial"/>
                <a:ea typeface="Arial"/>
                <a:cs typeface="Arial"/>
              </a:defRPr>
            </a:lvl4pPr>
            <a:lvl5pPr algn="l">
              <a:defRPr sz="1725" b="1">
                <a:solidFill>
                  <a:srgbClr val="111016"/>
                </a:solidFill>
                <a:latin typeface="Arial"/>
                <a:ea typeface="Arial"/>
                <a:cs typeface="Arial"/>
              </a:defRPr>
            </a:lvl5pPr>
            <a:lvl6pPr algn="l">
              <a:defRPr sz="1725" b="1">
                <a:solidFill>
                  <a:srgbClr val="111016"/>
                </a:solidFill>
                <a:latin typeface="Arial"/>
                <a:ea typeface="Arial"/>
                <a:cs typeface="Arial"/>
              </a:defRPr>
            </a:lvl6pPr>
            <a:lvl7pPr algn="l">
              <a:defRPr sz="1725" b="1">
                <a:solidFill>
                  <a:srgbClr val="111016"/>
                </a:solidFill>
                <a:latin typeface="Arial"/>
                <a:ea typeface="Arial"/>
                <a:cs typeface="Arial"/>
              </a:defRPr>
            </a:lvl7pPr>
            <a:lvl8pPr algn="l">
              <a:defRPr sz="1725" b="1">
                <a:solidFill>
                  <a:srgbClr val="111016"/>
                </a:solidFill>
                <a:latin typeface="Arial"/>
                <a:ea typeface="Arial"/>
                <a:cs typeface="Arial"/>
              </a:defRPr>
            </a:lvl8pPr>
            <a:lvl9pPr algn="l">
              <a:defRPr sz="1725" b="1">
                <a:solidFill>
                  <a:srgbClr val="111016"/>
                </a:solidFill>
                <a:latin typeface="Arial"/>
                <a:ea typeface="Arial"/>
                <a:cs typeface="Arial"/>
              </a:defRPr>
            </a:lvl9pPr>
          </a:lstStyle>
          <a:p xmlns:a="http://schemas.openxmlformats.org/drawingml/2006/main">
            <a:pPr algn="l">
              <a:defRPr sz="1725" b="1">
                <a:solidFill>
                  <a:srgbClr val="111016"/>
                </a:solidFill>
                <a:latin typeface="Arial"/>
                <a:ea typeface="Arial"/>
                <a:cs typeface="Arial"/>
              </a:defRPr>
            </a:pPr>
            <a:r>
              <a:rPr sz="1725" b="1">
                <a:solidFill>
                  <a:srgbClr val="111016"/>
                </a:solidFill>
                <a:latin typeface="Arial"/>
                <a:ea typeface="Arial"/>
                <a:cs typeface="Arial"/>
              </a:rPr>
              <a:t>files matched direct</a:t>
            </a:r>
          </a:p>
          <a:p xmlns:a="http://schemas.openxmlformats.org/drawingml/2006/main">
            <a:pPr algn="l">
              <a:defRPr sz="1725" b="1">
                <a:solidFill>
                  <a:srgbClr val="111016"/>
                </a:solidFill>
                <a:latin typeface="Arial"/>
                <a:ea typeface="Arial"/>
                <a:cs typeface="Arial"/>
              </a:defRPr>
            </a:pPr>
            <a:r>
              <a:rPr sz="1725" b="1">
                <a:solidFill>
                  <a:srgbClr val="111016"/>
                </a:solidFill>
                <a:latin typeface="Arial"/>
                <a:ea typeface="Arial"/>
                <a:cs typeface="Arial"/>
              </a:rPr>
              <a:t>Python byte for byte</a:t>
            </a:r>
          </a:p>
        </p:txBody>
      </p:sp>
      <p:sp>
        <p:nvSpPr>
          <p:cNvPr id="21" name="evidence-limit-rule">
            <a:extLst xmlns:a="http://schemas.openxmlformats.org/drawingml/2006/main">
              <a:ext uri="{FF2B5EF4-FFF2-40B4-BE49-F238E27FC236}">
                <a16:creationId xmlns:a16="http://schemas.microsoft.com/office/drawing/2014/main" id="{7FBAB292-97B5-49B0-A1BE-321AEE8A468B}"/>
              </a:ext>
            </a:extLst>
          </p:cNvPr>
          <p:cNvSpPr>
            <a:spLocks xmlns:a="http://schemas.openxmlformats.org/drawingml/2006/main" noGrp="1"/>
          </p:cNvSpPr>
          <p:nvPr/>
        </p:nvSpPr>
        <p:spPr>
          <a:xfrm xmlns:a="http://schemas.openxmlformats.org/drawingml/2006/main">
            <a:off x="762000" y="5562600"/>
            <a:ext cx="10668000" cy="0"/>
          </a:xfrm>
          <a:prstGeom xmlns:a="http://schemas.openxmlformats.org/drawingml/2006/main" prst="line">
            <a:avLst/>
          </a:prstGeom>
          <a:noFill xmlns:a="http://schemas.openxmlformats.org/drawingml/2006/main"/>
          <a:ln xmlns:a="http://schemas.openxmlformats.org/drawingml/2006/main" w="9525">
            <a:solidFill>
              <a:srgbClr val="CFC9D8"/>
            </a:solidFill>
            <a:prstDash val="solid"/>
          </a:ln>
        </p:spPr>
      </p:sp>
      <p:sp>
        <p:nvSpPr>
          <p:cNvPr id="22" name="evidence-limits">
            <a:extLst xmlns:a="http://schemas.openxmlformats.org/drawingml/2006/main">
              <a:ext uri="{FF2B5EF4-FFF2-40B4-BE49-F238E27FC236}">
                <a16:creationId xmlns:a16="http://schemas.microsoft.com/office/drawing/2014/main" id="{E7B52C3C-6F1B-4DBC-A220-353DDD07423C}"/>
              </a:ext>
            </a:extLst>
          </p:cNvPr>
          <p:cNvSpPr>
            <a:spLocks xmlns:a="http://schemas.openxmlformats.org/drawingml/2006/main" noGrp="1"/>
          </p:cNvSpPr>
          <p:nvPr/>
        </p:nvSpPr>
        <p:spPr>
          <a:xfrm xmlns:a="http://schemas.openxmlformats.org/drawingml/2006/main">
            <a:off x="781050" y="5772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E5967"/>
                </a:solidFill>
                <a:latin typeface="Arial"/>
                <a:ea typeface="Arial"/>
                <a:cs typeface="Arial"/>
              </a:defRPr>
            </a:defPPr>
            <a:lvl1pPr algn="l">
              <a:defRPr sz="1500" b="0">
                <a:solidFill>
                  <a:srgbClr val="5E5967"/>
                </a:solidFill>
                <a:latin typeface="Arial"/>
                <a:ea typeface="Arial"/>
                <a:cs typeface="Arial"/>
              </a:defRPr>
            </a:lvl1pPr>
            <a:lvl2pPr algn="l">
              <a:defRPr sz="1500" b="0">
                <a:solidFill>
                  <a:srgbClr val="5E5967"/>
                </a:solidFill>
                <a:latin typeface="Arial"/>
                <a:ea typeface="Arial"/>
                <a:cs typeface="Arial"/>
              </a:defRPr>
            </a:lvl2pPr>
            <a:lvl3pPr algn="l">
              <a:defRPr sz="1500" b="0">
                <a:solidFill>
                  <a:srgbClr val="5E5967"/>
                </a:solidFill>
                <a:latin typeface="Arial"/>
                <a:ea typeface="Arial"/>
                <a:cs typeface="Arial"/>
              </a:defRPr>
            </a:lvl3pPr>
            <a:lvl4pPr algn="l">
              <a:defRPr sz="1500" b="0">
                <a:solidFill>
                  <a:srgbClr val="5E5967"/>
                </a:solidFill>
                <a:latin typeface="Arial"/>
                <a:ea typeface="Arial"/>
                <a:cs typeface="Arial"/>
              </a:defRPr>
            </a:lvl4pPr>
            <a:lvl5pPr algn="l">
              <a:defRPr sz="1500" b="0">
                <a:solidFill>
                  <a:srgbClr val="5E5967"/>
                </a:solidFill>
                <a:latin typeface="Arial"/>
                <a:ea typeface="Arial"/>
                <a:cs typeface="Arial"/>
              </a:defRPr>
            </a:lvl5pPr>
            <a:lvl6pPr algn="l">
              <a:defRPr sz="1500" b="0">
                <a:solidFill>
                  <a:srgbClr val="5E5967"/>
                </a:solidFill>
                <a:latin typeface="Arial"/>
                <a:ea typeface="Arial"/>
                <a:cs typeface="Arial"/>
              </a:defRPr>
            </a:lvl6pPr>
            <a:lvl7pPr algn="l">
              <a:defRPr sz="1500" b="0">
                <a:solidFill>
                  <a:srgbClr val="5E5967"/>
                </a:solidFill>
                <a:latin typeface="Arial"/>
                <a:ea typeface="Arial"/>
                <a:cs typeface="Arial"/>
              </a:defRPr>
            </a:lvl7pPr>
            <a:lvl8pPr algn="l">
              <a:defRPr sz="1500" b="0">
                <a:solidFill>
                  <a:srgbClr val="5E5967"/>
                </a:solidFill>
                <a:latin typeface="Arial"/>
                <a:ea typeface="Arial"/>
                <a:cs typeface="Arial"/>
              </a:defRPr>
            </a:lvl8pPr>
            <a:lvl9pPr algn="l">
              <a:defRPr sz="1500" b="0">
                <a:solidFill>
                  <a:srgbClr val="5E5967"/>
                </a:solidFill>
                <a:latin typeface="Arial"/>
                <a:ea typeface="Arial"/>
                <a:cs typeface="Arial"/>
              </a:defRPr>
            </a:lvl9pPr>
          </a:lstStyle>
          <a:p xmlns:a="http://schemas.openxmlformats.org/drawingml/2006/main">
            <a:pPr algn="l">
              <a:defRPr sz="1500" b="0">
                <a:solidFill>
                  <a:srgbClr val="5E5967"/>
                </a:solidFill>
                <a:latin typeface="Arial"/>
                <a:ea typeface="Arial"/>
                <a:cs typeface="Arial"/>
              </a:defRPr>
            </a:pPr>
            <a:r>
              <a:rPr sz="1500" b="0">
                <a:solidFill>
                  <a:srgbClr val="5E5967"/>
                </a:solidFill>
                <a:latin typeface="Arial"/>
                <a:ea typeface="Arial"/>
                <a:cs typeface="Arial"/>
              </a:rPr>
              <a:t>Trusted host CPU, no Docker isolation, OFF_CHAIN, zero SOL payment.</a:t>
            </a:r>
          </a:p>
        </p:txBody>
      </p:sp>
    </p:spTree>
    <p:extLst>
      <p:ext uri="{BB962C8B-B14F-4D97-AF65-F5344CB8AC3E}">
        <p14:creationId xmlns:p14="http://schemas.microsoft.com/office/powerpoint/2010/main" val="352815011"/>
      </p:ext>
    </p:extLst>
  </p:cSld>
</p:sld>
</file>

<file path=ppt/slides/slide7.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F8947C7-62BD-4DF9-818B-D54FD9962930}"/>
              </a:ext>
            </a:extLst>
          </p:cNvPr>
          <p:cNvPicPr>
            <a:picLocks xmlns:a="http://schemas.openxmlformats.org/drawingml/2006/main" noChangeAspect="1"/>
          </p:cNvPicPr>
          <p:nvPr/>
        </p:nvPicPr>
        <p:blipFill>
          <a:blip xmlns:r="http://schemas.openxmlformats.org/officeDocument/2006/relationships" xmlns:a="http://schemas.openxmlformats.org/drawingml/2006/main" r:embed="R012507a32338425f"/>
          <a:stretch xmlns:a="http://schemas.openxmlformats.org/drawingml/2006/main"/>
        </p:blipFill>
        <p:spPr>
          <a:xfrm xmlns:a="http://schemas.openxmlformats.org/drawingml/2006/main">
            <a:off x="685800" y="361950"/>
            <a:ext cx="285750" cy="285750"/>
          </a:xfrm>
          <a:prstGeom xmlns:a="http://schemas.openxmlformats.org/drawingml/2006/main" prst="rect">
            <a:avLst/>
          </a:prstGeom>
        </p:spPr>
      </p:pic>
      <p:sp>
        <p:nvSpPr>
          <p:cNvPr id="2" name="project-name">
            <a:extLst xmlns:a="http://schemas.openxmlformats.org/drawingml/2006/main">
              <a:ext uri="{FF2B5EF4-FFF2-40B4-BE49-F238E27FC236}">
                <a16:creationId xmlns:a16="http://schemas.microsoft.com/office/drawing/2014/main" id="{590F49DE-D010-43C0-B5AF-14975C3AE1B3}"/>
              </a:ext>
            </a:extLst>
          </p:cNvPr>
          <p:cNvSpPr>
            <a:spLocks xmlns:a="http://schemas.openxmlformats.org/drawingml/2006/main" noGrp="1"/>
          </p:cNvSpPr>
          <p:nvPr/>
        </p:nvSpPr>
        <p:spPr>
          <a:xfrm xmlns:a="http://schemas.openxmlformats.org/drawingml/2006/main">
            <a:off x="1085850" y="3714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6F3FB"/>
                </a:solidFill>
                <a:latin typeface="Arial"/>
                <a:ea typeface="Arial"/>
                <a:cs typeface="Arial"/>
              </a:defRPr>
            </a:defPPr>
            <a:lvl1pPr algn="l">
              <a:defRPr sz="1125" b="1">
                <a:solidFill>
                  <a:srgbClr val="F6F3FB"/>
                </a:solidFill>
                <a:latin typeface="Arial"/>
                <a:ea typeface="Arial"/>
                <a:cs typeface="Arial"/>
              </a:defRPr>
            </a:lvl1pPr>
            <a:lvl2pPr algn="l">
              <a:defRPr sz="1125" b="1">
                <a:solidFill>
                  <a:srgbClr val="F6F3FB"/>
                </a:solidFill>
                <a:latin typeface="Arial"/>
                <a:ea typeface="Arial"/>
                <a:cs typeface="Arial"/>
              </a:defRPr>
            </a:lvl2pPr>
            <a:lvl3pPr algn="l">
              <a:defRPr sz="1125" b="1">
                <a:solidFill>
                  <a:srgbClr val="F6F3FB"/>
                </a:solidFill>
                <a:latin typeface="Arial"/>
                <a:ea typeface="Arial"/>
                <a:cs typeface="Arial"/>
              </a:defRPr>
            </a:lvl3pPr>
            <a:lvl4pPr algn="l">
              <a:defRPr sz="1125" b="1">
                <a:solidFill>
                  <a:srgbClr val="F6F3FB"/>
                </a:solidFill>
                <a:latin typeface="Arial"/>
                <a:ea typeface="Arial"/>
                <a:cs typeface="Arial"/>
              </a:defRPr>
            </a:lvl4pPr>
            <a:lvl5pPr algn="l">
              <a:defRPr sz="1125" b="1">
                <a:solidFill>
                  <a:srgbClr val="F6F3FB"/>
                </a:solidFill>
                <a:latin typeface="Arial"/>
                <a:ea typeface="Arial"/>
                <a:cs typeface="Arial"/>
              </a:defRPr>
            </a:lvl5pPr>
            <a:lvl6pPr algn="l">
              <a:defRPr sz="1125" b="1">
                <a:solidFill>
                  <a:srgbClr val="F6F3FB"/>
                </a:solidFill>
                <a:latin typeface="Arial"/>
                <a:ea typeface="Arial"/>
                <a:cs typeface="Arial"/>
              </a:defRPr>
            </a:lvl6pPr>
            <a:lvl7pPr algn="l">
              <a:defRPr sz="1125" b="1">
                <a:solidFill>
                  <a:srgbClr val="F6F3FB"/>
                </a:solidFill>
                <a:latin typeface="Arial"/>
                <a:ea typeface="Arial"/>
                <a:cs typeface="Arial"/>
              </a:defRPr>
            </a:lvl7pPr>
            <a:lvl8pPr algn="l">
              <a:defRPr sz="1125" b="1">
                <a:solidFill>
                  <a:srgbClr val="F6F3FB"/>
                </a:solidFill>
                <a:latin typeface="Arial"/>
                <a:ea typeface="Arial"/>
                <a:cs typeface="Arial"/>
              </a:defRPr>
            </a:lvl8pPr>
            <a:lvl9pPr algn="l">
              <a:defRPr sz="1125" b="1">
                <a:solidFill>
                  <a:srgbClr val="F6F3FB"/>
                </a:solidFill>
                <a:latin typeface="Arial"/>
                <a:ea typeface="Arial"/>
                <a:cs typeface="Arial"/>
              </a:defRPr>
            </a:lvl9pPr>
          </a:lstStyle>
          <a:p xmlns:a="http://schemas.openxmlformats.org/drawingml/2006/main">
            <a:pPr algn="l">
              <a:defRPr sz="1125" b="1">
                <a:solidFill>
                  <a:srgbClr val="F6F3FB"/>
                </a:solidFill>
                <a:latin typeface="Arial"/>
                <a:ea typeface="Arial"/>
                <a:cs typeface="Arial"/>
              </a:defRPr>
            </a:pPr>
            <a:r>
              <a:rPr sz="1125" b="1">
                <a:solidFill>
                  <a:srgbClr val="F6F3FB"/>
                </a:solidFill>
                <a:latin typeface="Arial"/>
                <a:ea typeface="Arial"/>
                <a:cs typeface="Arial"/>
              </a:rPr>
              <a:t>APERTURE</a:t>
            </a:r>
          </a:p>
        </p:txBody>
      </p:sp>
      <p:sp>
        <p:nvSpPr>
          <p:cNvPr id="3" name="section-name">
            <a:extLst xmlns:a="http://schemas.openxmlformats.org/drawingml/2006/main">
              <a:ext uri="{FF2B5EF4-FFF2-40B4-BE49-F238E27FC236}">
                <a16:creationId xmlns:a16="http://schemas.microsoft.com/office/drawing/2014/main" id="{9A6C159E-14AA-432C-B8C2-FA6FD7DB672B}"/>
              </a:ext>
            </a:extLst>
          </p:cNvPr>
          <p:cNvSpPr>
            <a:spLocks xmlns:a="http://schemas.openxmlformats.org/drawingml/2006/main" noGrp="1"/>
          </p:cNvSpPr>
          <p:nvPr/>
        </p:nvSpPr>
        <p:spPr>
          <a:xfrm xmlns:a="http://schemas.openxmlformats.org/drawingml/2006/main">
            <a:off x="8572500" y="37147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26C7B"/>
                </a:solidFill>
                <a:latin typeface="Arial"/>
                <a:ea typeface="Arial"/>
                <a:cs typeface="Arial"/>
              </a:defRPr>
            </a:defPPr>
            <a:lvl1pPr algn="r">
              <a:defRPr sz="975" b="1">
                <a:solidFill>
                  <a:srgbClr val="726C7B"/>
                </a:solidFill>
                <a:latin typeface="Arial"/>
                <a:ea typeface="Arial"/>
                <a:cs typeface="Arial"/>
              </a:defRPr>
            </a:lvl1pPr>
            <a:lvl2pPr algn="r">
              <a:defRPr sz="975" b="1">
                <a:solidFill>
                  <a:srgbClr val="726C7B"/>
                </a:solidFill>
                <a:latin typeface="Arial"/>
                <a:ea typeface="Arial"/>
                <a:cs typeface="Arial"/>
              </a:defRPr>
            </a:lvl2pPr>
            <a:lvl3pPr algn="r">
              <a:defRPr sz="975" b="1">
                <a:solidFill>
                  <a:srgbClr val="726C7B"/>
                </a:solidFill>
                <a:latin typeface="Arial"/>
                <a:ea typeface="Arial"/>
                <a:cs typeface="Arial"/>
              </a:defRPr>
            </a:lvl3pPr>
            <a:lvl4pPr algn="r">
              <a:defRPr sz="975" b="1">
                <a:solidFill>
                  <a:srgbClr val="726C7B"/>
                </a:solidFill>
                <a:latin typeface="Arial"/>
                <a:ea typeface="Arial"/>
                <a:cs typeface="Arial"/>
              </a:defRPr>
            </a:lvl4pPr>
            <a:lvl5pPr algn="r">
              <a:defRPr sz="975" b="1">
                <a:solidFill>
                  <a:srgbClr val="726C7B"/>
                </a:solidFill>
                <a:latin typeface="Arial"/>
                <a:ea typeface="Arial"/>
                <a:cs typeface="Arial"/>
              </a:defRPr>
            </a:lvl5pPr>
            <a:lvl6pPr algn="r">
              <a:defRPr sz="975" b="1">
                <a:solidFill>
                  <a:srgbClr val="726C7B"/>
                </a:solidFill>
                <a:latin typeface="Arial"/>
                <a:ea typeface="Arial"/>
                <a:cs typeface="Arial"/>
              </a:defRPr>
            </a:lvl6pPr>
            <a:lvl7pPr algn="r">
              <a:defRPr sz="975" b="1">
                <a:solidFill>
                  <a:srgbClr val="726C7B"/>
                </a:solidFill>
                <a:latin typeface="Arial"/>
                <a:ea typeface="Arial"/>
                <a:cs typeface="Arial"/>
              </a:defRPr>
            </a:lvl7pPr>
            <a:lvl8pPr algn="r">
              <a:defRPr sz="975" b="1">
                <a:solidFill>
                  <a:srgbClr val="726C7B"/>
                </a:solidFill>
                <a:latin typeface="Arial"/>
                <a:ea typeface="Arial"/>
                <a:cs typeface="Arial"/>
              </a:defRPr>
            </a:lvl8pPr>
            <a:lvl9pPr algn="r">
              <a:defRPr sz="975" b="1">
                <a:solidFill>
                  <a:srgbClr val="726C7B"/>
                </a:solidFill>
                <a:latin typeface="Arial"/>
                <a:ea typeface="Arial"/>
                <a:cs typeface="Arial"/>
              </a:defRPr>
            </a:lvl9pPr>
          </a:lstStyle>
          <a:p xmlns:a="http://schemas.openxmlformats.org/drawingml/2006/main">
            <a:pPr algn="r">
              <a:defRPr sz="975" b="1">
                <a:solidFill>
                  <a:srgbClr val="726C7B"/>
                </a:solidFill>
                <a:latin typeface="Arial"/>
                <a:ea typeface="Arial"/>
                <a:cs typeface="Arial"/>
              </a:defRPr>
            </a:pPr>
            <a:r>
              <a:rPr sz="975" b="1">
                <a:solidFill>
                  <a:srgbClr val="726C7B"/>
                </a:solidFill>
                <a:latin typeface="Arial"/>
                <a:ea typeface="Arial"/>
                <a:cs typeface="Arial"/>
              </a:rPr>
              <a:t>NEXT VALIDATION</a:t>
            </a:r>
          </a:p>
        </p:txBody>
      </p:sp>
      <p:sp>
        <p:nvSpPr>
          <p:cNvPr id="4" name="header-rule">
            <a:extLst xmlns:a="http://schemas.openxmlformats.org/drawingml/2006/main">
              <a:ext uri="{FF2B5EF4-FFF2-40B4-BE49-F238E27FC236}">
                <a16:creationId xmlns:a16="http://schemas.microsoft.com/office/drawing/2014/main" id="{5CDDF2A0-C3B4-4C42-A310-FBBF2C719CC9}"/>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5" name="page-number">
            <a:extLst xmlns:a="http://schemas.openxmlformats.org/drawingml/2006/main">
              <a:ext uri="{FF2B5EF4-FFF2-40B4-BE49-F238E27FC236}">
                <a16:creationId xmlns:a16="http://schemas.microsoft.com/office/drawing/2014/main" id="{42EF55C7-B2C4-46EF-9274-AA945F888250}"/>
              </a:ext>
            </a:extLst>
          </p:cNvPr>
          <p:cNvSpPr>
            <a:spLocks xmlns:a="http://schemas.openxmlformats.org/drawingml/2006/main" noGrp="1"/>
          </p:cNvSpPr>
          <p:nvPr/>
        </p:nvSpPr>
        <p:spPr>
          <a:xfrm xmlns:a="http://schemas.openxmlformats.org/drawingml/2006/main">
            <a:off x="10525125" y="6572250"/>
            <a:ext cx="981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26C7B"/>
                </a:solidFill>
                <a:latin typeface="Arial"/>
                <a:ea typeface="Arial"/>
                <a:cs typeface="Arial"/>
              </a:defRPr>
            </a:defPPr>
            <a:lvl1pPr algn="r">
              <a:defRPr sz="900" b="0">
                <a:solidFill>
                  <a:srgbClr val="726C7B"/>
                </a:solidFill>
                <a:latin typeface="Arial"/>
                <a:ea typeface="Arial"/>
                <a:cs typeface="Arial"/>
              </a:defRPr>
            </a:lvl1pPr>
            <a:lvl2pPr algn="r">
              <a:defRPr sz="900" b="0">
                <a:solidFill>
                  <a:srgbClr val="726C7B"/>
                </a:solidFill>
                <a:latin typeface="Arial"/>
                <a:ea typeface="Arial"/>
                <a:cs typeface="Arial"/>
              </a:defRPr>
            </a:lvl2pPr>
            <a:lvl3pPr algn="r">
              <a:defRPr sz="900" b="0">
                <a:solidFill>
                  <a:srgbClr val="726C7B"/>
                </a:solidFill>
                <a:latin typeface="Arial"/>
                <a:ea typeface="Arial"/>
                <a:cs typeface="Arial"/>
              </a:defRPr>
            </a:lvl3pPr>
            <a:lvl4pPr algn="r">
              <a:defRPr sz="900" b="0">
                <a:solidFill>
                  <a:srgbClr val="726C7B"/>
                </a:solidFill>
                <a:latin typeface="Arial"/>
                <a:ea typeface="Arial"/>
                <a:cs typeface="Arial"/>
              </a:defRPr>
            </a:lvl4pPr>
            <a:lvl5pPr algn="r">
              <a:defRPr sz="900" b="0">
                <a:solidFill>
                  <a:srgbClr val="726C7B"/>
                </a:solidFill>
                <a:latin typeface="Arial"/>
                <a:ea typeface="Arial"/>
                <a:cs typeface="Arial"/>
              </a:defRPr>
            </a:lvl5pPr>
            <a:lvl6pPr algn="r">
              <a:defRPr sz="900" b="0">
                <a:solidFill>
                  <a:srgbClr val="726C7B"/>
                </a:solidFill>
                <a:latin typeface="Arial"/>
                <a:ea typeface="Arial"/>
                <a:cs typeface="Arial"/>
              </a:defRPr>
            </a:lvl6pPr>
            <a:lvl7pPr algn="r">
              <a:defRPr sz="900" b="0">
                <a:solidFill>
                  <a:srgbClr val="726C7B"/>
                </a:solidFill>
                <a:latin typeface="Arial"/>
                <a:ea typeface="Arial"/>
                <a:cs typeface="Arial"/>
              </a:defRPr>
            </a:lvl7pPr>
            <a:lvl8pPr algn="r">
              <a:defRPr sz="900" b="0">
                <a:solidFill>
                  <a:srgbClr val="726C7B"/>
                </a:solidFill>
                <a:latin typeface="Arial"/>
                <a:ea typeface="Arial"/>
                <a:cs typeface="Arial"/>
              </a:defRPr>
            </a:lvl8pPr>
            <a:lvl9pPr algn="r">
              <a:defRPr sz="900" b="0">
                <a:solidFill>
                  <a:srgbClr val="726C7B"/>
                </a:solidFill>
                <a:latin typeface="Arial"/>
                <a:ea typeface="Arial"/>
                <a:cs typeface="Arial"/>
              </a:defRPr>
            </a:lvl9pPr>
          </a:lstStyle>
          <a:p xmlns:a="http://schemas.openxmlformats.org/drawingml/2006/main">
            <a:pPr algn="r">
              <a:defRPr sz="900" b="0">
                <a:solidFill>
                  <a:srgbClr val="726C7B"/>
                </a:solidFill>
                <a:latin typeface="Arial"/>
                <a:ea typeface="Arial"/>
                <a:cs typeface="Arial"/>
              </a:defRPr>
            </a:pPr>
            <a:r>
              <a:rPr sz="900" b="0">
                <a:solidFill>
                  <a:srgbClr val="726C7B"/>
                </a:solidFill>
                <a:latin typeface="Arial"/>
                <a:ea typeface="Arial"/>
                <a:cs typeface="Arial"/>
              </a:rPr>
              <a:t>07 / 07</a:t>
            </a:r>
          </a:p>
        </p:txBody>
      </p:sp>
      <p:sp>
        <p:nvSpPr>
          <p:cNvPr id="6" name="slide-title">
            <a:extLst xmlns:a="http://schemas.openxmlformats.org/drawingml/2006/main">
              <a:ext uri="{FF2B5EF4-FFF2-40B4-BE49-F238E27FC236}">
                <a16:creationId xmlns:a16="http://schemas.microsoft.com/office/drawing/2014/main" id="{EB53A590-75E5-428B-84EA-0DCF99CC5BF7}"/>
              </a:ext>
            </a:extLst>
          </p:cNvPr>
          <p:cNvSpPr>
            <a:spLocks xmlns:a="http://schemas.openxmlformats.org/drawingml/2006/main" noGrp="1"/>
          </p:cNvSpPr>
          <p:nvPr/>
        </p:nvSpPr>
        <p:spPr>
          <a:xfrm xmlns:a="http://schemas.openxmlformats.org/drawingml/2006/main">
            <a:off x="685800" y="100012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6F3FB"/>
                </a:solidFill>
                <a:latin typeface="Arial"/>
                <a:ea typeface="Arial"/>
                <a:cs typeface="Arial"/>
              </a:defRPr>
            </a:defPPr>
            <a:lvl1pPr algn="l">
              <a:defRPr sz="4050" b="1">
                <a:solidFill>
                  <a:srgbClr val="F6F3FB"/>
                </a:solidFill>
                <a:latin typeface="Arial"/>
                <a:ea typeface="Arial"/>
                <a:cs typeface="Arial"/>
              </a:defRPr>
            </a:lvl1pPr>
            <a:lvl2pPr algn="l">
              <a:defRPr sz="4050" b="1">
                <a:solidFill>
                  <a:srgbClr val="F6F3FB"/>
                </a:solidFill>
                <a:latin typeface="Arial"/>
                <a:ea typeface="Arial"/>
                <a:cs typeface="Arial"/>
              </a:defRPr>
            </a:lvl2pPr>
            <a:lvl3pPr algn="l">
              <a:defRPr sz="4050" b="1">
                <a:solidFill>
                  <a:srgbClr val="F6F3FB"/>
                </a:solidFill>
                <a:latin typeface="Arial"/>
                <a:ea typeface="Arial"/>
                <a:cs typeface="Arial"/>
              </a:defRPr>
            </a:lvl3pPr>
            <a:lvl4pPr algn="l">
              <a:defRPr sz="4050" b="1">
                <a:solidFill>
                  <a:srgbClr val="F6F3FB"/>
                </a:solidFill>
                <a:latin typeface="Arial"/>
                <a:ea typeface="Arial"/>
                <a:cs typeface="Arial"/>
              </a:defRPr>
            </a:lvl4pPr>
            <a:lvl5pPr algn="l">
              <a:defRPr sz="4050" b="1">
                <a:solidFill>
                  <a:srgbClr val="F6F3FB"/>
                </a:solidFill>
                <a:latin typeface="Arial"/>
                <a:ea typeface="Arial"/>
                <a:cs typeface="Arial"/>
              </a:defRPr>
            </a:lvl5pPr>
            <a:lvl6pPr algn="l">
              <a:defRPr sz="4050" b="1">
                <a:solidFill>
                  <a:srgbClr val="F6F3FB"/>
                </a:solidFill>
                <a:latin typeface="Arial"/>
                <a:ea typeface="Arial"/>
                <a:cs typeface="Arial"/>
              </a:defRPr>
            </a:lvl6pPr>
            <a:lvl7pPr algn="l">
              <a:defRPr sz="4050" b="1">
                <a:solidFill>
                  <a:srgbClr val="F6F3FB"/>
                </a:solidFill>
                <a:latin typeface="Arial"/>
                <a:ea typeface="Arial"/>
                <a:cs typeface="Arial"/>
              </a:defRPr>
            </a:lvl7pPr>
            <a:lvl8pPr algn="l">
              <a:defRPr sz="4050" b="1">
                <a:solidFill>
                  <a:srgbClr val="F6F3FB"/>
                </a:solidFill>
                <a:latin typeface="Arial"/>
                <a:ea typeface="Arial"/>
                <a:cs typeface="Arial"/>
              </a:defRPr>
            </a:lvl8pPr>
            <a:lvl9pPr algn="l">
              <a:defRPr sz="4050" b="1">
                <a:solidFill>
                  <a:srgbClr val="F6F3FB"/>
                </a:solidFill>
                <a:latin typeface="Arial"/>
                <a:ea typeface="Arial"/>
                <a:cs typeface="Arial"/>
              </a:defRPr>
            </a:lvl9pPr>
          </a:lstStyle>
          <a:p xmlns:a="http://schemas.openxmlformats.org/drawingml/2006/main">
            <a:pPr algn="l">
              <a:defRPr sz="4050" b="1">
                <a:solidFill>
                  <a:srgbClr val="F6F3FB"/>
                </a:solidFill>
                <a:latin typeface="Arial"/>
                <a:ea typeface="Arial"/>
                <a:cs typeface="Arial"/>
              </a:defRPr>
            </a:pPr>
            <a:r>
              <a:rPr sz="4050" b="1">
                <a:solidFill>
                  <a:srgbClr val="F6F3FB"/>
                </a:solidFill>
                <a:latin typeface="Arial"/>
                <a:ea typeface="Arial"/>
                <a:cs typeface="Arial"/>
              </a:rPr>
              <a:t>Aperture MVP and next stage</a:t>
            </a:r>
          </a:p>
        </p:txBody>
      </p:sp>
      <p:sp>
        <p:nvSpPr>
          <p:cNvPr id="7" name="slide-deck">
            <a:extLst xmlns:a="http://schemas.openxmlformats.org/drawingml/2006/main">
              <a:ext uri="{FF2B5EF4-FFF2-40B4-BE49-F238E27FC236}">
                <a16:creationId xmlns:a16="http://schemas.microsoft.com/office/drawing/2014/main" id="{D876E419-9DD9-417A-8222-CF43B0B2B779}"/>
              </a:ext>
            </a:extLst>
          </p:cNvPr>
          <p:cNvSpPr>
            <a:spLocks xmlns:a="http://schemas.openxmlformats.org/drawingml/2006/main" noGrp="1"/>
          </p:cNvSpPr>
          <p:nvPr/>
        </p:nvSpPr>
        <p:spPr>
          <a:xfrm xmlns:a="http://schemas.openxmlformats.org/drawingml/2006/main">
            <a:off x="704850" y="1790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AA5B4"/>
                </a:solidFill>
                <a:latin typeface="Arial"/>
                <a:ea typeface="Arial"/>
                <a:cs typeface="Arial"/>
              </a:defRPr>
            </a:defPPr>
            <a:lvl1pPr algn="l">
              <a:defRPr sz="1800" b="0">
                <a:solidFill>
                  <a:srgbClr val="AAA5B4"/>
                </a:solidFill>
                <a:latin typeface="Arial"/>
                <a:ea typeface="Arial"/>
                <a:cs typeface="Arial"/>
              </a:defRPr>
            </a:lvl1pPr>
            <a:lvl2pPr algn="l">
              <a:defRPr sz="1800" b="0">
                <a:solidFill>
                  <a:srgbClr val="AAA5B4"/>
                </a:solidFill>
                <a:latin typeface="Arial"/>
                <a:ea typeface="Arial"/>
                <a:cs typeface="Arial"/>
              </a:defRPr>
            </a:lvl2pPr>
            <a:lvl3pPr algn="l">
              <a:defRPr sz="1800" b="0">
                <a:solidFill>
                  <a:srgbClr val="AAA5B4"/>
                </a:solidFill>
                <a:latin typeface="Arial"/>
                <a:ea typeface="Arial"/>
                <a:cs typeface="Arial"/>
              </a:defRPr>
            </a:lvl3pPr>
            <a:lvl4pPr algn="l">
              <a:defRPr sz="1800" b="0">
                <a:solidFill>
                  <a:srgbClr val="AAA5B4"/>
                </a:solidFill>
                <a:latin typeface="Arial"/>
                <a:ea typeface="Arial"/>
                <a:cs typeface="Arial"/>
              </a:defRPr>
            </a:lvl4pPr>
            <a:lvl5pPr algn="l">
              <a:defRPr sz="1800" b="0">
                <a:solidFill>
                  <a:srgbClr val="AAA5B4"/>
                </a:solidFill>
                <a:latin typeface="Arial"/>
                <a:ea typeface="Arial"/>
                <a:cs typeface="Arial"/>
              </a:defRPr>
            </a:lvl5pPr>
            <a:lvl6pPr algn="l">
              <a:defRPr sz="1800" b="0">
                <a:solidFill>
                  <a:srgbClr val="AAA5B4"/>
                </a:solidFill>
                <a:latin typeface="Arial"/>
                <a:ea typeface="Arial"/>
                <a:cs typeface="Arial"/>
              </a:defRPr>
            </a:lvl6pPr>
            <a:lvl7pPr algn="l">
              <a:defRPr sz="1800" b="0">
                <a:solidFill>
                  <a:srgbClr val="AAA5B4"/>
                </a:solidFill>
                <a:latin typeface="Arial"/>
                <a:ea typeface="Arial"/>
                <a:cs typeface="Arial"/>
              </a:defRPr>
            </a:lvl7pPr>
            <a:lvl8pPr algn="l">
              <a:defRPr sz="1800" b="0">
                <a:solidFill>
                  <a:srgbClr val="AAA5B4"/>
                </a:solidFill>
                <a:latin typeface="Arial"/>
                <a:ea typeface="Arial"/>
                <a:cs typeface="Arial"/>
              </a:defRPr>
            </a:lvl8pPr>
            <a:lvl9pPr algn="l">
              <a:defRPr sz="1800" b="0">
                <a:solidFill>
                  <a:srgbClr val="AAA5B4"/>
                </a:solidFill>
                <a:latin typeface="Arial"/>
                <a:ea typeface="Arial"/>
                <a:cs typeface="Arial"/>
              </a:defRPr>
            </a:lvl9pPr>
          </a:lstStyle>
          <a:p xmlns:a="http://schemas.openxmlformats.org/drawingml/2006/main">
            <a:pPr algn="l">
              <a:defRPr sz="1800" b="0">
                <a:solidFill>
                  <a:srgbClr val="AAA5B4"/>
                </a:solidFill>
                <a:latin typeface="Arial"/>
                <a:ea typeface="Arial"/>
                <a:cs typeface="Arial"/>
              </a:defRPr>
            </a:pPr>
            <a:r>
              <a:rPr sz="1800" b="0">
                <a:solidFill>
                  <a:srgbClr val="AAA5B4"/>
                </a:solidFill>
                <a:latin typeface="Arial"/>
                <a:ea typeface="Arial"/>
                <a:cs typeface="Arial"/>
              </a:rPr>
              <a:t>One task system for inference, agents and compute.</a:t>
            </a:r>
          </a:p>
        </p:txBody>
      </p:sp>
      <p:sp>
        <p:nvSpPr>
          <p:cNvPr id="8" name="today-label">
            <a:extLst xmlns:a="http://schemas.openxmlformats.org/drawingml/2006/main">
              <a:ext uri="{FF2B5EF4-FFF2-40B4-BE49-F238E27FC236}">
                <a16:creationId xmlns:a16="http://schemas.microsoft.com/office/drawing/2014/main" id="{C2F388E0-4C19-41E7-A10E-09CCCA71EAF1}"/>
              </a:ext>
            </a:extLst>
          </p:cNvPr>
          <p:cNvSpPr>
            <a:spLocks xmlns:a="http://schemas.openxmlformats.org/drawingml/2006/main" noGrp="1"/>
          </p:cNvSpPr>
          <p:nvPr/>
        </p:nvSpPr>
        <p:spPr>
          <a:xfrm xmlns:a="http://schemas.openxmlformats.org/drawingml/2006/main">
            <a:off x="781050" y="27336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6AEFF"/>
                </a:solidFill>
                <a:latin typeface="Arial"/>
                <a:ea typeface="Arial"/>
                <a:cs typeface="Arial"/>
              </a:defRPr>
            </a:defPPr>
            <a:lvl1pPr algn="l">
              <a:defRPr sz="1200" b="1">
                <a:solidFill>
                  <a:srgbClr val="C6AEFF"/>
                </a:solidFill>
                <a:latin typeface="Arial"/>
                <a:ea typeface="Arial"/>
                <a:cs typeface="Arial"/>
              </a:defRPr>
            </a:lvl1pPr>
            <a:lvl2pPr algn="l">
              <a:defRPr sz="1200" b="1">
                <a:solidFill>
                  <a:srgbClr val="C6AEFF"/>
                </a:solidFill>
                <a:latin typeface="Arial"/>
                <a:ea typeface="Arial"/>
                <a:cs typeface="Arial"/>
              </a:defRPr>
            </a:lvl2pPr>
            <a:lvl3pPr algn="l">
              <a:defRPr sz="1200" b="1">
                <a:solidFill>
                  <a:srgbClr val="C6AEFF"/>
                </a:solidFill>
                <a:latin typeface="Arial"/>
                <a:ea typeface="Arial"/>
                <a:cs typeface="Arial"/>
              </a:defRPr>
            </a:lvl3pPr>
            <a:lvl4pPr algn="l">
              <a:defRPr sz="1200" b="1">
                <a:solidFill>
                  <a:srgbClr val="C6AEFF"/>
                </a:solidFill>
                <a:latin typeface="Arial"/>
                <a:ea typeface="Arial"/>
                <a:cs typeface="Arial"/>
              </a:defRPr>
            </a:lvl4pPr>
            <a:lvl5pPr algn="l">
              <a:defRPr sz="1200" b="1">
                <a:solidFill>
                  <a:srgbClr val="C6AEFF"/>
                </a:solidFill>
                <a:latin typeface="Arial"/>
                <a:ea typeface="Arial"/>
                <a:cs typeface="Arial"/>
              </a:defRPr>
            </a:lvl5pPr>
            <a:lvl6pPr algn="l">
              <a:defRPr sz="1200" b="1">
                <a:solidFill>
                  <a:srgbClr val="C6AEFF"/>
                </a:solidFill>
                <a:latin typeface="Arial"/>
                <a:ea typeface="Arial"/>
                <a:cs typeface="Arial"/>
              </a:defRPr>
            </a:lvl6pPr>
            <a:lvl7pPr algn="l">
              <a:defRPr sz="1200" b="1">
                <a:solidFill>
                  <a:srgbClr val="C6AEFF"/>
                </a:solidFill>
                <a:latin typeface="Arial"/>
                <a:ea typeface="Arial"/>
                <a:cs typeface="Arial"/>
              </a:defRPr>
            </a:lvl7pPr>
            <a:lvl8pPr algn="l">
              <a:defRPr sz="1200" b="1">
                <a:solidFill>
                  <a:srgbClr val="C6AEFF"/>
                </a:solidFill>
                <a:latin typeface="Arial"/>
                <a:ea typeface="Arial"/>
                <a:cs typeface="Arial"/>
              </a:defRPr>
            </a:lvl8pPr>
            <a:lvl9pPr algn="l">
              <a:defRPr sz="1200" b="1">
                <a:solidFill>
                  <a:srgbClr val="C6AEFF"/>
                </a:solidFill>
                <a:latin typeface="Arial"/>
                <a:ea typeface="Arial"/>
                <a:cs typeface="Arial"/>
              </a:defRPr>
            </a:lvl9pPr>
          </a:lstStyle>
          <a:p xmlns:a="http://schemas.openxmlformats.org/drawingml/2006/main">
            <a:pPr algn="l">
              <a:defRPr sz="1200" b="1">
                <a:solidFill>
                  <a:srgbClr val="C6AEFF"/>
                </a:solidFill>
                <a:latin typeface="Arial"/>
                <a:ea typeface="Arial"/>
                <a:cs typeface="Arial"/>
              </a:defRPr>
            </a:pPr>
            <a:r>
              <a:rPr sz="1200" b="1">
                <a:solidFill>
                  <a:srgbClr val="C6AEFF"/>
                </a:solidFill>
                <a:latin typeface="Arial"/>
                <a:ea typeface="Arial"/>
                <a:cs typeface="Arial"/>
              </a:rPr>
              <a:t>IN THE MVP</a:t>
            </a:r>
          </a:p>
        </p:txBody>
      </p:sp>
      <p:sp>
        <p:nvSpPr>
          <p:cNvPr id="9" name="today-state">
            <a:extLst xmlns:a="http://schemas.openxmlformats.org/drawingml/2006/main">
              <a:ext uri="{FF2B5EF4-FFF2-40B4-BE49-F238E27FC236}">
                <a16:creationId xmlns:a16="http://schemas.microsoft.com/office/drawing/2014/main" id="{B8DE1608-FD45-4008-BD35-4EECABCD3435}"/>
              </a:ext>
            </a:extLst>
          </p:cNvPr>
          <p:cNvSpPr>
            <a:spLocks xmlns:a="http://schemas.openxmlformats.org/drawingml/2006/main" noGrp="1"/>
          </p:cNvSpPr>
          <p:nvPr/>
        </p:nvSpPr>
        <p:spPr>
          <a:xfrm xmlns:a="http://schemas.openxmlformats.org/drawingml/2006/main">
            <a:off x="781050" y="3133725"/>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F6F3FB"/>
                </a:solidFill>
                <a:latin typeface="Arial"/>
                <a:ea typeface="Arial"/>
                <a:cs typeface="Arial"/>
              </a:defRPr>
            </a:defPPr>
            <a:lvl1pPr algn="l">
              <a:defRPr sz="1875" b="0">
                <a:solidFill>
                  <a:srgbClr val="F6F3FB"/>
                </a:solidFill>
                <a:latin typeface="Arial"/>
                <a:ea typeface="Arial"/>
                <a:cs typeface="Arial"/>
              </a:defRPr>
            </a:lvl1pPr>
            <a:lvl2pPr algn="l">
              <a:defRPr sz="1875" b="0">
                <a:solidFill>
                  <a:srgbClr val="F6F3FB"/>
                </a:solidFill>
                <a:latin typeface="Arial"/>
                <a:ea typeface="Arial"/>
                <a:cs typeface="Arial"/>
              </a:defRPr>
            </a:lvl2pPr>
            <a:lvl3pPr algn="l">
              <a:defRPr sz="1875" b="0">
                <a:solidFill>
                  <a:srgbClr val="F6F3FB"/>
                </a:solidFill>
                <a:latin typeface="Arial"/>
                <a:ea typeface="Arial"/>
                <a:cs typeface="Arial"/>
              </a:defRPr>
            </a:lvl3pPr>
            <a:lvl4pPr algn="l">
              <a:defRPr sz="1875" b="0">
                <a:solidFill>
                  <a:srgbClr val="F6F3FB"/>
                </a:solidFill>
                <a:latin typeface="Arial"/>
                <a:ea typeface="Arial"/>
                <a:cs typeface="Arial"/>
              </a:defRPr>
            </a:lvl4pPr>
            <a:lvl5pPr algn="l">
              <a:defRPr sz="1875" b="0">
                <a:solidFill>
                  <a:srgbClr val="F6F3FB"/>
                </a:solidFill>
                <a:latin typeface="Arial"/>
                <a:ea typeface="Arial"/>
                <a:cs typeface="Arial"/>
              </a:defRPr>
            </a:lvl5pPr>
            <a:lvl6pPr algn="l">
              <a:defRPr sz="1875" b="0">
                <a:solidFill>
                  <a:srgbClr val="F6F3FB"/>
                </a:solidFill>
                <a:latin typeface="Arial"/>
                <a:ea typeface="Arial"/>
                <a:cs typeface="Arial"/>
              </a:defRPr>
            </a:lvl6pPr>
            <a:lvl7pPr algn="l">
              <a:defRPr sz="1875" b="0">
                <a:solidFill>
                  <a:srgbClr val="F6F3FB"/>
                </a:solidFill>
                <a:latin typeface="Arial"/>
                <a:ea typeface="Arial"/>
                <a:cs typeface="Arial"/>
              </a:defRPr>
            </a:lvl7pPr>
            <a:lvl8pPr algn="l">
              <a:defRPr sz="1875" b="0">
                <a:solidFill>
                  <a:srgbClr val="F6F3FB"/>
                </a:solidFill>
                <a:latin typeface="Arial"/>
                <a:ea typeface="Arial"/>
                <a:cs typeface="Arial"/>
              </a:defRPr>
            </a:lvl8pPr>
            <a:lvl9pPr algn="l">
              <a:defRPr sz="1875" b="0">
                <a:solidFill>
                  <a:srgbClr val="F6F3FB"/>
                </a:solidFill>
                <a:latin typeface="Arial"/>
                <a:ea typeface="Arial"/>
                <a:cs typeface="Arial"/>
              </a:defRPr>
            </a:lvl9pPr>
          </a:lstStyle>
          <a:p xmlns:a="http://schemas.openxmlformats.org/drawingml/2006/main">
            <a:pPr algn="l">
              <a:defRPr sz="1875" b="0">
                <a:solidFill>
                  <a:srgbClr val="F6F3FB"/>
                </a:solidFill>
                <a:latin typeface="Arial"/>
                <a:ea typeface="Arial"/>
                <a:cs typeface="Arial"/>
              </a:defRPr>
            </a:pPr>
            <a:r>
              <a:rPr sz="1875" b="0">
                <a:solidFill>
                  <a:srgbClr val="F6F3FB"/>
                </a:solidFill>
                <a:latin typeface="Arial"/>
                <a:ea typeface="Arial"/>
                <a:cs typeface="Arial"/>
              </a:rPr>
              <a:t>Configured model offers</a:t>
            </a:r>
          </a:p>
          <a:p xmlns:a="http://schemas.openxmlformats.org/drawingml/2006/main">
            <a:pPr algn="l">
              <a:defRPr sz="1875" b="0">
                <a:solidFill>
                  <a:srgbClr val="F6F3FB"/>
                </a:solidFill>
                <a:latin typeface="Arial"/>
                <a:ea typeface="Arial"/>
                <a:cs typeface="Arial"/>
              </a:defRPr>
            </a:pPr>
            <a:r>
              <a:rPr sz="1875" b="0">
                <a:solidFill>
                  <a:srgbClr val="F6F3FB"/>
                </a:solidFill>
                <a:latin typeface="Arial"/>
                <a:ea typeface="Arial"/>
                <a:cs typeface="Arial"/>
              </a:rPr>
              <a:t>Authenticated CPU workers</a:t>
            </a:r>
          </a:p>
          <a:p xmlns:a="http://schemas.openxmlformats.org/drawingml/2006/main">
            <a:pPr algn="l">
              <a:defRPr sz="1875" b="0">
                <a:solidFill>
                  <a:srgbClr val="F6F3FB"/>
                </a:solidFill>
                <a:latin typeface="Arial"/>
                <a:ea typeface="Arial"/>
                <a:cs typeface="Arial"/>
              </a:defRPr>
            </a:pPr>
            <a:r>
              <a:rPr sz="1875" b="0">
                <a:solidFill>
                  <a:srgbClr val="F6F3FB"/>
                </a:solidFill>
                <a:latin typeface="Arial"/>
                <a:ea typeface="Arial"/>
                <a:cs typeface="Arial"/>
              </a:rPr>
              <a:t>Trusted local OFF_CHAIN preview</a:t>
            </a:r>
          </a:p>
        </p:txBody>
      </p:sp>
      <p:sp>
        <p:nvSpPr>
          <p:cNvPr id="10" name="roadmap-divider">
            <a:extLst xmlns:a="http://schemas.openxmlformats.org/drawingml/2006/main">
              <a:ext uri="{FF2B5EF4-FFF2-40B4-BE49-F238E27FC236}">
                <a16:creationId xmlns:a16="http://schemas.microsoft.com/office/drawing/2014/main" id="{F294AFBD-50D9-44C9-9F1A-6A0A606FF637}"/>
              </a:ext>
            </a:extLst>
          </p:cNvPr>
          <p:cNvSpPr>
            <a:spLocks xmlns:a="http://schemas.openxmlformats.org/drawingml/2006/main" noGrp="1"/>
          </p:cNvSpPr>
          <p:nvPr/>
        </p:nvSpPr>
        <p:spPr>
          <a:xfrm xmlns:a="http://schemas.openxmlformats.org/drawingml/2006/main">
            <a:off x="6076950" y="2628900"/>
            <a:ext cx="0" cy="2343150"/>
          </a:xfrm>
          <a:prstGeom xmlns:a="http://schemas.openxmlformats.org/drawingml/2006/main" prst="line">
            <a:avLst/>
          </a:prstGeom>
          <a:noFill xmlns:a="http://schemas.openxmlformats.org/drawingml/2006/main"/>
          <a:ln xmlns:a="http://schemas.openxmlformats.org/drawingml/2006/main" w="14288">
            <a:solidFill>
              <a:srgbClr val="383341"/>
            </a:solidFill>
            <a:prstDash val="solid"/>
          </a:ln>
        </p:spPr>
      </p:sp>
      <p:sp>
        <p:nvSpPr>
          <p:cNvPr id="11" name="next-label">
            <a:extLst xmlns:a="http://schemas.openxmlformats.org/drawingml/2006/main">
              <a:ext uri="{FF2B5EF4-FFF2-40B4-BE49-F238E27FC236}">
                <a16:creationId xmlns:a16="http://schemas.microsoft.com/office/drawing/2014/main" id="{969A8095-60EA-4D76-8266-A8E794AF3B75}"/>
              </a:ext>
            </a:extLst>
          </p:cNvPr>
          <p:cNvSpPr>
            <a:spLocks xmlns:a="http://schemas.openxmlformats.org/drawingml/2006/main" noGrp="1"/>
          </p:cNvSpPr>
          <p:nvPr/>
        </p:nvSpPr>
        <p:spPr>
          <a:xfrm xmlns:a="http://schemas.openxmlformats.org/drawingml/2006/main">
            <a:off x="6667500" y="27336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82E5F4"/>
                </a:solidFill>
                <a:latin typeface="Arial"/>
                <a:ea typeface="Arial"/>
                <a:cs typeface="Arial"/>
              </a:defRPr>
            </a:defPPr>
            <a:lvl1pPr algn="l">
              <a:defRPr sz="1200" b="1">
                <a:solidFill>
                  <a:srgbClr val="82E5F4"/>
                </a:solidFill>
                <a:latin typeface="Arial"/>
                <a:ea typeface="Arial"/>
                <a:cs typeface="Arial"/>
              </a:defRPr>
            </a:lvl1pPr>
            <a:lvl2pPr algn="l">
              <a:defRPr sz="1200" b="1">
                <a:solidFill>
                  <a:srgbClr val="82E5F4"/>
                </a:solidFill>
                <a:latin typeface="Arial"/>
                <a:ea typeface="Arial"/>
                <a:cs typeface="Arial"/>
              </a:defRPr>
            </a:lvl2pPr>
            <a:lvl3pPr algn="l">
              <a:defRPr sz="1200" b="1">
                <a:solidFill>
                  <a:srgbClr val="82E5F4"/>
                </a:solidFill>
                <a:latin typeface="Arial"/>
                <a:ea typeface="Arial"/>
                <a:cs typeface="Arial"/>
              </a:defRPr>
            </a:lvl3pPr>
            <a:lvl4pPr algn="l">
              <a:defRPr sz="1200" b="1">
                <a:solidFill>
                  <a:srgbClr val="82E5F4"/>
                </a:solidFill>
                <a:latin typeface="Arial"/>
                <a:ea typeface="Arial"/>
                <a:cs typeface="Arial"/>
              </a:defRPr>
            </a:lvl4pPr>
            <a:lvl5pPr algn="l">
              <a:defRPr sz="1200" b="1">
                <a:solidFill>
                  <a:srgbClr val="82E5F4"/>
                </a:solidFill>
                <a:latin typeface="Arial"/>
                <a:ea typeface="Arial"/>
                <a:cs typeface="Arial"/>
              </a:defRPr>
            </a:lvl5pPr>
            <a:lvl6pPr algn="l">
              <a:defRPr sz="1200" b="1">
                <a:solidFill>
                  <a:srgbClr val="82E5F4"/>
                </a:solidFill>
                <a:latin typeface="Arial"/>
                <a:ea typeface="Arial"/>
                <a:cs typeface="Arial"/>
              </a:defRPr>
            </a:lvl6pPr>
            <a:lvl7pPr algn="l">
              <a:defRPr sz="1200" b="1">
                <a:solidFill>
                  <a:srgbClr val="82E5F4"/>
                </a:solidFill>
                <a:latin typeface="Arial"/>
                <a:ea typeface="Arial"/>
                <a:cs typeface="Arial"/>
              </a:defRPr>
            </a:lvl7pPr>
            <a:lvl8pPr algn="l">
              <a:defRPr sz="1200" b="1">
                <a:solidFill>
                  <a:srgbClr val="82E5F4"/>
                </a:solidFill>
                <a:latin typeface="Arial"/>
                <a:ea typeface="Arial"/>
                <a:cs typeface="Arial"/>
              </a:defRPr>
            </a:lvl8pPr>
            <a:lvl9pPr algn="l">
              <a:defRPr sz="1200" b="1">
                <a:solidFill>
                  <a:srgbClr val="82E5F4"/>
                </a:solidFill>
                <a:latin typeface="Arial"/>
                <a:ea typeface="Arial"/>
                <a:cs typeface="Arial"/>
              </a:defRPr>
            </a:lvl9pPr>
          </a:lstStyle>
          <a:p xmlns:a="http://schemas.openxmlformats.org/drawingml/2006/main">
            <a:pPr algn="l">
              <a:defRPr sz="1200" b="1">
                <a:solidFill>
                  <a:srgbClr val="82E5F4"/>
                </a:solidFill>
                <a:latin typeface="Arial"/>
                <a:ea typeface="Arial"/>
                <a:cs typeface="Arial"/>
              </a:defRPr>
            </a:pPr>
            <a:r>
              <a:rPr sz="1200" b="1">
                <a:solidFill>
                  <a:srgbClr val="82E5F4"/>
                </a:solidFill>
                <a:latin typeface="Arial"/>
                <a:ea typeface="Arial"/>
                <a:cs typeface="Arial"/>
              </a:rPr>
              <a:t>NEXT TO VERIFY</a:t>
            </a:r>
          </a:p>
        </p:txBody>
      </p:sp>
      <p:sp>
        <p:nvSpPr>
          <p:cNvPr id="12" name="next-state">
            <a:extLst xmlns:a="http://schemas.openxmlformats.org/drawingml/2006/main">
              <a:ext uri="{FF2B5EF4-FFF2-40B4-BE49-F238E27FC236}">
                <a16:creationId xmlns:a16="http://schemas.microsoft.com/office/drawing/2014/main" id="{42BC2C19-0A74-4C12-A510-24D3B077C2F8}"/>
              </a:ext>
            </a:extLst>
          </p:cNvPr>
          <p:cNvSpPr>
            <a:spLocks xmlns:a="http://schemas.openxmlformats.org/drawingml/2006/main" noGrp="1"/>
          </p:cNvSpPr>
          <p:nvPr/>
        </p:nvSpPr>
        <p:spPr>
          <a:xfrm xmlns:a="http://schemas.openxmlformats.org/drawingml/2006/main">
            <a:off x="6667500" y="3133725"/>
            <a:ext cx="47053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F6F3FB"/>
                </a:solidFill>
                <a:latin typeface="Arial"/>
                <a:ea typeface="Arial"/>
                <a:cs typeface="Arial"/>
              </a:defRPr>
            </a:defPPr>
            <a:lvl1pPr algn="l">
              <a:defRPr sz="1875" b="0">
                <a:solidFill>
                  <a:srgbClr val="F6F3FB"/>
                </a:solidFill>
                <a:latin typeface="Arial"/>
                <a:ea typeface="Arial"/>
                <a:cs typeface="Arial"/>
              </a:defRPr>
            </a:lvl1pPr>
            <a:lvl2pPr algn="l">
              <a:defRPr sz="1875" b="0">
                <a:solidFill>
                  <a:srgbClr val="F6F3FB"/>
                </a:solidFill>
                <a:latin typeface="Arial"/>
                <a:ea typeface="Arial"/>
                <a:cs typeface="Arial"/>
              </a:defRPr>
            </a:lvl2pPr>
            <a:lvl3pPr algn="l">
              <a:defRPr sz="1875" b="0">
                <a:solidFill>
                  <a:srgbClr val="F6F3FB"/>
                </a:solidFill>
                <a:latin typeface="Arial"/>
                <a:ea typeface="Arial"/>
                <a:cs typeface="Arial"/>
              </a:defRPr>
            </a:lvl3pPr>
            <a:lvl4pPr algn="l">
              <a:defRPr sz="1875" b="0">
                <a:solidFill>
                  <a:srgbClr val="F6F3FB"/>
                </a:solidFill>
                <a:latin typeface="Arial"/>
                <a:ea typeface="Arial"/>
                <a:cs typeface="Arial"/>
              </a:defRPr>
            </a:lvl4pPr>
            <a:lvl5pPr algn="l">
              <a:defRPr sz="1875" b="0">
                <a:solidFill>
                  <a:srgbClr val="F6F3FB"/>
                </a:solidFill>
                <a:latin typeface="Arial"/>
                <a:ea typeface="Arial"/>
                <a:cs typeface="Arial"/>
              </a:defRPr>
            </a:lvl5pPr>
            <a:lvl6pPr algn="l">
              <a:defRPr sz="1875" b="0">
                <a:solidFill>
                  <a:srgbClr val="F6F3FB"/>
                </a:solidFill>
                <a:latin typeface="Arial"/>
                <a:ea typeface="Arial"/>
                <a:cs typeface="Arial"/>
              </a:defRPr>
            </a:lvl6pPr>
            <a:lvl7pPr algn="l">
              <a:defRPr sz="1875" b="0">
                <a:solidFill>
                  <a:srgbClr val="F6F3FB"/>
                </a:solidFill>
                <a:latin typeface="Arial"/>
                <a:ea typeface="Arial"/>
                <a:cs typeface="Arial"/>
              </a:defRPr>
            </a:lvl7pPr>
            <a:lvl8pPr algn="l">
              <a:defRPr sz="1875" b="0">
                <a:solidFill>
                  <a:srgbClr val="F6F3FB"/>
                </a:solidFill>
                <a:latin typeface="Arial"/>
                <a:ea typeface="Arial"/>
                <a:cs typeface="Arial"/>
              </a:defRPr>
            </a:lvl8pPr>
            <a:lvl9pPr algn="l">
              <a:defRPr sz="1875" b="0">
                <a:solidFill>
                  <a:srgbClr val="F6F3FB"/>
                </a:solidFill>
                <a:latin typeface="Arial"/>
                <a:ea typeface="Arial"/>
                <a:cs typeface="Arial"/>
              </a:defRPr>
            </a:lvl9pPr>
          </a:lstStyle>
          <a:p xmlns:a="http://schemas.openxmlformats.org/drawingml/2006/main">
            <a:pPr algn="l">
              <a:defRPr sz="1875" b="0">
                <a:solidFill>
                  <a:srgbClr val="F6F3FB"/>
                </a:solidFill>
                <a:latin typeface="Arial"/>
                <a:ea typeface="Arial"/>
                <a:cs typeface="Arial"/>
              </a:defRPr>
            </a:pPr>
            <a:r>
              <a:rPr sz="1875" b="0">
                <a:solidFill>
                  <a:srgbClr val="F6F3FB"/>
                </a:solidFill>
                <a:latin typeface="Arial"/>
                <a:ea typeface="Arial"/>
                <a:cs typeface="Arial"/>
              </a:rPr>
              <a:t>Live provider inference</a:t>
            </a:r>
          </a:p>
          <a:p xmlns:a="http://schemas.openxmlformats.org/drawingml/2006/main">
            <a:pPr algn="l">
              <a:defRPr sz="1875" b="0">
                <a:solidFill>
                  <a:srgbClr val="F6F3FB"/>
                </a:solidFill>
                <a:latin typeface="Arial"/>
                <a:ea typeface="Arial"/>
                <a:cs typeface="Arial"/>
              </a:defRPr>
            </a:pPr>
            <a:r>
              <a:rPr sz="1875" b="0">
                <a:solidFill>
                  <a:srgbClr val="F6F3FB"/>
                </a:solidFill>
                <a:latin typeface="Arial"/>
                <a:ea typeface="Arial"/>
                <a:cs typeface="Arial"/>
              </a:rPr>
              <a:t>Deployed worker payout</a:t>
            </a:r>
          </a:p>
          <a:p xmlns:a="http://schemas.openxmlformats.org/drawingml/2006/main">
            <a:pPr algn="l">
              <a:defRPr sz="1875" b="0">
                <a:solidFill>
                  <a:srgbClr val="F6F3FB"/>
                </a:solidFill>
                <a:latin typeface="Arial"/>
                <a:ea typeface="Arial"/>
                <a:cs typeface="Arial"/>
              </a:defRPr>
            </a:pPr>
            <a:r>
              <a:rPr sz="1875" b="0">
                <a:solidFill>
                  <a:srgbClr val="F6F3FB"/>
                </a:solidFill>
                <a:latin typeface="Arial"/>
                <a:ea typeface="Arial"/>
                <a:cs typeface="Arial"/>
              </a:rPr>
              <a:t>Independent providers and isolation</a:t>
            </a:r>
          </a:p>
        </p:txBody>
      </p:sp>
      <p:sp>
        <p:nvSpPr>
          <p:cNvPr id="13" name="close-rule">
            <a:extLst xmlns:a="http://schemas.openxmlformats.org/drawingml/2006/main">
              <a:ext uri="{FF2B5EF4-FFF2-40B4-BE49-F238E27FC236}">
                <a16:creationId xmlns:a16="http://schemas.microsoft.com/office/drawing/2014/main" id="{A08A2931-3B2D-4420-A0A0-CB61831CA037}"/>
              </a:ext>
            </a:extLst>
          </p:cNvPr>
          <p:cNvSpPr>
            <a:spLocks xmlns:a="http://schemas.openxmlformats.org/drawingml/2006/main" noGrp="1"/>
          </p:cNvSpPr>
          <p:nvPr/>
        </p:nvSpPr>
        <p:spPr>
          <a:xfrm xmlns:a="http://schemas.openxmlformats.org/drawingml/2006/main">
            <a:off x="762000" y="5238750"/>
            <a:ext cx="10668000" cy="0"/>
          </a:xfrm>
          <a:prstGeom xmlns:a="http://schemas.openxmlformats.org/drawingml/2006/main" prst="line">
            <a:avLst/>
          </a:prstGeom>
          <a:noFill xmlns:a="http://schemas.openxmlformats.org/drawingml/2006/main"/>
          <a:ln xmlns:a="http://schemas.openxmlformats.org/drawingml/2006/main" w="9525">
            <a:solidFill>
              <a:srgbClr val="383341"/>
            </a:solidFill>
            <a:prstDash val="solid"/>
          </a:ln>
        </p:spPr>
      </p:sp>
      <p:sp>
        <p:nvSpPr>
          <p:cNvPr id="14" name="closing-line">
            <a:extLst xmlns:a="http://schemas.openxmlformats.org/drawingml/2006/main">
              <a:ext uri="{FF2B5EF4-FFF2-40B4-BE49-F238E27FC236}">
                <a16:creationId xmlns:a16="http://schemas.microsoft.com/office/drawing/2014/main" id="{01A926D0-719C-4CCF-896A-87EC3B852BC8}"/>
              </a:ext>
            </a:extLst>
          </p:cNvPr>
          <p:cNvSpPr>
            <a:spLocks xmlns:a="http://schemas.openxmlformats.org/drawingml/2006/main" noGrp="1"/>
          </p:cNvSpPr>
          <p:nvPr/>
        </p:nvSpPr>
        <p:spPr>
          <a:xfrm xmlns:a="http://schemas.openxmlformats.org/drawingml/2006/main">
            <a:off x="781050" y="5514975"/>
            <a:ext cx="762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F6F3FB"/>
                </a:solidFill>
                <a:latin typeface="Arial"/>
                <a:ea typeface="Arial"/>
                <a:cs typeface="Arial"/>
              </a:defRPr>
            </a:defPPr>
            <a:lvl1pPr algn="l">
              <a:defRPr sz="2475" b="1">
                <a:solidFill>
                  <a:srgbClr val="F6F3FB"/>
                </a:solidFill>
                <a:latin typeface="Arial"/>
                <a:ea typeface="Arial"/>
                <a:cs typeface="Arial"/>
              </a:defRPr>
            </a:lvl1pPr>
            <a:lvl2pPr algn="l">
              <a:defRPr sz="2475" b="1">
                <a:solidFill>
                  <a:srgbClr val="F6F3FB"/>
                </a:solidFill>
                <a:latin typeface="Arial"/>
                <a:ea typeface="Arial"/>
                <a:cs typeface="Arial"/>
              </a:defRPr>
            </a:lvl2pPr>
            <a:lvl3pPr algn="l">
              <a:defRPr sz="2475" b="1">
                <a:solidFill>
                  <a:srgbClr val="F6F3FB"/>
                </a:solidFill>
                <a:latin typeface="Arial"/>
                <a:ea typeface="Arial"/>
                <a:cs typeface="Arial"/>
              </a:defRPr>
            </a:lvl3pPr>
            <a:lvl4pPr algn="l">
              <a:defRPr sz="2475" b="1">
                <a:solidFill>
                  <a:srgbClr val="F6F3FB"/>
                </a:solidFill>
                <a:latin typeface="Arial"/>
                <a:ea typeface="Arial"/>
                <a:cs typeface="Arial"/>
              </a:defRPr>
            </a:lvl4pPr>
            <a:lvl5pPr algn="l">
              <a:defRPr sz="2475" b="1">
                <a:solidFill>
                  <a:srgbClr val="F6F3FB"/>
                </a:solidFill>
                <a:latin typeface="Arial"/>
                <a:ea typeface="Arial"/>
                <a:cs typeface="Arial"/>
              </a:defRPr>
            </a:lvl5pPr>
            <a:lvl6pPr algn="l">
              <a:defRPr sz="2475" b="1">
                <a:solidFill>
                  <a:srgbClr val="F6F3FB"/>
                </a:solidFill>
                <a:latin typeface="Arial"/>
                <a:ea typeface="Arial"/>
                <a:cs typeface="Arial"/>
              </a:defRPr>
            </a:lvl6pPr>
            <a:lvl7pPr algn="l">
              <a:defRPr sz="2475" b="1">
                <a:solidFill>
                  <a:srgbClr val="F6F3FB"/>
                </a:solidFill>
                <a:latin typeface="Arial"/>
                <a:ea typeface="Arial"/>
                <a:cs typeface="Arial"/>
              </a:defRPr>
            </a:lvl7pPr>
            <a:lvl8pPr algn="l">
              <a:defRPr sz="2475" b="1">
                <a:solidFill>
                  <a:srgbClr val="F6F3FB"/>
                </a:solidFill>
                <a:latin typeface="Arial"/>
                <a:ea typeface="Arial"/>
                <a:cs typeface="Arial"/>
              </a:defRPr>
            </a:lvl8pPr>
            <a:lvl9pPr algn="l">
              <a:defRPr sz="2475" b="1">
                <a:solidFill>
                  <a:srgbClr val="F6F3FB"/>
                </a:solidFill>
                <a:latin typeface="Arial"/>
                <a:ea typeface="Arial"/>
                <a:cs typeface="Arial"/>
              </a:defRPr>
            </a:lvl9pPr>
          </a:lstStyle>
          <a:p xmlns:a="http://schemas.openxmlformats.org/drawingml/2006/main">
            <a:pPr algn="l">
              <a:defRPr sz="2475" b="1">
                <a:solidFill>
                  <a:srgbClr val="F6F3FB"/>
                </a:solidFill>
                <a:latin typeface="Arial"/>
                <a:ea typeface="Arial"/>
                <a:cs typeface="Arial"/>
              </a:defRPr>
            </a:pPr>
            <a:r>
              <a:rPr sz="2475" b="1">
                <a:solidFill>
                  <a:srgbClr val="F6F3FB"/>
                </a:solidFill>
                <a:latin typeface="Arial"/>
                <a:ea typeface="Arial"/>
                <a:cs typeface="Arial"/>
              </a:rPr>
              <a:t>Seeking pilot teams and compute operators.</a:t>
            </a:r>
          </a:p>
        </p:txBody>
      </p:sp>
      <p:sp>
        <p:nvSpPr>
          <p:cNvPr id="15" name="project-link">
            <a:extLst xmlns:a="http://schemas.openxmlformats.org/drawingml/2006/main">
              <a:ext uri="{FF2B5EF4-FFF2-40B4-BE49-F238E27FC236}">
                <a16:creationId xmlns:a16="http://schemas.microsoft.com/office/drawing/2014/main" id="{CDE021A7-0E76-4627-ACC0-A48094394786}"/>
              </a:ext>
            </a:extLst>
          </p:cNvPr>
          <p:cNvSpPr>
            <a:spLocks xmlns:a="http://schemas.openxmlformats.org/drawingml/2006/main" noGrp="1"/>
          </p:cNvSpPr>
          <p:nvPr/>
        </p:nvSpPr>
        <p:spPr>
          <a:xfrm xmlns:a="http://schemas.openxmlformats.org/drawingml/2006/main">
            <a:off x="781050" y="6048375"/>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C6AEFF"/>
                </a:solidFill>
                <a:latin typeface="Arial"/>
                <a:ea typeface="Arial"/>
                <a:cs typeface="Arial"/>
              </a:defRPr>
            </a:defPPr>
            <a:lvl1pPr algn="l">
              <a:defRPr sz="1275" b="0">
                <a:solidFill>
                  <a:srgbClr val="C6AEFF"/>
                </a:solidFill>
                <a:latin typeface="Arial"/>
                <a:ea typeface="Arial"/>
                <a:cs typeface="Arial"/>
              </a:defRPr>
            </a:lvl1pPr>
            <a:lvl2pPr algn="l">
              <a:defRPr sz="1275" b="0">
                <a:solidFill>
                  <a:srgbClr val="C6AEFF"/>
                </a:solidFill>
                <a:latin typeface="Arial"/>
                <a:ea typeface="Arial"/>
                <a:cs typeface="Arial"/>
              </a:defRPr>
            </a:lvl2pPr>
            <a:lvl3pPr algn="l">
              <a:defRPr sz="1275" b="0">
                <a:solidFill>
                  <a:srgbClr val="C6AEFF"/>
                </a:solidFill>
                <a:latin typeface="Arial"/>
                <a:ea typeface="Arial"/>
                <a:cs typeface="Arial"/>
              </a:defRPr>
            </a:lvl3pPr>
            <a:lvl4pPr algn="l">
              <a:defRPr sz="1275" b="0">
                <a:solidFill>
                  <a:srgbClr val="C6AEFF"/>
                </a:solidFill>
                <a:latin typeface="Arial"/>
                <a:ea typeface="Arial"/>
                <a:cs typeface="Arial"/>
              </a:defRPr>
            </a:lvl4pPr>
            <a:lvl5pPr algn="l">
              <a:defRPr sz="1275" b="0">
                <a:solidFill>
                  <a:srgbClr val="C6AEFF"/>
                </a:solidFill>
                <a:latin typeface="Arial"/>
                <a:ea typeface="Arial"/>
                <a:cs typeface="Arial"/>
              </a:defRPr>
            </a:lvl5pPr>
            <a:lvl6pPr algn="l">
              <a:defRPr sz="1275" b="0">
                <a:solidFill>
                  <a:srgbClr val="C6AEFF"/>
                </a:solidFill>
                <a:latin typeface="Arial"/>
                <a:ea typeface="Arial"/>
                <a:cs typeface="Arial"/>
              </a:defRPr>
            </a:lvl6pPr>
            <a:lvl7pPr algn="l">
              <a:defRPr sz="1275" b="0">
                <a:solidFill>
                  <a:srgbClr val="C6AEFF"/>
                </a:solidFill>
                <a:latin typeface="Arial"/>
                <a:ea typeface="Arial"/>
                <a:cs typeface="Arial"/>
              </a:defRPr>
            </a:lvl7pPr>
            <a:lvl8pPr algn="l">
              <a:defRPr sz="1275" b="0">
                <a:solidFill>
                  <a:srgbClr val="C6AEFF"/>
                </a:solidFill>
                <a:latin typeface="Arial"/>
                <a:ea typeface="Arial"/>
                <a:cs typeface="Arial"/>
              </a:defRPr>
            </a:lvl8pPr>
            <a:lvl9pPr algn="l">
              <a:defRPr sz="1275" b="0">
                <a:solidFill>
                  <a:srgbClr val="C6AEFF"/>
                </a:solidFill>
                <a:latin typeface="Arial"/>
                <a:ea typeface="Arial"/>
                <a:cs typeface="Arial"/>
              </a:defRPr>
            </a:lvl9pPr>
          </a:lstStyle>
          <a:p xmlns:a="http://schemas.openxmlformats.org/drawingml/2006/main">
            <a:pPr algn="l">
              <a:defRPr sz="1275" b="0">
                <a:solidFill>
                  <a:srgbClr val="C6AEFF"/>
                </a:solidFill>
                <a:latin typeface="Arial"/>
                <a:ea typeface="Arial"/>
                <a:cs typeface="Arial"/>
              </a:defRPr>
            </a:pPr>
            <a:r>
              <a:rPr sz="1275" b="0">
                <a:solidFill>
                  <a:srgbClr val="C6AEFF"/>
                </a:solidFill>
                <a:latin typeface="Arial"/>
                <a:ea typeface="Arial"/>
                <a:cs typeface="Arial"/>
              </a:rPr>
              <a:t>aperture-ai-gateway.vercel.app</a:t>
            </a:r>
          </a:p>
        </p:txBody>
      </p:sp>
      <p:pic>
        <p:nvPicPr>
          <p:cNvPr id="16" name="">
            <a:extLst xmlns:a="http://schemas.openxmlformats.org/drawingml/2006/main">
              <a:ext uri="{FF2B5EF4-FFF2-40B4-BE49-F238E27FC236}">
                <a16:creationId xmlns:a16="http://schemas.microsoft.com/office/drawing/2014/main" id="{6E94785D-6693-4E84-94C3-B8D40481F9BF}"/>
              </a:ext>
            </a:extLst>
          </p:cNvPr>
          <p:cNvPicPr>
            <a:picLocks xmlns:a="http://schemas.openxmlformats.org/drawingml/2006/main" noChangeAspect="1"/>
          </p:cNvPicPr>
          <p:nvPr/>
        </p:nvPicPr>
        <p:blipFill>
          <a:blip xmlns:r="http://schemas.openxmlformats.org/officeDocument/2006/relationships" xmlns:a="http://schemas.openxmlformats.org/drawingml/2006/main" r:embed="R146e825d1c9c4d84"/>
          <a:stretch xmlns:a="http://schemas.openxmlformats.org/drawingml/2006/main"/>
        </p:blipFill>
        <p:spPr>
          <a:xfrm xmlns:a="http://schemas.openxmlformats.org/drawingml/2006/main">
            <a:off x="10810875" y="5657850"/>
            <a:ext cx="495300" cy="495300"/>
          </a:xfrm>
          <a:prstGeom xmlns:a="http://schemas.openxmlformats.org/drawingml/2006/main" prst="rect">
            <a:avLst/>
          </a:prstGeom>
        </p:spPr>
      </p:pic>
    </p:spTree>
    <p:extLst>
      <p:ext uri="{BB962C8B-B14F-4D97-AF65-F5344CB8AC3E}">
        <p14:creationId xmlns:p14="http://schemas.microsoft.com/office/powerpoint/2010/main" val="1577558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2026-10-23T21:33:16.3750000Z</dcterms:created>
  <dcterms:modified xsi:type="dcterms:W3CDTF">2026-10-23T21:33:16.3750000Z</dcterms:modified>
</coreProperties>
</file>